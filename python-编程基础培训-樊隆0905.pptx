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  <p:sldId id="343" r:id="rId90"/>
    <p:sldId id="344" r:id="rId91"/>
    <p:sldId id="345" r:id="rId92"/>
    <p:sldId id="346" r:id="rId93"/>
    <p:sldId id="347" r:id="rId94"/>
    <p:sldId id="348" r:id="rId95"/>
    <p:sldId id="349" r:id="rId96"/>
    <p:sldId id="350" r:id="rId97"/>
    <p:sldId id="351" r:id="rId98"/>
    <p:sldId id="352" r:id="rId99"/>
    <p:sldId id="353" r:id="rId100"/>
    <p:sldId id="354" r:id="rId101"/>
    <p:sldId id="355" r:id="rId102"/>
    <p:sldId id="356" r:id="rId103"/>
    <p:sldId id="357" r:id="rId104"/>
    <p:sldId id="358" r:id="rId105"/>
    <p:sldId id="359" r:id="rId106"/>
    <p:sldId id="360" r:id="rId107"/>
    <p:sldId id="361" r:id="rId108"/>
    <p:sldId id="362" r:id="rId109"/>
    <p:sldId id="363" r:id="rId110"/>
    <p:sldId id="364" r:id="rId111"/>
    <p:sldId id="365" r:id="rId112"/>
    <p:sldId id="366" r:id="rId113"/>
    <p:sldId id="367" r:id="rId114"/>
    <p:sldId id="368" r:id="rId115"/>
    <p:sldId id="369" r:id="rId116"/>
    <p:sldId id="370" r:id="rId117"/>
    <p:sldId id="371" r:id="rId118"/>
    <p:sldId id="372" r:id="rId119"/>
    <p:sldId id="373" r:id="rId120"/>
    <p:sldId id="374" r:id="rId121"/>
    <p:sldId id="376" r:id="rId122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644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2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09954" y="1709466"/>
            <a:ext cx="6724091" cy="115187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799" cy="17145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8/30/2018</a:t>
            </a:fld>
            <a:endParaRPr lang="en-US" smtClean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23520">
              <a:lnSpc>
                <a:spcPct val="100000"/>
              </a:lnSpc>
            </a:pPr>
            <a:fld id="{81D60167-4931-47E6-BA6A-407CBD079E47}" type="slidenum">
              <a:rPr sz="1400" dirty="0" smtClean="0">
                <a:latin typeface="Arial"/>
                <a:cs typeface="Arial"/>
              </a:rPr>
              <a:t>‹#›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8/30/2018</a:t>
            </a:fld>
            <a:endParaRPr lang="en-US" smtClean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23520">
              <a:lnSpc>
                <a:spcPct val="100000"/>
              </a:lnSpc>
            </a:pPr>
            <a:fld id="{81D60167-4931-47E6-BA6A-407CBD079E47}" type="slidenum">
              <a:rPr sz="1400" dirty="0" smtClean="0">
                <a:latin typeface="Arial"/>
                <a:cs typeface="Arial"/>
              </a:rPr>
              <a:t>‹#›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59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8/30/2018</a:t>
            </a:fld>
            <a:endParaRPr lang="en-US" smtClean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23520">
              <a:lnSpc>
                <a:spcPct val="100000"/>
              </a:lnSpc>
            </a:pPr>
            <a:fld id="{81D60167-4931-47E6-BA6A-407CBD079E47}" type="slidenum">
              <a:rPr sz="1400" dirty="0" smtClean="0">
                <a:latin typeface="Arial"/>
                <a:cs typeface="Arial"/>
              </a:rPr>
              <a:t>‹#›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8/30/2018</a:t>
            </a:fld>
            <a:endParaRPr lang="en-US" smtClean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23520">
              <a:lnSpc>
                <a:spcPct val="100000"/>
              </a:lnSpc>
            </a:pPr>
            <a:fld id="{81D60167-4931-47E6-BA6A-407CBD079E47}" type="slidenum">
              <a:rPr sz="1400" dirty="0" smtClean="0">
                <a:latin typeface="Arial"/>
                <a:cs typeface="Arial"/>
              </a:rPr>
              <a:t>‹#›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8/30/2018</a:t>
            </a:fld>
            <a:endParaRPr lang="en-US" smtClean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23520">
              <a:lnSpc>
                <a:spcPct val="100000"/>
              </a:lnSpc>
            </a:pPr>
            <a:fld id="{81D60167-4931-47E6-BA6A-407CBD079E47}" type="slidenum">
              <a:rPr sz="1400" dirty="0" smtClean="0">
                <a:latin typeface="Arial"/>
                <a:cs typeface="Arial"/>
              </a:rPr>
              <a:t>‹#›</a:t>
            </a:fld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5454" y="277621"/>
            <a:ext cx="7613091" cy="1105264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6549" y="1265809"/>
            <a:ext cx="8070900" cy="152847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79" cy="3429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8/30/2018</a:t>
            </a:fld>
            <a:endParaRPr lang="en-US" smtClean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044433" y="6366255"/>
            <a:ext cx="348204" cy="22432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pPr marL="223520">
              <a:lnSpc>
                <a:spcPct val="100000"/>
              </a:lnSpc>
            </a:pPr>
            <a:fld id="{81D60167-4931-47E6-BA6A-407CBD079E47}" type="slidenum">
              <a:rPr sz="1400" dirty="0" smtClean="0">
                <a:latin typeface="Arial"/>
                <a:cs typeface="Arial"/>
              </a:rPr>
              <a:t>‹#›</a:t>
            </a:fld>
            <a:endParaRPr sz="1400">
              <a:latin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ython.org/dev/peps/pep-0008/" TargetMode="External"/><Relationship Id="rId2" Type="http://schemas.openxmlformats.org/officeDocument/2006/relationships/hyperlink" Target="http://docs.python.org/tutorial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://stackoverflow.com/questions/576988/python-specific-antipatterns-and-bad-practices" TargetMode="External"/><Relationship Id="rId2" Type="http://schemas.openxmlformats.org/officeDocument/2006/relationships/hyperlink" Target="http://www.seas.upenn.edu/%7Elignos/py_antipatterns.html" TargetMode="Externa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hyperlink" Target="http://docs.python.org/lib/lib.html" TargetMode="Externa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7.png"/><Relationship Id="rId7" Type="http://schemas.openxmlformats.org/officeDocument/2006/relationships/image" Target="../media/image3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60960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058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1628" y="1609892"/>
            <a:ext cx="7941945" cy="498094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4965" marR="12700" indent="-342900">
              <a:lnSpc>
                <a:spcPct val="89800"/>
              </a:lnSpc>
              <a:buClr>
                <a:srgbClr val="FF0000"/>
              </a:buClr>
              <a:buSzPct val="108928"/>
              <a:buFont typeface="Wingdings"/>
              <a:buChar char=""/>
              <a:tabLst>
                <a:tab pos="354965" algn="l"/>
              </a:tabLst>
            </a:pPr>
            <a:r>
              <a:rPr sz="2800" b="1" i="1" spc="-15" dirty="0" smtClean="0">
                <a:latin typeface="Arial"/>
                <a:cs typeface="Arial"/>
              </a:rPr>
              <a:t>Interpreted</a:t>
            </a:r>
            <a:r>
              <a:rPr sz="2800" b="1" i="1" spc="20" dirty="0" smtClean="0">
                <a:latin typeface="Arial"/>
                <a:cs typeface="Arial"/>
              </a:rPr>
              <a:t> </a:t>
            </a:r>
            <a:r>
              <a:rPr sz="2800" b="1" spc="-15" dirty="0" smtClean="0">
                <a:latin typeface="Arial"/>
                <a:cs typeface="Arial"/>
              </a:rPr>
              <a:t>lang</a:t>
            </a:r>
            <a:r>
              <a:rPr sz="2800" b="1" spc="-35" dirty="0" smtClean="0">
                <a:latin typeface="Arial"/>
                <a:cs typeface="Arial"/>
              </a:rPr>
              <a:t>u</a:t>
            </a:r>
            <a:r>
              <a:rPr sz="2800" b="1" spc="-15" dirty="0" smtClean="0">
                <a:latin typeface="Arial"/>
                <a:cs typeface="Arial"/>
              </a:rPr>
              <a:t>age:</a:t>
            </a:r>
            <a:r>
              <a:rPr sz="2800" b="1" spc="40" dirty="0" smtClean="0">
                <a:latin typeface="Arial"/>
                <a:cs typeface="Arial"/>
              </a:rPr>
              <a:t> </a:t>
            </a:r>
            <a:r>
              <a:rPr sz="2800" b="1" spc="-25" dirty="0" smtClean="0">
                <a:latin typeface="Arial"/>
                <a:cs typeface="Arial"/>
              </a:rPr>
              <a:t>w</a:t>
            </a:r>
            <a:r>
              <a:rPr sz="2800" b="1" spc="-35" dirty="0" smtClean="0">
                <a:latin typeface="Arial"/>
                <a:cs typeface="Arial"/>
              </a:rPr>
              <a:t>o</a:t>
            </a:r>
            <a:r>
              <a:rPr sz="2800" b="1" spc="-15" dirty="0" smtClean="0">
                <a:latin typeface="Arial"/>
                <a:cs typeface="Arial"/>
              </a:rPr>
              <a:t>rk</a:t>
            </a:r>
            <a:r>
              <a:rPr sz="2800" b="1" spc="15" dirty="0" smtClean="0">
                <a:latin typeface="Arial"/>
                <a:cs typeface="Arial"/>
              </a:rPr>
              <a:t> </a:t>
            </a:r>
            <a:r>
              <a:rPr sz="2800" b="1" spc="-15" dirty="0" smtClean="0">
                <a:latin typeface="Arial"/>
                <a:cs typeface="Arial"/>
              </a:rPr>
              <a:t>with</a:t>
            </a:r>
            <a:r>
              <a:rPr sz="2800" b="1" spc="-5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an</a:t>
            </a:r>
            <a:r>
              <a:rPr sz="2800" b="1" spc="-5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ev</a:t>
            </a:r>
            <a:r>
              <a:rPr sz="2800" b="1" spc="-15" dirty="0" smtClean="0">
                <a:latin typeface="Arial"/>
                <a:cs typeface="Arial"/>
              </a:rPr>
              <a:t>aluator for</a:t>
            </a:r>
            <a:r>
              <a:rPr sz="2800" b="1" spc="-5" dirty="0" smtClean="0">
                <a:latin typeface="Arial"/>
                <a:cs typeface="Arial"/>
              </a:rPr>
              <a:t> l</a:t>
            </a:r>
            <a:r>
              <a:rPr sz="2800" b="1" spc="-20" dirty="0" smtClean="0">
                <a:latin typeface="Arial"/>
                <a:cs typeface="Arial"/>
              </a:rPr>
              <a:t>anguage</a:t>
            </a:r>
            <a:r>
              <a:rPr sz="2800" b="1" spc="30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e</a:t>
            </a:r>
            <a:r>
              <a:rPr sz="2800" b="1" spc="-15" dirty="0" smtClean="0">
                <a:latin typeface="Arial"/>
                <a:cs typeface="Arial"/>
              </a:rPr>
              <a:t>xpressions</a:t>
            </a:r>
            <a:r>
              <a:rPr sz="2800" b="1" spc="25" dirty="0" smtClean="0">
                <a:latin typeface="Arial"/>
                <a:cs typeface="Arial"/>
              </a:rPr>
              <a:t> </a:t>
            </a:r>
            <a:r>
              <a:rPr sz="2800" b="1" spc="-10" dirty="0" smtClean="0">
                <a:latin typeface="Arial"/>
                <a:cs typeface="Arial"/>
              </a:rPr>
              <a:t>(l</a:t>
            </a:r>
            <a:r>
              <a:rPr sz="2800" b="1" spc="-5" dirty="0" smtClean="0">
                <a:latin typeface="Arial"/>
                <a:cs typeface="Arial"/>
              </a:rPr>
              <a:t>i</a:t>
            </a:r>
            <a:r>
              <a:rPr sz="2800" b="1" spc="-20" dirty="0" smtClean="0">
                <a:latin typeface="Arial"/>
                <a:cs typeface="Arial"/>
              </a:rPr>
              <a:t>ke</a:t>
            </a:r>
            <a:r>
              <a:rPr sz="2800" b="1" spc="-5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DrJ</a:t>
            </a:r>
            <a:r>
              <a:rPr sz="2800" b="1" spc="-15" dirty="0" smtClean="0">
                <a:latin typeface="Arial"/>
                <a:cs typeface="Arial"/>
              </a:rPr>
              <a:t>a</a:t>
            </a:r>
            <a:r>
              <a:rPr sz="2800" b="1" spc="-20" dirty="0" smtClean="0">
                <a:latin typeface="Arial"/>
                <a:cs typeface="Arial"/>
              </a:rPr>
              <a:t>v</a:t>
            </a:r>
            <a:r>
              <a:rPr sz="2800" b="1" spc="-15" dirty="0" smtClean="0">
                <a:latin typeface="Arial"/>
                <a:cs typeface="Arial"/>
              </a:rPr>
              <a:t>a</a:t>
            </a:r>
            <a:r>
              <a:rPr sz="2800" b="1" spc="-10" dirty="0" smtClean="0">
                <a:latin typeface="Arial"/>
                <a:cs typeface="Arial"/>
              </a:rPr>
              <a:t>,</a:t>
            </a:r>
            <a:r>
              <a:rPr sz="2800" b="1" spc="10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b</a:t>
            </a:r>
            <a:r>
              <a:rPr sz="2800" b="1" spc="-30" dirty="0" smtClean="0">
                <a:latin typeface="Arial"/>
                <a:cs typeface="Arial"/>
              </a:rPr>
              <a:t>u</a:t>
            </a:r>
            <a:r>
              <a:rPr sz="2800" b="1" spc="-10" dirty="0" smtClean="0">
                <a:latin typeface="Arial"/>
                <a:cs typeface="Arial"/>
              </a:rPr>
              <a:t>t</a:t>
            </a:r>
            <a:r>
              <a:rPr sz="2800" b="1" spc="-20" dirty="0" smtClean="0">
                <a:latin typeface="Arial"/>
                <a:cs typeface="Arial"/>
              </a:rPr>
              <a:t> more</a:t>
            </a:r>
            <a:r>
              <a:rPr sz="2800" b="1" spc="-5" dirty="0" smtClean="0">
                <a:latin typeface="Arial"/>
                <a:cs typeface="Arial"/>
              </a:rPr>
              <a:t> f</a:t>
            </a:r>
            <a:r>
              <a:rPr sz="2800" b="1" spc="-15" dirty="0" smtClean="0">
                <a:latin typeface="Arial"/>
                <a:cs typeface="Arial"/>
              </a:rPr>
              <a:t>le</a:t>
            </a:r>
            <a:r>
              <a:rPr sz="2800" b="1" spc="-10" dirty="0" smtClean="0">
                <a:latin typeface="Arial"/>
                <a:cs typeface="Arial"/>
              </a:rPr>
              <a:t>x</a:t>
            </a:r>
            <a:r>
              <a:rPr sz="2800" b="1" spc="-15" dirty="0" smtClean="0">
                <a:latin typeface="Arial"/>
                <a:cs typeface="Arial"/>
              </a:rPr>
              <a:t>ible)</a:t>
            </a:r>
            <a:endParaRPr sz="2800" dirty="0">
              <a:latin typeface="Arial"/>
              <a:cs typeface="Arial"/>
            </a:endParaRPr>
          </a:p>
          <a:p>
            <a:pPr marL="354965" indent="-342900">
              <a:lnSpc>
                <a:spcPct val="100000"/>
              </a:lnSpc>
              <a:spcBef>
                <a:spcPts val="85"/>
              </a:spcBef>
              <a:buClr>
                <a:srgbClr val="FF0000"/>
              </a:buClr>
              <a:buSzPct val="108928"/>
              <a:buFont typeface="Wingdings"/>
              <a:buChar char=""/>
              <a:tabLst>
                <a:tab pos="354965" algn="l"/>
              </a:tabLst>
            </a:pPr>
            <a:r>
              <a:rPr sz="2800" b="1" i="1" spc="-20" dirty="0" smtClean="0">
                <a:latin typeface="Arial"/>
                <a:cs typeface="Arial"/>
              </a:rPr>
              <a:t>Dynamical</a:t>
            </a:r>
            <a:r>
              <a:rPr sz="2800" b="1" i="1" spc="-5" dirty="0" smtClean="0">
                <a:latin typeface="Arial"/>
                <a:cs typeface="Arial"/>
              </a:rPr>
              <a:t>l</a:t>
            </a:r>
            <a:r>
              <a:rPr sz="2800" b="1" i="1" spc="-20" dirty="0" smtClean="0">
                <a:latin typeface="Arial"/>
                <a:cs typeface="Arial"/>
              </a:rPr>
              <a:t>y</a:t>
            </a:r>
            <a:r>
              <a:rPr sz="2800" b="1" i="1" spc="10" dirty="0" smtClean="0">
                <a:latin typeface="Arial"/>
                <a:cs typeface="Arial"/>
              </a:rPr>
              <a:t> </a:t>
            </a:r>
            <a:r>
              <a:rPr sz="2800" b="1" i="1" spc="-15" dirty="0" smtClean="0">
                <a:latin typeface="Arial"/>
                <a:cs typeface="Arial"/>
              </a:rPr>
              <a:t>type</a:t>
            </a:r>
            <a:r>
              <a:rPr sz="2800" b="1" i="1" spc="-10" dirty="0" smtClean="0">
                <a:latin typeface="Arial"/>
                <a:cs typeface="Arial"/>
              </a:rPr>
              <a:t>d</a:t>
            </a:r>
            <a:r>
              <a:rPr sz="2800" b="1" spc="-10" dirty="0" smtClean="0">
                <a:latin typeface="Arial"/>
                <a:cs typeface="Arial"/>
              </a:rPr>
              <a:t>:</a:t>
            </a:r>
            <a:r>
              <a:rPr sz="2800" b="1" spc="25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va</a:t>
            </a:r>
            <a:r>
              <a:rPr sz="2800" b="1" spc="-10" dirty="0" smtClean="0">
                <a:latin typeface="Arial"/>
                <a:cs typeface="Arial"/>
              </a:rPr>
              <a:t>r</a:t>
            </a:r>
            <a:r>
              <a:rPr sz="2800" b="1" spc="-15" dirty="0" smtClean="0">
                <a:latin typeface="Arial"/>
                <a:cs typeface="Arial"/>
              </a:rPr>
              <a:t>iables</a:t>
            </a:r>
            <a:r>
              <a:rPr sz="2800" b="1" spc="5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do n</a:t>
            </a:r>
            <a:r>
              <a:rPr sz="2800" b="1" spc="-35" dirty="0" smtClean="0">
                <a:latin typeface="Arial"/>
                <a:cs typeface="Arial"/>
              </a:rPr>
              <a:t>o</a:t>
            </a:r>
            <a:r>
              <a:rPr sz="2800" b="1" spc="-10" dirty="0" smtClean="0">
                <a:latin typeface="Arial"/>
                <a:cs typeface="Arial"/>
              </a:rPr>
              <a:t>t</a:t>
            </a:r>
            <a:r>
              <a:rPr sz="2800" b="1" spc="10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have</a:t>
            </a:r>
            <a:r>
              <a:rPr sz="2800" b="1" spc="15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a</a:t>
            </a:r>
            <a:endParaRPr sz="2800" dirty="0">
              <a:latin typeface="Arial"/>
              <a:cs typeface="Arial"/>
            </a:endParaRPr>
          </a:p>
          <a:p>
            <a:pPr marL="354965">
              <a:lnSpc>
                <a:spcPts val="2975"/>
              </a:lnSpc>
            </a:pPr>
            <a:r>
              <a:rPr sz="2800" b="1" spc="-20" dirty="0" smtClean="0">
                <a:latin typeface="Arial"/>
                <a:cs typeface="Arial"/>
              </a:rPr>
              <a:t>prede</a:t>
            </a:r>
            <a:r>
              <a:rPr sz="2800" b="1" spc="-5" dirty="0" smtClean="0">
                <a:latin typeface="Arial"/>
                <a:cs typeface="Arial"/>
              </a:rPr>
              <a:t>f</a:t>
            </a:r>
            <a:r>
              <a:rPr sz="2800" b="1" spc="-15" dirty="0" smtClean="0">
                <a:latin typeface="Arial"/>
                <a:cs typeface="Arial"/>
              </a:rPr>
              <a:t>ined</a:t>
            </a:r>
            <a:r>
              <a:rPr sz="2800" b="1" spc="20" dirty="0" smtClean="0">
                <a:latin typeface="Arial"/>
                <a:cs typeface="Arial"/>
              </a:rPr>
              <a:t> </a:t>
            </a:r>
            <a:r>
              <a:rPr sz="2800" b="1" spc="-10" dirty="0" smtClean="0">
                <a:latin typeface="Arial"/>
                <a:cs typeface="Arial"/>
              </a:rPr>
              <a:t>t</a:t>
            </a:r>
            <a:r>
              <a:rPr sz="2800" b="1" spc="-50" dirty="0" smtClean="0">
                <a:latin typeface="Arial"/>
                <a:cs typeface="Arial"/>
              </a:rPr>
              <a:t>y</a:t>
            </a:r>
            <a:r>
              <a:rPr sz="2800" b="1" spc="-20" dirty="0" smtClean="0">
                <a:latin typeface="Arial"/>
                <a:cs typeface="Arial"/>
              </a:rPr>
              <a:t>pe</a:t>
            </a:r>
            <a:endParaRPr sz="2800" dirty="0">
              <a:latin typeface="Arial"/>
              <a:cs typeface="Arial"/>
            </a:endParaRPr>
          </a:p>
          <a:p>
            <a:pPr marL="354965" indent="-342900">
              <a:lnSpc>
                <a:spcPct val="100000"/>
              </a:lnSpc>
              <a:spcBef>
                <a:spcPts val="85"/>
              </a:spcBef>
              <a:buClr>
                <a:srgbClr val="FF0000"/>
              </a:buClr>
              <a:buSzPct val="108928"/>
              <a:buFont typeface="Wingdings"/>
              <a:buChar char=""/>
              <a:tabLst>
                <a:tab pos="354965" algn="l"/>
              </a:tabLst>
            </a:pPr>
            <a:r>
              <a:rPr sz="2800" b="1" spc="-15" dirty="0" smtClean="0">
                <a:latin typeface="Arial"/>
                <a:cs typeface="Arial"/>
              </a:rPr>
              <a:t>Rich,</a:t>
            </a:r>
            <a:r>
              <a:rPr sz="2800" b="1" spc="-5" dirty="0" smtClean="0">
                <a:latin typeface="Arial"/>
                <a:cs typeface="Arial"/>
              </a:rPr>
              <a:t> </a:t>
            </a:r>
            <a:r>
              <a:rPr sz="2800" b="1" spc="-15" dirty="0" smtClean="0">
                <a:latin typeface="Arial"/>
                <a:cs typeface="Arial"/>
              </a:rPr>
              <a:t>buil</a:t>
            </a:r>
            <a:r>
              <a:rPr sz="2800" b="1" spc="0" dirty="0" smtClean="0">
                <a:latin typeface="Arial"/>
                <a:cs typeface="Arial"/>
              </a:rPr>
              <a:t>t</a:t>
            </a:r>
            <a:r>
              <a:rPr sz="2800" b="1" spc="-5" dirty="0" smtClean="0">
                <a:latin typeface="Arial"/>
                <a:cs typeface="Arial"/>
              </a:rPr>
              <a:t>-</a:t>
            </a:r>
            <a:r>
              <a:rPr sz="2800" b="1" spc="-15" dirty="0" smtClean="0">
                <a:latin typeface="Arial"/>
                <a:cs typeface="Arial"/>
              </a:rPr>
              <a:t>in</a:t>
            </a:r>
            <a:r>
              <a:rPr sz="2800" b="1" spc="10" dirty="0" smtClean="0">
                <a:latin typeface="Arial"/>
                <a:cs typeface="Arial"/>
              </a:rPr>
              <a:t> </a:t>
            </a:r>
            <a:r>
              <a:rPr sz="2800" b="1" spc="-15" dirty="0" smtClean="0">
                <a:latin typeface="Arial"/>
                <a:cs typeface="Arial"/>
              </a:rPr>
              <a:t>colle</a:t>
            </a:r>
            <a:r>
              <a:rPr sz="2800" b="1" spc="-20" dirty="0" smtClean="0">
                <a:latin typeface="Arial"/>
                <a:cs typeface="Arial"/>
              </a:rPr>
              <a:t>c</a:t>
            </a:r>
            <a:r>
              <a:rPr sz="2800" b="1" spc="-5" dirty="0" smtClean="0">
                <a:latin typeface="Arial"/>
                <a:cs typeface="Arial"/>
              </a:rPr>
              <a:t>t</a:t>
            </a:r>
            <a:r>
              <a:rPr sz="2800" b="1" spc="-15" dirty="0" smtClean="0">
                <a:latin typeface="Arial"/>
                <a:cs typeface="Arial"/>
              </a:rPr>
              <a:t>ion </a:t>
            </a:r>
            <a:r>
              <a:rPr sz="2800" b="1" spc="-10" dirty="0" smtClean="0">
                <a:latin typeface="Arial"/>
                <a:cs typeface="Arial"/>
              </a:rPr>
              <a:t>t</a:t>
            </a:r>
            <a:r>
              <a:rPr sz="2800" b="1" spc="-50" dirty="0" smtClean="0">
                <a:latin typeface="Arial"/>
                <a:cs typeface="Arial"/>
              </a:rPr>
              <a:t>y</a:t>
            </a:r>
            <a:r>
              <a:rPr sz="2800" b="1" spc="-15" dirty="0" smtClean="0">
                <a:latin typeface="Arial"/>
                <a:cs typeface="Arial"/>
              </a:rPr>
              <a:t>pes:</a:t>
            </a:r>
            <a:endParaRPr sz="28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756285" algn="l"/>
              </a:tabLst>
            </a:pPr>
            <a:r>
              <a:rPr sz="2400" dirty="0" smtClean="0">
                <a:latin typeface="Arial"/>
                <a:cs typeface="Arial"/>
              </a:rPr>
              <a:t>L</a:t>
            </a:r>
            <a:r>
              <a:rPr sz="2400" spc="-10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sts</a:t>
            </a:r>
            <a:endParaRPr sz="24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0"/>
              </a:spcBef>
              <a:buClr>
                <a:srgbClr val="FF0000"/>
              </a:buClr>
              <a:buSzPct val="110416"/>
              <a:buFont typeface="Wingdings"/>
              <a:buChar char=""/>
              <a:tabLst>
                <a:tab pos="756285" algn="l"/>
              </a:tabLst>
            </a:pPr>
            <a:r>
              <a:rPr sz="2400" dirty="0" smtClean="0">
                <a:latin typeface="Arial"/>
                <a:cs typeface="Arial"/>
              </a:rPr>
              <a:t>Tu</a:t>
            </a:r>
            <a:r>
              <a:rPr sz="2400" spc="-10" dirty="0" smtClean="0">
                <a:latin typeface="Arial"/>
                <a:cs typeface="Arial"/>
              </a:rPr>
              <a:t>p</a:t>
            </a:r>
            <a:r>
              <a:rPr sz="2400" spc="0" dirty="0" smtClean="0">
                <a:latin typeface="Arial"/>
                <a:cs typeface="Arial"/>
              </a:rPr>
              <a:t>l</a:t>
            </a:r>
            <a:r>
              <a:rPr sz="2400" spc="-10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s</a:t>
            </a:r>
            <a:endParaRPr sz="24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5"/>
              </a:spcBef>
              <a:buClr>
                <a:srgbClr val="FF0000"/>
              </a:buClr>
              <a:buSzPct val="110416"/>
              <a:buFont typeface="Wingdings"/>
              <a:buChar char=""/>
              <a:tabLst>
                <a:tab pos="756285" algn="l"/>
              </a:tabLst>
            </a:pPr>
            <a:r>
              <a:rPr sz="2400" dirty="0" smtClean="0">
                <a:latin typeface="Arial"/>
                <a:cs typeface="Arial"/>
              </a:rPr>
              <a:t>D</a:t>
            </a:r>
            <a:r>
              <a:rPr sz="2400" spc="-10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ction</a:t>
            </a:r>
            <a:r>
              <a:rPr sz="2400" spc="-10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ries</a:t>
            </a:r>
            <a:r>
              <a:rPr sz="2400" spc="35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(</a:t>
            </a:r>
            <a:r>
              <a:rPr sz="2400" spc="5" dirty="0" smtClean="0">
                <a:latin typeface="Arial"/>
                <a:cs typeface="Arial"/>
              </a:rPr>
              <a:t>m</a:t>
            </a:r>
            <a:r>
              <a:rPr sz="2400" spc="0" dirty="0" smtClean="0">
                <a:latin typeface="Arial"/>
                <a:cs typeface="Arial"/>
              </a:rPr>
              <a:t>aps)</a:t>
            </a:r>
            <a:endParaRPr sz="2400" dirty="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5"/>
              </a:spcBef>
              <a:buClr>
                <a:srgbClr val="FF0000"/>
              </a:buClr>
              <a:buSzPct val="110416"/>
              <a:buFont typeface="Wingdings"/>
              <a:buChar char=""/>
              <a:tabLst>
                <a:tab pos="756285" algn="l"/>
              </a:tabLst>
            </a:pPr>
            <a:r>
              <a:rPr sz="2400" dirty="0" smtClean="0">
                <a:latin typeface="Arial"/>
                <a:cs typeface="Arial"/>
              </a:rPr>
              <a:t>S</a:t>
            </a:r>
            <a:r>
              <a:rPr sz="2400" spc="-10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ts</a:t>
            </a:r>
            <a:endParaRPr sz="2400" dirty="0">
              <a:latin typeface="Arial"/>
              <a:cs typeface="Arial"/>
            </a:endParaRPr>
          </a:p>
          <a:p>
            <a:pPr marL="354965" indent="-342900">
              <a:lnSpc>
                <a:spcPct val="100000"/>
              </a:lnSpc>
              <a:spcBef>
                <a:spcPts val="30"/>
              </a:spcBef>
              <a:buClr>
                <a:srgbClr val="FF0000"/>
              </a:buClr>
              <a:buSzPct val="108928"/>
              <a:buFont typeface="Wingdings"/>
              <a:buChar char=""/>
              <a:tabLst>
                <a:tab pos="354965" algn="l"/>
              </a:tabLst>
            </a:pPr>
            <a:r>
              <a:rPr sz="2800" b="1" spc="-20" dirty="0" smtClean="0">
                <a:latin typeface="Arial"/>
                <a:cs typeface="Arial"/>
              </a:rPr>
              <a:t>Co</a:t>
            </a:r>
            <a:r>
              <a:rPr sz="2800" b="1" spc="-35" dirty="0" smtClean="0">
                <a:latin typeface="Arial"/>
                <a:cs typeface="Arial"/>
              </a:rPr>
              <a:t>n</a:t>
            </a:r>
            <a:r>
              <a:rPr sz="2800" b="1" spc="-15" dirty="0" smtClean="0">
                <a:latin typeface="Arial"/>
                <a:cs typeface="Arial"/>
              </a:rPr>
              <a:t>ci</a:t>
            </a:r>
            <a:r>
              <a:rPr sz="2800" b="1" spc="-10" dirty="0" smtClean="0">
                <a:latin typeface="Arial"/>
                <a:cs typeface="Arial"/>
              </a:rPr>
              <a:t>s</a:t>
            </a:r>
            <a:r>
              <a:rPr sz="2800" b="1" spc="-20" dirty="0" smtClean="0">
                <a:latin typeface="Arial"/>
                <a:cs typeface="Arial"/>
              </a:rPr>
              <a:t>e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ts val="1300"/>
              </a:lnSpc>
              <a:spcBef>
                <a:spcPts val="23"/>
              </a:spcBef>
            </a:pPr>
            <a:endParaRPr sz="1300" dirty="0"/>
          </a:p>
          <a:p>
            <a:pPr marR="2137410" algn="r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3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35331" rIns="0" bIns="0" rtlCol="0">
            <a:noAutofit/>
          </a:bodyPr>
          <a:lstStyle/>
          <a:p>
            <a:pPr marL="307340">
              <a:lnSpc>
                <a:spcPct val="100000"/>
              </a:lnSpc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Python</a:t>
            </a:r>
            <a:endParaRPr sz="3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4054" y="1410080"/>
            <a:ext cx="7529830" cy="51682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4965" indent="-342900">
              <a:lnSpc>
                <a:spcPct val="100000"/>
              </a:lnSpc>
              <a:buClr>
                <a:srgbClr val="FF0000"/>
              </a:buClr>
              <a:buSzPct val="108928"/>
              <a:buFont typeface="Wingdings"/>
              <a:buChar char=""/>
              <a:tabLst>
                <a:tab pos="354965" algn="l"/>
              </a:tabLst>
            </a:pPr>
            <a:r>
              <a:rPr sz="2800" b="1" i="1" spc="-15" dirty="0" smtClean="0">
                <a:latin typeface="Arial"/>
                <a:cs typeface="Arial"/>
              </a:rPr>
              <a:t>In</a:t>
            </a:r>
            <a:r>
              <a:rPr sz="2800" b="1" i="1" spc="-30" dirty="0" smtClean="0">
                <a:latin typeface="Arial"/>
                <a:cs typeface="Arial"/>
              </a:rPr>
              <a:t>d</a:t>
            </a:r>
            <a:r>
              <a:rPr sz="2800" b="1" i="1" spc="-15" dirty="0" smtClean="0">
                <a:latin typeface="Arial"/>
                <a:cs typeface="Arial"/>
              </a:rPr>
              <a:t>enta</a:t>
            </a:r>
            <a:r>
              <a:rPr sz="2800" b="1" i="1" spc="-5" dirty="0" smtClean="0">
                <a:latin typeface="Arial"/>
                <a:cs typeface="Arial"/>
              </a:rPr>
              <a:t>t</a:t>
            </a:r>
            <a:r>
              <a:rPr sz="2800" b="1" i="1" spc="-15" dirty="0" smtClean="0">
                <a:latin typeface="Arial"/>
                <a:cs typeface="Arial"/>
              </a:rPr>
              <a:t>ion</a:t>
            </a:r>
            <a:r>
              <a:rPr sz="2800" b="1" i="1" spc="25" dirty="0" smtClean="0">
                <a:latin typeface="Arial"/>
                <a:cs typeface="Arial"/>
              </a:rPr>
              <a:t> </a:t>
            </a:r>
            <a:r>
              <a:rPr sz="2800" b="1" i="1" spc="-15" dirty="0" smtClean="0">
                <a:latin typeface="Arial"/>
                <a:cs typeface="Arial"/>
              </a:rPr>
              <a:t>inste</a:t>
            </a:r>
            <a:r>
              <a:rPr sz="2800" b="1" i="1" spc="-20" dirty="0" smtClean="0">
                <a:latin typeface="Arial"/>
                <a:cs typeface="Arial"/>
              </a:rPr>
              <a:t>ad</a:t>
            </a:r>
            <a:r>
              <a:rPr sz="2800" b="1" i="1" spc="5" dirty="0" smtClean="0">
                <a:latin typeface="Arial"/>
                <a:cs typeface="Arial"/>
              </a:rPr>
              <a:t> </a:t>
            </a:r>
            <a:r>
              <a:rPr sz="2800" b="1" i="1" spc="-15" dirty="0" smtClean="0">
                <a:latin typeface="Arial"/>
                <a:cs typeface="Arial"/>
              </a:rPr>
              <a:t>of</a:t>
            </a:r>
            <a:r>
              <a:rPr sz="2800" b="1" i="1" spc="5" dirty="0" smtClean="0">
                <a:latin typeface="Arial"/>
                <a:cs typeface="Arial"/>
              </a:rPr>
              <a:t> </a:t>
            </a:r>
            <a:r>
              <a:rPr sz="2800" b="1" i="1" spc="-15" dirty="0" smtClean="0">
                <a:latin typeface="Arial"/>
                <a:cs typeface="Arial"/>
              </a:rPr>
              <a:t>brace</a:t>
            </a:r>
            <a:r>
              <a:rPr sz="2800" b="1" i="1" spc="-20" dirty="0" smtClean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  <a:p>
            <a:pPr marL="354965" indent="-342900">
              <a:lnSpc>
                <a:spcPct val="100000"/>
              </a:lnSpc>
              <a:spcBef>
                <a:spcPts val="35"/>
              </a:spcBef>
              <a:buClr>
                <a:srgbClr val="FF0000"/>
              </a:buClr>
              <a:buSzPct val="108928"/>
              <a:buFont typeface="Wingdings"/>
              <a:buChar char=""/>
              <a:tabLst>
                <a:tab pos="354965" algn="l"/>
              </a:tabLst>
            </a:pPr>
            <a:r>
              <a:rPr sz="2800" b="1" spc="-20" dirty="0" smtClean="0">
                <a:latin typeface="Arial"/>
                <a:cs typeface="Arial"/>
              </a:rPr>
              <a:t>Sev</a:t>
            </a:r>
            <a:r>
              <a:rPr sz="2800" b="1" spc="-15" dirty="0" smtClean="0">
                <a:latin typeface="Arial"/>
                <a:cs typeface="Arial"/>
              </a:rPr>
              <a:t>era</a:t>
            </a:r>
            <a:r>
              <a:rPr sz="2800" b="1" spc="-10" dirty="0" smtClean="0">
                <a:latin typeface="Arial"/>
                <a:cs typeface="Arial"/>
              </a:rPr>
              <a:t>l</a:t>
            </a:r>
            <a:r>
              <a:rPr sz="2800" b="1" spc="-5" dirty="0" smtClean="0">
                <a:latin typeface="Arial"/>
                <a:cs typeface="Arial"/>
              </a:rPr>
              <a:t> </a:t>
            </a:r>
            <a:r>
              <a:rPr sz="2800" b="1" spc="-15" dirty="0" smtClean="0">
                <a:latin typeface="Arial"/>
                <a:cs typeface="Arial"/>
              </a:rPr>
              <a:t>s</a:t>
            </a:r>
            <a:r>
              <a:rPr sz="2800" b="1" spc="-20" dirty="0" smtClean="0">
                <a:latin typeface="Arial"/>
                <a:cs typeface="Arial"/>
              </a:rPr>
              <a:t>equence</a:t>
            </a:r>
            <a:r>
              <a:rPr sz="2800" b="1" spc="40" dirty="0" smtClean="0">
                <a:latin typeface="Arial"/>
                <a:cs typeface="Arial"/>
              </a:rPr>
              <a:t> </a:t>
            </a:r>
            <a:r>
              <a:rPr sz="2800" b="1" spc="-10" dirty="0" smtClean="0">
                <a:latin typeface="Arial"/>
                <a:cs typeface="Arial"/>
              </a:rPr>
              <a:t>t</a:t>
            </a:r>
            <a:r>
              <a:rPr sz="2800" b="1" spc="-50" dirty="0" smtClean="0">
                <a:latin typeface="Arial"/>
                <a:cs typeface="Arial"/>
              </a:rPr>
              <a:t>y</a:t>
            </a:r>
            <a:r>
              <a:rPr sz="2800" b="1" spc="-20" dirty="0" smtClean="0">
                <a:latin typeface="Arial"/>
                <a:cs typeface="Arial"/>
              </a:rPr>
              <a:t>pes</a:t>
            </a:r>
            <a:endParaRPr sz="2800">
              <a:latin typeface="Arial"/>
              <a:cs typeface="Arial"/>
            </a:endParaRPr>
          </a:p>
          <a:p>
            <a:pPr marL="756285" lvl="1" indent="-287020">
              <a:lnSpc>
                <a:spcPts val="3075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756285" algn="l"/>
              </a:tabLst>
            </a:pPr>
            <a:r>
              <a:rPr sz="2400" dirty="0" smtClean="0">
                <a:latin typeface="Arial"/>
                <a:cs typeface="Arial"/>
              </a:rPr>
              <a:t>Strings </a:t>
            </a:r>
            <a:r>
              <a:rPr sz="2400" b="1" dirty="0" smtClean="0">
                <a:solidFill>
                  <a:srgbClr val="C0C0C0"/>
                </a:solidFill>
                <a:latin typeface="Courier New"/>
                <a:cs typeface="Courier New"/>
              </a:rPr>
              <a:t>’…’</a:t>
            </a:r>
            <a:r>
              <a:rPr sz="2400" dirty="0" smtClean="0">
                <a:latin typeface="Arial"/>
                <a:cs typeface="Arial"/>
              </a:rPr>
              <a:t>:</a:t>
            </a:r>
            <a:r>
              <a:rPr sz="2400" spc="-15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made of characters, </a:t>
            </a:r>
            <a:r>
              <a:rPr sz="2400" spc="-15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m</a:t>
            </a:r>
            <a:r>
              <a:rPr sz="2400" spc="5" dirty="0" smtClean="0">
                <a:latin typeface="Arial"/>
                <a:cs typeface="Arial"/>
              </a:rPr>
              <a:t>m</a:t>
            </a:r>
            <a:r>
              <a:rPr sz="2400" spc="0" dirty="0" smtClean="0">
                <a:latin typeface="Arial"/>
                <a:cs typeface="Arial"/>
              </a:rPr>
              <a:t>utable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ts val="317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756285" algn="l"/>
              </a:tabLst>
            </a:pPr>
            <a:r>
              <a:rPr sz="2400" dirty="0" smtClean="0">
                <a:latin typeface="Arial"/>
                <a:cs typeface="Arial"/>
              </a:rPr>
              <a:t>L</a:t>
            </a:r>
            <a:r>
              <a:rPr sz="2400" spc="-10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sts</a:t>
            </a:r>
            <a:r>
              <a:rPr sz="2400" spc="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[…</a:t>
            </a:r>
            <a:r>
              <a:rPr sz="24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]</a:t>
            </a:r>
            <a:r>
              <a:rPr sz="2400" spc="0" dirty="0" smtClean="0">
                <a:latin typeface="Arial"/>
                <a:cs typeface="Arial"/>
              </a:rPr>
              <a:t>:</a:t>
            </a:r>
            <a:r>
              <a:rPr sz="2400" spc="-3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made</a:t>
            </a:r>
            <a:r>
              <a:rPr sz="2400" spc="5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of</a:t>
            </a:r>
            <a:r>
              <a:rPr sz="2400" spc="-1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a</a:t>
            </a:r>
            <a:r>
              <a:rPr sz="2400" spc="-10" dirty="0" smtClean="0">
                <a:latin typeface="Arial"/>
                <a:cs typeface="Arial"/>
              </a:rPr>
              <a:t>n</a:t>
            </a:r>
            <a:r>
              <a:rPr sz="2400" spc="0" dirty="0" smtClean="0">
                <a:latin typeface="Arial"/>
                <a:cs typeface="Arial"/>
              </a:rPr>
              <a:t>ythi</a:t>
            </a:r>
            <a:r>
              <a:rPr sz="2400" spc="-10" dirty="0" smtClean="0">
                <a:latin typeface="Arial"/>
                <a:cs typeface="Arial"/>
              </a:rPr>
              <a:t>n</a:t>
            </a:r>
            <a:r>
              <a:rPr sz="2400" spc="0" dirty="0" smtClean="0">
                <a:latin typeface="Arial"/>
                <a:cs typeface="Arial"/>
              </a:rPr>
              <a:t>g, mutab</a:t>
            </a:r>
            <a:r>
              <a:rPr sz="2400" spc="-15" dirty="0" smtClean="0">
                <a:latin typeface="Arial"/>
                <a:cs typeface="Arial"/>
              </a:rPr>
              <a:t>l</a:t>
            </a:r>
            <a:r>
              <a:rPr sz="2400" spc="0" dirty="0" smtClean="0"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0"/>
              </a:spcBef>
              <a:buClr>
                <a:srgbClr val="FF0000"/>
              </a:buClr>
              <a:buSzPct val="110416"/>
              <a:buFont typeface="Wingdings"/>
              <a:buChar char=""/>
              <a:tabLst>
                <a:tab pos="756285" algn="l"/>
              </a:tabLst>
            </a:pPr>
            <a:r>
              <a:rPr sz="2400" i="1" dirty="0" smtClean="0">
                <a:latin typeface="Arial"/>
                <a:cs typeface="Arial"/>
              </a:rPr>
              <a:t>Tu</a:t>
            </a:r>
            <a:r>
              <a:rPr sz="2400" i="1" spc="-10" dirty="0" smtClean="0">
                <a:latin typeface="Arial"/>
                <a:cs typeface="Arial"/>
              </a:rPr>
              <a:t>p</a:t>
            </a:r>
            <a:r>
              <a:rPr sz="2400" i="1" spc="0" dirty="0" smtClean="0">
                <a:latin typeface="Arial"/>
                <a:cs typeface="Arial"/>
              </a:rPr>
              <a:t>l</a:t>
            </a:r>
            <a:r>
              <a:rPr sz="2400" i="1" spc="-10" dirty="0" smtClean="0">
                <a:latin typeface="Arial"/>
                <a:cs typeface="Arial"/>
              </a:rPr>
              <a:t>e</a:t>
            </a:r>
            <a:r>
              <a:rPr sz="2400" i="1" spc="0" dirty="0" smtClean="0">
                <a:latin typeface="Arial"/>
                <a:cs typeface="Arial"/>
              </a:rPr>
              <a:t>s</a:t>
            </a:r>
            <a:r>
              <a:rPr sz="2400" i="1" spc="15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(…)</a:t>
            </a:r>
            <a:r>
              <a:rPr sz="2400" b="1" i="1" spc="-780" dirty="0" smtClean="0">
                <a:solidFill>
                  <a:srgbClr val="C0C0C0"/>
                </a:solidFill>
                <a:latin typeface="Courier New"/>
                <a:cs typeface="Courier New"/>
              </a:rPr>
              <a:t> </a:t>
            </a:r>
            <a:r>
              <a:rPr sz="2400" i="1" spc="0" dirty="0" smtClean="0">
                <a:latin typeface="Arial"/>
                <a:cs typeface="Arial"/>
              </a:rPr>
              <a:t>:</a:t>
            </a:r>
            <a:r>
              <a:rPr sz="2400" i="1" spc="-15" dirty="0" smtClean="0">
                <a:latin typeface="Arial"/>
                <a:cs typeface="Arial"/>
              </a:rPr>
              <a:t> </a:t>
            </a:r>
            <a:r>
              <a:rPr sz="2400" i="1" spc="-20" dirty="0" smtClean="0">
                <a:latin typeface="Arial"/>
                <a:cs typeface="Arial"/>
              </a:rPr>
              <a:t>m</a:t>
            </a:r>
            <a:r>
              <a:rPr sz="2400" i="1" spc="0" dirty="0" smtClean="0">
                <a:latin typeface="Arial"/>
                <a:cs typeface="Arial"/>
              </a:rPr>
              <a:t>ade</a:t>
            </a:r>
            <a:r>
              <a:rPr sz="2400" i="1" spc="30" dirty="0" smtClean="0">
                <a:latin typeface="Arial"/>
                <a:cs typeface="Arial"/>
              </a:rPr>
              <a:t> </a:t>
            </a:r>
            <a:r>
              <a:rPr sz="2400" i="1" spc="0" dirty="0" smtClean="0">
                <a:latin typeface="Arial"/>
                <a:cs typeface="Arial"/>
              </a:rPr>
              <a:t>of</a:t>
            </a:r>
            <a:r>
              <a:rPr sz="2400" i="1" spc="-20" dirty="0" smtClean="0">
                <a:latin typeface="Arial"/>
                <a:cs typeface="Arial"/>
              </a:rPr>
              <a:t> </a:t>
            </a:r>
            <a:r>
              <a:rPr sz="2400" i="1" spc="0" dirty="0" smtClean="0">
                <a:latin typeface="Arial"/>
                <a:cs typeface="Arial"/>
              </a:rPr>
              <a:t>anyth</a:t>
            </a:r>
            <a:r>
              <a:rPr sz="2400" i="1" spc="-10" dirty="0" smtClean="0">
                <a:latin typeface="Arial"/>
                <a:cs typeface="Arial"/>
              </a:rPr>
              <a:t>i</a:t>
            </a:r>
            <a:r>
              <a:rPr sz="2400" i="1" spc="0" dirty="0" smtClean="0">
                <a:latin typeface="Arial"/>
                <a:cs typeface="Arial"/>
              </a:rPr>
              <a:t>ng,</a:t>
            </a:r>
            <a:r>
              <a:rPr sz="2400" i="1" spc="10" dirty="0" smtClean="0">
                <a:latin typeface="Arial"/>
                <a:cs typeface="Arial"/>
              </a:rPr>
              <a:t> </a:t>
            </a:r>
            <a:r>
              <a:rPr sz="2400" i="1" spc="0" dirty="0" smtClean="0">
                <a:latin typeface="Arial"/>
                <a:cs typeface="Arial"/>
              </a:rPr>
              <a:t>i</a:t>
            </a:r>
            <a:r>
              <a:rPr sz="2400" i="1" spc="-25" dirty="0" smtClean="0">
                <a:latin typeface="Arial"/>
                <a:cs typeface="Arial"/>
              </a:rPr>
              <a:t>m</a:t>
            </a:r>
            <a:r>
              <a:rPr sz="2400" i="1" spc="-20" dirty="0" smtClean="0">
                <a:latin typeface="Arial"/>
                <a:cs typeface="Arial"/>
              </a:rPr>
              <a:t>m</a:t>
            </a:r>
            <a:r>
              <a:rPr sz="2400" i="1" spc="0" dirty="0" smtClean="0">
                <a:latin typeface="Arial"/>
                <a:cs typeface="Arial"/>
              </a:rPr>
              <a:t>uta</a:t>
            </a:r>
            <a:r>
              <a:rPr sz="2400" i="1" spc="5" dirty="0" smtClean="0">
                <a:latin typeface="Arial"/>
                <a:cs typeface="Arial"/>
              </a:rPr>
              <a:t>b</a:t>
            </a:r>
            <a:r>
              <a:rPr sz="2400" i="1" spc="0" dirty="0" smtClean="0">
                <a:latin typeface="Arial"/>
                <a:cs typeface="Arial"/>
              </a:rPr>
              <a:t>le</a:t>
            </a:r>
            <a:endParaRPr sz="2400">
              <a:latin typeface="Arial"/>
              <a:cs typeface="Arial"/>
            </a:endParaRPr>
          </a:p>
          <a:p>
            <a:pPr marL="354965" indent="-342900">
              <a:lnSpc>
                <a:spcPct val="100000"/>
              </a:lnSpc>
              <a:spcBef>
                <a:spcPts val="135"/>
              </a:spcBef>
              <a:buClr>
                <a:srgbClr val="FF0000"/>
              </a:buClr>
              <a:buSzPct val="108928"/>
              <a:buFont typeface="Wingdings"/>
              <a:buChar char=""/>
              <a:tabLst>
                <a:tab pos="354965" algn="l"/>
              </a:tabLst>
            </a:pPr>
            <a:r>
              <a:rPr sz="2800" b="1" i="1" spc="-20" dirty="0" smtClean="0">
                <a:latin typeface="Arial"/>
                <a:cs typeface="Arial"/>
              </a:rPr>
              <a:t>P</a:t>
            </a:r>
            <a:r>
              <a:rPr sz="2800" b="1" i="1" spc="-30" dirty="0" smtClean="0">
                <a:latin typeface="Arial"/>
                <a:cs typeface="Arial"/>
              </a:rPr>
              <a:t>o</a:t>
            </a:r>
            <a:r>
              <a:rPr sz="2800" b="1" i="1" spc="-20" dirty="0" smtClean="0">
                <a:latin typeface="Arial"/>
                <a:cs typeface="Arial"/>
              </a:rPr>
              <a:t>wer</a:t>
            </a:r>
            <a:r>
              <a:rPr sz="2800" b="1" i="1" spc="-5" dirty="0" smtClean="0">
                <a:latin typeface="Arial"/>
                <a:cs typeface="Arial"/>
              </a:rPr>
              <a:t>f</a:t>
            </a:r>
            <a:r>
              <a:rPr sz="2800" b="1" i="1" spc="-15" dirty="0" smtClean="0">
                <a:latin typeface="Arial"/>
                <a:cs typeface="Arial"/>
              </a:rPr>
              <a:t>ul</a:t>
            </a:r>
            <a:r>
              <a:rPr sz="2800" b="1" i="1" spc="10" dirty="0" smtClean="0">
                <a:latin typeface="Arial"/>
                <a:cs typeface="Arial"/>
              </a:rPr>
              <a:t> </a:t>
            </a:r>
            <a:r>
              <a:rPr sz="2800" b="1" i="1" spc="-20" dirty="0" smtClean="0">
                <a:latin typeface="Arial"/>
                <a:cs typeface="Arial"/>
              </a:rPr>
              <a:t>subsc</a:t>
            </a:r>
            <a:r>
              <a:rPr sz="2800" b="1" i="1" spc="-10" dirty="0" smtClean="0">
                <a:latin typeface="Arial"/>
                <a:cs typeface="Arial"/>
              </a:rPr>
              <a:t>r</a:t>
            </a:r>
            <a:r>
              <a:rPr sz="2800" b="1" i="1" spc="-15" dirty="0" smtClean="0">
                <a:latin typeface="Arial"/>
                <a:cs typeface="Arial"/>
              </a:rPr>
              <a:t>ipting</a:t>
            </a:r>
            <a:r>
              <a:rPr sz="2800" b="1" i="1" spc="30" dirty="0" smtClean="0">
                <a:latin typeface="Arial"/>
                <a:cs typeface="Arial"/>
              </a:rPr>
              <a:t> </a:t>
            </a:r>
            <a:r>
              <a:rPr sz="2800" b="1" i="1" spc="-10" dirty="0" smtClean="0">
                <a:latin typeface="Arial"/>
                <a:cs typeface="Arial"/>
              </a:rPr>
              <a:t>(</a:t>
            </a:r>
            <a:r>
              <a:rPr sz="2800" b="1" i="1" spc="-15" dirty="0" smtClean="0">
                <a:latin typeface="Arial"/>
                <a:cs typeface="Arial"/>
              </a:rPr>
              <a:t>s</a:t>
            </a:r>
            <a:r>
              <a:rPr sz="2800" b="1" i="1" spc="-10" dirty="0" smtClean="0">
                <a:latin typeface="Arial"/>
                <a:cs typeface="Arial"/>
              </a:rPr>
              <a:t>li</a:t>
            </a:r>
            <a:r>
              <a:rPr sz="2800" b="1" i="1" spc="-15" dirty="0" smtClean="0">
                <a:latin typeface="Arial"/>
                <a:cs typeface="Arial"/>
              </a:rPr>
              <a:t>cing)</a:t>
            </a:r>
            <a:endParaRPr sz="2800">
              <a:latin typeface="Arial"/>
              <a:cs typeface="Arial"/>
            </a:endParaRPr>
          </a:p>
          <a:p>
            <a:pPr marL="354965" indent="-342900">
              <a:lnSpc>
                <a:spcPct val="100000"/>
              </a:lnSpc>
              <a:spcBef>
                <a:spcPts val="35"/>
              </a:spcBef>
              <a:buClr>
                <a:srgbClr val="FF0000"/>
              </a:buClr>
              <a:buSzPct val="108928"/>
              <a:buFont typeface="Wingdings"/>
              <a:buChar char=""/>
              <a:tabLst>
                <a:tab pos="354965" algn="l"/>
              </a:tabLst>
            </a:pPr>
            <a:r>
              <a:rPr sz="2800" b="1" i="1" spc="-20" dirty="0" smtClean="0">
                <a:latin typeface="Arial"/>
                <a:cs typeface="Arial"/>
              </a:rPr>
              <a:t>F</a:t>
            </a:r>
            <a:r>
              <a:rPr sz="2800" b="1" i="1" spc="-35" dirty="0" smtClean="0">
                <a:latin typeface="Arial"/>
                <a:cs typeface="Arial"/>
              </a:rPr>
              <a:t>u</a:t>
            </a:r>
            <a:r>
              <a:rPr sz="2800" b="1" i="1" spc="-15" dirty="0" smtClean="0">
                <a:latin typeface="Arial"/>
                <a:cs typeface="Arial"/>
              </a:rPr>
              <a:t>nctions</a:t>
            </a:r>
            <a:r>
              <a:rPr sz="2800" b="1" i="1" spc="30" dirty="0" smtClean="0">
                <a:latin typeface="Arial"/>
                <a:cs typeface="Arial"/>
              </a:rPr>
              <a:t> </a:t>
            </a:r>
            <a:r>
              <a:rPr sz="2800" b="1" i="1" spc="-15" dirty="0" smtClean="0">
                <a:latin typeface="Arial"/>
                <a:cs typeface="Arial"/>
              </a:rPr>
              <a:t>are</a:t>
            </a:r>
            <a:r>
              <a:rPr sz="2800" b="1" i="1" spc="5" dirty="0" smtClean="0">
                <a:latin typeface="Arial"/>
                <a:cs typeface="Arial"/>
              </a:rPr>
              <a:t> </a:t>
            </a:r>
            <a:r>
              <a:rPr sz="2800" b="1" i="1" spc="-15" dirty="0" smtClean="0">
                <a:latin typeface="Arial"/>
                <a:cs typeface="Arial"/>
              </a:rPr>
              <a:t>inde</a:t>
            </a:r>
            <a:r>
              <a:rPr sz="2800" b="1" i="1" spc="-30" dirty="0" smtClean="0">
                <a:latin typeface="Arial"/>
                <a:cs typeface="Arial"/>
              </a:rPr>
              <a:t>p</a:t>
            </a:r>
            <a:r>
              <a:rPr sz="2800" b="1" i="1" spc="-20" dirty="0" smtClean="0">
                <a:latin typeface="Arial"/>
                <a:cs typeface="Arial"/>
              </a:rPr>
              <a:t>ende</a:t>
            </a:r>
            <a:r>
              <a:rPr sz="2800" b="1" i="1" spc="-30" dirty="0" smtClean="0">
                <a:latin typeface="Arial"/>
                <a:cs typeface="Arial"/>
              </a:rPr>
              <a:t>n</a:t>
            </a:r>
            <a:r>
              <a:rPr sz="2800" b="1" i="1" spc="-10" dirty="0" smtClean="0">
                <a:latin typeface="Arial"/>
                <a:cs typeface="Arial"/>
              </a:rPr>
              <a:t>t</a:t>
            </a:r>
            <a:r>
              <a:rPr sz="2800" b="1" i="1" spc="50" dirty="0" smtClean="0">
                <a:latin typeface="Arial"/>
                <a:cs typeface="Arial"/>
              </a:rPr>
              <a:t> </a:t>
            </a:r>
            <a:r>
              <a:rPr sz="2800" b="1" i="1" spc="-15" dirty="0" smtClean="0">
                <a:latin typeface="Arial"/>
                <a:cs typeface="Arial"/>
              </a:rPr>
              <a:t>enti</a:t>
            </a:r>
            <a:r>
              <a:rPr sz="2800" b="1" i="1" spc="-5" dirty="0" smtClean="0">
                <a:latin typeface="Arial"/>
                <a:cs typeface="Arial"/>
              </a:rPr>
              <a:t>t</a:t>
            </a:r>
            <a:r>
              <a:rPr sz="2800" b="1" i="1" spc="-15" dirty="0" smtClean="0">
                <a:latin typeface="Arial"/>
                <a:cs typeface="Arial"/>
              </a:rPr>
              <a:t>ies</a:t>
            </a:r>
            <a:r>
              <a:rPr sz="2800" b="1" i="1" spc="5" dirty="0" smtClean="0">
                <a:latin typeface="Arial"/>
                <a:cs typeface="Arial"/>
              </a:rPr>
              <a:t> </a:t>
            </a:r>
            <a:r>
              <a:rPr sz="2800" b="1" i="1" spc="-15" dirty="0" smtClean="0">
                <a:latin typeface="Arial"/>
                <a:cs typeface="Arial"/>
              </a:rPr>
              <a:t>(not</a:t>
            </a:r>
            <a:r>
              <a:rPr sz="2800" b="1" i="1" spc="20" dirty="0" smtClean="0">
                <a:latin typeface="Arial"/>
                <a:cs typeface="Arial"/>
              </a:rPr>
              <a:t> </a:t>
            </a:r>
            <a:r>
              <a:rPr sz="2800" b="1" i="1" spc="-15" dirty="0" smtClean="0">
                <a:latin typeface="Arial"/>
                <a:cs typeface="Arial"/>
              </a:rPr>
              <a:t>all</a:t>
            </a:r>
            <a:endParaRPr sz="2800">
              <a:latin typeface="Arial"/>
              <a:cs typeface="Arial"/>
            </a:endParaRPr>
          </a:p>
          <a:p>
            <a:pPr marL="354965">
              <a:lnSpc>
                <a:spcPts val="2975"/>
              </a:lnSpc>
            </a:pPr>
            <a:r>
              <a:rPr sz="2800" b="1" i="1" spc="-15" dirty="0" smtClean="0">
                <a:latin typeface="Arial"/>
                <a:cs typeface="Arial"/>
              </a:rPr>
              <a:t>funct</a:t>
            </a:r>
            <a:r>
              <a:rPr sz="2800" b="1" i="1" spc="-5" dirty="0" smtClean="0">
                <a:latin typeface="Arial"/>
                <a:cs typeface="Arial"/>
              </a:rPr>
              <a:t>i</a:t>
            </a:r>
            <a:r>
              <a:rPr sz="2800" b="1" i="1" spc="-20" dirty="0" smtClean="0">
                <a:latin typeface="Arial"/>
                <a:cs typeface="Arial"/>
              </a:rPr>
              <a:t>o</a:t>
            </a:r>
            <a:r>
              <a:rPr sz="2800" b="1" i="1" spc="-30" dirty="0" smtClean="0">
                <a:latin typeface="Arial"/>
                <a:cs typeface="Arial"/>
              </a:rPr>
              <a:t>n</a:t>
            </a:r>
            <a:r>
              <a:rPr sz="2800" b="1" i="1" spc="-20" dirty="0" smtClean="0">
                <a:latin typeface="Arial"/>
                <a:cs typeface="Arial"/>
              </a:rPr>
              <a:t>s</a:t>
            </a:r>
            <a:r>
              <a:rPr sz="2800" b="1" i="1" spc="40" dirty="0" smtClean="0">
                <a:latin typeface="Arial"/>
                <a:cs typeface="Arial"/>
              </a:rPr>
              <a:t> </a:t>
            </a:r>
            <a:r>
              <a:rPr sz="2800" b="1" i="1" spc="-20" dirty="0" smtClean="0">
                <a:latin typeface="Arial"/>
                <a:cs typeface="Arial"/>
              </a:rPr>
              <a:t>a</a:t>
            </a:r>
            <a:r>
              <a:rPr sz="2800" b="1" i="1" spc="-10" dirty="0" smtClean="0">
                <a:latin typeface="Arial"/>
                <a:cs typeface="Arial"/>
              </a:rPr>
              <a:t>r</a:t>
            </a:r>
            <a:r>
              <a:rPr sz="2800" b="1" i="1" spc="-20" dirty="0" smtClean="0">
                <a:latin typeface="Arial"/>
                <a:cs typeface="Arial"/>
              </a:rPr>
              <a:t>e</a:t>
            </a:r>
            <a:r>
              <a:rPr sz="2800" b="1" i="1" spc="-5" dirty="0" smtClean="0">
                <a:latin typeface="Arial"/>
                <a:cs typeface="Arial"/>
              </a:rPr>
              <a:t> </a:t>
            </a:r>
            <a:r>
              <a:rPr sz="2800" b="1" i="1" spc="-20" dirty="0" smtClean="0">
                <a:latin typeface="Arial"/>
                <a:cs typeface="Arial"/>
              </a:rPr>
              <a:t>methods)</a:t>
            </a:r>
            <a:endParaRPr sz="2800">
              <a:latin typeface="Arial"/>
              <a:cs typeface="Arial"/>
            </a:endParaRPr>
          </a:p>
          <a:p>
            <a:pPr marL="354965" indent="-342900">
              <a:lnSpc>
                <a:spcPct val="100000"/>
              </a:lnSpc>
              <a:spcBef>
                <a:spcPts val="85"/>
              </a:spcBef>
              <a:buClr>
                <a:srgbClr val="FF0000"/>
              </a:buClr>
              <a:buSzPct val="108928"/>
              <a:buFont typeface="Wingdings"/>
              <a:buChar char=""/>
              <a:tabLst>
                <a:tab pos="354965" algn="l"/>
              </a:tabLst>
            </a:pPr>
            <a:r>
              <a:rPr sz="2800" b="1" spc="-20" dirty="0" smtClean="0">
                <a:latin typeface="Arial"/>
                <a:cs typeface="Arial"/>
              </a:rPr>
              <a:t>Exc</a:t>
            </a:r>
            <a:r>
              <a:rPr sz="2800" b="1" spc="-15" dirty="0" smtClean="0">
                <a:latin typeface="Arial"/>
                <a:cs typeface="Arial"/>
              </a:rPr>
              <a:t>eptions</a:t>
            </a:r>
            <a:r>
              <a:rPr sz="2800" b="1" spc="20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as</a:t>
            </a:r>
            <a:r>
              <a:rPr sz="2800" b="1" spc="5" dirty="0" smtClean="0">
                <a:latin typeface="Arial"/>
                <a:cs typeface="Arial"/>
              </a:rPr>
              <a:t> </a:t>
            </a:r>
            <a:r>
              <a:rPr sz="2800" b="1" spc="-15" dirty="0" smtClean="0">
                <a:latin typeface="Arial"/>
                <a:cs typeface="Arial"/>
              </a:rPr>
              <a:t>in</a:t>
            </a:r>
            <a:r>
              <a:rPr sz="2800" b="1" spc="-5" dirty="0" smtClean="0">
                <a:latin typeface="Arial"/>
                <a:cs typeface="Arial"/>
              </a:rPr>
              <a:t> </a:t>
            </a:r>
            <a:r>
              <a:rPr sz="2800" b="1" spc="-15" dirty="0" smtClean="0">
                <a:latin typeface="Arial"/>
                <a:cs typeface="Arial"/>
              </a:rPr>
              <a:t>J</a:t>
            </a:r>
            <a:r>
              <a:rPr sz="2800" b="1" spc="-20" dirty="0" smtClean="0">
                <a:latin typeface="Arial"/>
                <a:cs typeface="Arial"/>
              </a:rPr>
              <a:t>a</a:t>
            </a:r>
            <a:r>
              <a:rPr sz="2800" b="1" spc="-15" dirty="0" smtClean="0">
                <a:latin typeface="Arial"/>
                <a:cs typeface="Arial"/>
              </a:rPr>
              <a:t>v</a:t>
            </a:r>
            <a:r>
              <a:rPr sz="2800" b="1" spc="-20" dirty="0" smtClean="0">
                <a:latin typeface="Arial"/>
                <a:cs typeface="Arial"/>
              </a:rPr>
              <a:t>a</a:t>
            </a:r>
            <a:endParaRPr sz="2800">
              <a:latin typeface="Arial"/>
              <a:cs typeface="Arial"/>
            </a:endParaRPr>
          </a:p>
          <a:p>
            <a:pPr marL="354965" indent="-342900">
              <a:lnSpc>
                <a:spcPct val="100000"/>
              </a:lnSpc>
              <a:spcBef>
                <a:spcPts val="35"/>
              </a:spcBef>
              <a:buClr>
                <a:srgbClr val="FF0000"/>
              </a:buClr>
              <a:buSzPct val="108928"/>
              <a:buFont typeface="Wingdings"/>
              <a:buChar char=""/>
              <a:tabLst>
                <a:tab pos="354965" algn="l"/>
              </a:tabLst>
            </a:pPr>
            <a:r>
              <a:rPr sz="2800" b="1" spc="-20" dirty="0" smtClean="0">
                <a:latin typeface="Arial"/>
                <a:cs typeface="Arial"/>
              </a:rPr>
              <a:t>Sim</a:t>
            </a:r>
            <a:r>
              <a:rPr sz="2800" b="1" spc="-35" dirty="0" smtClean="0">
                <a:latin typeface="Arial"/>
                <a:cs typeface="Arial"/>
              </a:rPr>
              <a:t>p</a:t>
            </a:r>
            <a:r>
              <a:rPr sz="2800" b="1" spc="-15" dirty="0" smtClean="0">
                <a:latin typeface="Arial"/>
                <a:cs typeface="Arial"/>
              </a:rPr>
              <a:t>le</a:t>
            </a:r>
            <a:r>
              <a:rPr sz="2800" b="1" spc="-5" dirty="0" smtClean="0">
                <a:latin typeface="Arial"/>
                <a:cs typeface="Arial"/>
              </a:rPr>
              <a:t> </a:t>
            </a:r>
            <a:r>
              <a:rPr sz="2800" b="1" spc="-15" dirty="0" smtClean="0">
                <a:latin typeface="Arial"/>
                <a:cs typeface="Arial"/>
              </a:rPr>
              <a:t>object</a:t>
            </a:r>
            <a:r>
              <a:rPr sz="2800" b="1" spc="15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s</a:t>
            </a:r>
            <a:r>
              <a:rPr sz="2800" b="1" spc="-50" dirty="0" smtClean="0">
                <a:latin typeface="Arial"/>
                <a:cs typeface="Arial"/>
              </a:rPr>
              <a:t>y</a:t>
            </a:r>
            <a:r>
              <a:rPr sz="2800" b="1" spc="-15" dirty="0" smtClean="0">
                <a:latin typeface="Arial"/>
                <a:cs typeface="Arial"/>
              </a:rPr>
              <a:t>ste</a:t>
            </a:r>
            <a:r>
              <a:rPr sz="2800" b="1" spc="-25" dirty="0" smtClean="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  <a:p>
            <a:pPr marL="354965" indent="-342900">
              <a:lnSpc>
                <a:spcPct val="100000"/>
              </a:lnSpc>
              <a:spcBef>
                <a:spcPts val="35"/>
              </a:spcBef>
              <a:buClr>
                <a:srgbClr val="FF0000"/>
              </a:buClr>
              <a:buSzPct val="108928"/>
              <a:buFont typeface="Wingdings"/>
              <a:buChar char=""/>
              <a:tabLst>
                <a:tab pos="354965" algn="l"/>
              </a:tabLst>
            </a:pPr>
            <a:r>
              <a:rPr sz="2800" b="1" spc="-10" dirty="0" smtClean="0">
                <a:latin typeface="Arial"/>
                <a:cs typeface="Arial"/>
              </a:rPr>
              <a:t>Ite</a:t>
            </a:r>
            <a:r>
              <a:rPr sz="2800" b="1" spc="-15" dirty="0" smtClean="0">
                <a:latin typeface="Arial"/>
                <a:cs typeface="Arial"/>
              </a:rPr>
              <a:t>rators</a:t>
            </a:r>
            <a:r>
              <a:rPr sz="2800" b="1" spc="20" dirty="0" smtClean="0">
                <a:latin typeface="Arial"/>
                <a:cs typeface="Arial"/>
              </a:rPr>
              <a:t> </a:t>
            </a:r>
            <a:r>
              <a:rPr sz="2800" b="1" spc="-10" dirty="0" smtClean="0">
                <a:latin typeface="Arial"/>
                <a:cs typeface="Arial"/>
              </a:rPr>
              <a:t>(l</a:t>
            </a:r>
            <a:r>
              <a:rPr sz="2800" b="1" spc="-5" dirty="0" smtClean="0">
                <a:latin typeface="Arial"/>
                <a:cs typeface="Arial"/>
              </a:rPr>
              <a:t>i</a:t>
            </a:r>
            <a:r>
              <a:rPr sz="2800" b="1" spc="-20" dirty="0" smtClean="0">
                <a:latin typeface="Arial"/>
                <a:cs typeface="Arial"/>
              </a:rPr>
              <a:t>ke</a:t>
            </a:r>
            <a:r>
              <a:rPr sz="2800" b="1" spc="-5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J</a:t>
            </a:r>
            <a:r>
              <a:rPr sz="2800" b="1" spc="-15" dirty="0" smtClean="0">
                <a:latin typeface="Arial"/>
                <a:cs typeface="Arial"/>
              </a:rPr>
              <a:t>a</a:t>
            </a:r>
            <a:r>
              <a:rPr sz="2800" b="1" spc="-20" dirty="0" smtClean="0">
                <a:latin typeface="Arial"/>
                <a:cs typeface="Arial"/>
              </a:rPr>
              <a:t>v</a:t>
            </a:r>
            <a:r>
              <a:rPr sz="2800" b="1" spc="-15" dirty="0" smtClean="0">
                <a:latin typeface="Arial"/>
                <a:cs typeface="Arial"/>
              </a:rPr>
              <a:t>a</a:t>
            </a:r>
            <a:r>
              <a:rPr sz="2800" b="1" spc="-10" dirty="0" smtClean="0">
                <a:latin typeface="Arial"/>
                <a:cs typeface="Arial"/>
              </a:rPr>
              <a:t>)</a:t>
            </a:r>
            <a:r>
              <a:rPr sz="2800" b="1" spc="15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and</a:t>
            </a:r>
            <a:r>
              <a:rPr sz="2800" b="1" spc="20" dirty="0" smtClean="0">
                <a:latin typeface="Arial"/>
                <a:cs typeface="Arial"/>
              </a:rPr>
              <a:t> </a:t>
            </a:r>
            <a:r>
              <a:rPr sz="2800" b="1" i="1" spc="-20" dirty="0" smtClean="0">
                <a:latin typeface="Arial"/>
                <a:cs typeface="Arial"/>
              </a:rPr>
              <a:t>gener</a:t>
            </a:r>
            <a:r>
              <a:rPr sz="2800" b="1" i="1" spc="-15" dirty="0" smtClean="0">
                <a:latin typeface="Arial"/>
                <a:cs typeface="Arial"/>
              </a:rPr>
              <a:t>ators</a:t>
            </a:r>
            <a:endParaRPr sz="2800">
              <a:latin typeface="Arial"/>
              <a:cs typeface="Arial"/>
            </a:endParaRPr>
          </a:p>
          <a:p>
            <a:pPr>
              <a:lnSpc>
                <a:spcPts val="650"/>
              </a:lnSpc>
              <a:spcBef>
                <a:spcPts val="1"/>
              </a:spcBef>
            </a:pPr>
            <a:endParaRPr sz="650"/>
          </a:p>
          <a:p>
            <a:pPr marR="558800" algn="r">
              <a:lnSpc>
                <a:spcPts val="1664"/>
              </a:lnSpc>
            </a:pPr>
            <a:r>
              <a:rPr sz="1400" dirty="0" smtClean="0">
                <a:latin typeface="Arial"/>
                <a:cs typeface="Arial"/>
              </a:rPr>
              <a:t>4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551941"/>
            <a:ext cx="4090035" cy="5441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ts val="4285"/>
              </a:lnSpc>
              <a:tabLst>
                <a:tab pos="2297430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Lang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u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age	f</a:t>
            </a:r>
            <a:r>
              <a:rPr sz="3600" b="1" spc="5" dirty="0" smtClean="0">
                <a:solidFill>
                  <a:srgbClr val="000066"/>
                </a:solidFill>
                <a:latin typeface="Arial"/>
                <a:cs typeface="Arial"/>
              </a:rPr>
              <a:t>e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atures</a:t>
            </a:r>
            <a:endParaRPr sz="3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621018" y="6366255"/>
            <a:ext cx="150495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5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5454" y="551941"/>
            <a:ext cx="2947035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104900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Why	Python?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4054" y="1681607"/>
            <a:ext cx="7125334" cy="33178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4965" indent="-342900">
              <a:lnSpc>
                <a:spcPct val="100000"/>
              </a:lnSpc>
              <a:buClr>
                <a:srgbClr val="FF0000"/>
              </a:buClr>
              <a:buSzPct val="108928"/>
              <a:buFont typeface="Wingdings"/>
              <a:buChar char=""/>
              <a:tabLst>
                <a:tab pos="354965" algn="l"/>
              </a:tabLst>
            </a:pPr>
            <a:r>
              <a:rPr sz="2800" b="1" spc="-20" dirty="0" smtClean="0">
                <a:latin typeface="Arial"/>
                <a:cs typeface="Arial"/>
              </a:rPr>
              <a:t>Go</a:t>
            </a:r>
            <a:r>
              <a:rPr sz="2800" b="1" spc="-35" dirty="0" smtClean="0">
                <a:latin typeface="Arial"/>
                <a:cs typeface="Arial"/>
              </a:rPr>
              <a:t>o</a:t>
            </a:r>
            <a:r>
              <a:rPr sz="2800" b="1" spc="-20" dirty="0" smtClean="0">
                <a:latin typeface="Arial"/>
                <a:cs typeface="Arial"/>
              </a:rPr>
              <a:t>d</a:t>
            </a:r>
            <a:r>
              <a:rPr sz="2800" b="1" spc="15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e</a:t>
            </a:r>
            <a:r>
              <a:rPr sz="2800" b="1" spc="-15" dirty="0" smtClean="0">
                <a:latin typeface="Arial"/>
                <a:cs typeface="Arial"/>
              </a:rPr>
              <a:t>x</a:t>
            </a:r>
            <a:r>
              <a:rPr sz="2800" b="1" spc="-20" dirty="0" smtClean="0">
                <a:latin typeface="Arial"/>
                <a:cs typeface="Arial"/>
              </a:rPr>
              <a:t>ample</a:t>
            </a:r>
            <a:r>
              <a:rPr sz="2800" b="1" spc="15" dirty="0" smtClean="0">
                <a:latin typeface="Arial"/>
                <a:cs typeface="Arial"/>
              </a:rPr>
              <a:t> </a:t>
            </a:r>
            <a:r>
              <a:rPr sz="2800" b="1" spc="-15" dirty="0" smtClean="0">
                <a:latin typeface="Arial"/>
                <a:cs typeface="Arial"/>
              </a:rPr>
              <a:t>of</a:t>
            </a:r>
            <a:r>
              <a:rPr sz="2800" b="1" spc="10" dirty="0" smtClean="0">
                <a:latin typeface="Arial"/>
                <a:cs typeface="Arial"/>
              </a:rPr>
              <a:t> </a:t>
            </a:r>
            <a:r>
              <a:rPr sz="2800" b="1" i="1" spc="-20" dirty="0" smtClean="0">
                <a:latin typeface="Arial"/>
                <a:cs typeface="Arial"/>
              </a:rPr>
              <a:t>s</a:t>
            </a:r>
            <a:r>
              <a:rPr sz="2800" b="1" i="1" spc="-10" dirty="0" smtClean="0">
                <a:latin typeface="Arial"/>
                <a:cs typeface="Arial"/>
              </a:rPr>
              <a:t>c</a:t>
            </a:r>
            <a:r>
              <a:rPr sz="2800" b="1" i="1" spc="-15" dirty="0" smtClean="0">
                <a:latin typeface="Arial"/>
                <a:cs typeface="Arial"/>
              </a:rPr>
              <a:t>rip</a:t>
            </a:r>
            <a:r>
              <a:rPr sz="2800" b="1" i="1" spc="-5" dirty="0" smtClean="0">
                <a:latin typeface="Arial"/>
                <a:cs typeface="Arial"/>
              </a:rPr>
              <a:t>t</a:t>
            </a:r>
            <a:r>
              <a:rPr sz="2800" b="1" i="1" spc="-15" dirty="0" smtClean="0">
                <a:latin typeface="Arial"/>
                <a:cs typeface="Arial"/>
              </a:rPr>
              <a:t>ing</a:t>
            </a:r>
            <a:r>
              <a:rPr sz="2800" b="1" i="1" spc="10" dirty="0" smtClean="0">
                <a:latin typeface="Arial"/>
                <a:cs typeface="Arial"/>
              </a:rPr>
              <a:t> </a:t>
            </a:r>
            <a:r>
              <a:rPr sz="2800" b="1" i="1" spc="-10" dirty="0" smtClean="0">
                <a:latin typeface="Arial"/>
                <a:cs typeface="Arial"/>
              </a:rPr>
              <a:t>l</a:t>
            </a:r>
            <a:r>
              <a:rPr sz="2800" b="1" i="1" spc="-15" dirty="0" smtClean="0">
                <a:latin typeface="Arial"/>
                <a:cs typeface="Arial"/>
              </a:rPr>
              <a:t>a</a:t>
            </a:r>
            <a:r>
              <a:rPr sz="2800" b="1" i="1" spc="-20" dirty="0" smtClean="0">
                <a:latin typeface="Arial"/>
                <a:cs typeface="Arial"/>
              </a:rPr>
              <a:t>nguage</a:t>
            </a:r>
            <a:endParaRPr sz="2800">
              <a:latin typeface="Arial"/>
              <a:cs typeface="Arial"/>
            </a:endParaRPr>
          </a:p>
          <a:p>
            <a:pPr marL="354965" indent="-342900">
              <a:lnSpc>
                <a:spcPct val="100000"/>
              </a:lnSpc>
              <a:spcBef>
                <a:spcPts val="370"/>
              </a:spcBef>
              <a:buClr>
                <a:srgbClr val="FF0000"/>
              </a:buClr>
              <a:buSzPct val="108928"/>
              <a:buFont typeface="Wingdings"/>
              <a:buChar char=""/>
              <a:tabLst>
                <a:tab pos="354965" algn="l"/>
              </a:tabLst>
            </a:pPr>
            <a:r>
              <a:rPr sz="2800" b="1" spc="-10" dirty="0" smtClean="0">
                <a:latin typeface="Arial"/>
                <a:cs typeface="Arial"/>
              </a:rPr>
              <a:t>“</a:t>
            </a:r>
            <a:r>
              <a:rPr sz="2800" b="1" spc="-20" dirty="0" smtClean="0">
                <a:latin typeface="Arial"/>
                <a:cs typeface="Arial"/>
              </a:rPr>
              <a:t>P</a:t>
            </a:r>
            <a:r>
              <a:rPr sz="2800" b="1" spc="-60" dirty="0" smtClean="0">
                <a:latin typeface="Arial"/>
                <a:cs typeface="Arial"/>
              </a:rPr>
              <a:t>y</a:t>
            </a:r>
            <a:r>
              <a:rPr sz="2800" b="1" spc="-15" dirty="0" smtClean="0">
                <a:latin typeface="Arial"/>
                <a:cs typeface="Arial"/>
              </a:rPr>
              <a:t>thonic”</a:t>
            </a:r>
            <a:r>
              <a:rPr sz="2800" b="1" spc="50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s</a:t>
            </a:r>
            <a:r>
              <a:rPr sz="2800" b="1" spc="-5" dirty="0" smtClean="0">
                <a:latin typeface="Arial"/>
                <a:cs typeface="Arial"/>
              </a:rPr>
              <a:t>t</a:t>
            </a:r>
            <a:r>
              <a:rPr sz="2800" b="1" spc="-55" dirty="0" smtClean="0">
                <a:latin typeface="Arial"/>
                <a:cs typeface="Arial"/>
              </a:rPr>
              <a:t>y</a:t>
            </a:r>
            <a:r>
              <a:rPr sz="2800" b="1" spc="-15" dirty="0" smtClean="0">
                <a:latin typeface="Arial"/>
                <a:cs typeface="Arial"/>
              </a:rPr>
              <a:t>le</a:t>
            </a:r>
            <a:r>
              <a:rPr sz="2800" b="1" spc="40" dirty="0" smtClean="0">
                <a:latin typeface="Arial"/>
                <a:cs typeface="Arial"/>
              </a:rPr>
              <a:t> </a:t>
            </a:r>
            <a:r>
              <a:rPr sz="2800" b="1" spc="-15" dirty="0" smtClean="0">
                <a:latin typeface="Arial"/>
                <a:cs typeface="Arial"/>
              </a:rPr>
              <a:t>is</a:t>
            </a:r>
            <a:r>
              <a:rPr sz="2800" b="1" spc="5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v</a:t>
            </a:r>
            <a:r>
              <a:rPr sz="2800" b="1" spc="-15" dirty="0" smtClean="0">
                <a:latin typeface="Arial"/>
                <a:cs typeface="Arial"/>
              </a:rPr>
              <a:t>ery</a:t>
            </a:r>
            <a:r>
              <a:rPr sz="2800" b="1" spc="10" dirty="0" smtClean="0">
                <a:latin typeface="Arial"/>
                <a:cs typeface="Arial"/>
              </a:rPr>
              <a:t> </a:t>
            </a:r>
            <a:r>
              <a:rPr sz="2800" b="1" spc="-15" dirty="0" smtClean="0">
                <a:latin typeface="Arial"/>
                <a:cs typeface="Arial"/>
              </a:rPr>
              <a:t>concis</a:t>
            </a:r>
            <a:r>
              <a:rPr sz="2800" b="1" spc="-20" dirty="0" smtClean="0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  <a:p>
            <a:pPr marL="354965" indent="-342900">
              <a:lnSpc>
                <a:spcPct val="100000"/>
              </a:lnSpc>
              <a:spcBef>
                <a:spcPts val="370"/>
              </a:spcBef>
              <a:buClr>
                <a:srgbClr val="FF0000"/>
              </a:buClr>
              <a:buSzPct val="108928"/>
              <a:buFont typeface="Wingdings"/>
              <a:buChar char=""/>
              <a:tabLst>
                <a:tab pos="354965" algn="l"/>
              </a:tabLst>
            </a:pPr>
            <a:r>
              <a:rPr sz="2800" b="1" spc="-20" dirty="0" smtClean="0">
                <a:latin typeface="Arial"/>
                <a:cs typeface="Arial"/>
              </a:rPr>
              <a:t>P</a:t>
            </a:r>
            <a:r>
              <a:rPr sz="2800" b="1" spc="-35" dirty="0" smtClean="0">
                <a:latin typeface="Arial"/>
                <a:cs typeface="Arial"/>
              </a:rPr>
              <a:t>o</a:t>
            </a:r>
            <a:r>
              <a:rPr sz="2800" b="1" spc="-15" dirty="0" smtClean="0">
                <a:latin typeface="Arial"/>
                <a:cs typeface="Arial"/>
              </a:rPr>
              <a:t>werful</a:t>
            </a:r>
            <a:r>
              <a:rPr sz="2800" b="1" spc="10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b</a:t>
            </a:r>
            <a:r>
              <a:rPr sz="2800" b="1" spc="-35" dirty="0" smtClean="0">
                <a:latin typeface="Arial"/>
                <a:cs typeface="Arial"/>
              </a:rPr>
              <a:t>u</a:t>
            </a:r>
            <a:r>
              <a:rPr sz="2800" b="1" spc="-10" dirty="0" smtClean="0">
                <a:latin typeface="Arial"/>
                <a:cs typeface="Arial"/>
              </a:rPr>
              <a:t>t</a:t>
            </a:r>
            <a:r>
              <a:rPr sz="2800" b="1" spc="10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u</a:t>
            </a:r>
            <a:r>
              <a:rPr sz="2800" b="1" spc="-35" dirty="0" smtClean="0">
                <a:latin typeface="Arial"/>
                <a:cs typeface="Arial"/>
              </a:rPr>
              <a:t>n</a:t>
            </a:r>
            <a:r>
              <a:rPr sz="2800" b="1" spc="-20" dirty="0" smtClean="0">
                <a:latin typeface="Arial"/>
                <a:cs typeface="Arial"/>
              </a:rPr>
              <a:t>o</a:t>
            </a:r>
            <a:r>
              <a:rPr sz="2800" b="1" spc="-35" dirty="0" smtClean="0">
                <a:latin typeface="Arial"/>
                <a:cs typeface="Arial"/>
              </a:rPr>
              <a:t>b</a:t>
            </a:r>
            <a:r>
              <a:rPr sz="2800" b="1" spc="-15" dirty="0" smtClean="0">
                <a:latin typeface="Arial"/>
                <a:cs typeface="Arial"/>
              </a:rPr>
              <a:t>trusiv</a:t>
            </a:r>
            <a:r>
              <a:rPr sz="2800" b="1" spc="-20" dirty="0" smtClean="0">
                <a:latin typeface="Arial"/>
                <a:cs typeface="Arial"/>
              </a:rPr>
              <a:t>e</a:t>
            </a:r>
            <a:r>
              <a:rPr sz="2800" b="1" spc="35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o</a:t>
            </a:r>
            <a:r>
              <a:rPr sz="2800" b="1" spc="-35" dirty="0" smtClean="0">
                <a:latin typeface="Arial"/>
                <a:cs typeface="Arial"/>
              </a:rPr>
              <a:t>b</a:t>
            </a:r>
            <a:r>
              <a:rPr sz="2800" b="1" spc="-15" dirty="0" smtClean="0">
                <a:latin typeface="Arial"/>
                <a:cs typeface="Arial"/>
              </a:rPr>
              <a:t>jec</a:t>
            </a:r>
            <a:r>
              <a:rPr sz="2800" b="1" spc="-10" dirty="0" smtClean="0">
                <a:latin typeface="Arial"/>
                <a:cs typeface="Arial"/>
              </a:rPr>
              <a:t>t</a:t>
            </a:r>
            <a:r>
              <a:rPr sz="2800" b="1" spc="10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s</a:t>
            </a:r>
            <a:r>
              <a:rPr sz="2800" b="1" spc="-50" dirty="0" smtClean="0">
                <a:latin typeface="Arial"/>
                <a:cs typeface="Arial"/>
              </a:rPr>
              <a:t>y</a:t>
            </a:r>
            <a:r>
              <a:rPr sz="2800" b="1" spc="-15" dirty="0" smtClean="0">
                <a:latin typeface="Arial"/>
                <a:cs typeface="Arial"/>
              </a:rPr>
              <a:t>ste</a:t>
            </a:r>
            <a:r>
              <a:rPr sz="2800" b="1" spc="-25" dirty="0" smtClean="0">
                <a:latin typeface="Arial"/>
                <a:cs typeface="Arial"/>
              </a:rPr>
              <a:t>m</a:t>
            </a:r>
            <a:endParaRPr sz="2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95"/>
              </a:spcBef>
              <a:buClr>
                <a:srgbClr val="FF0000"/>
              </a:buClr>
              <a:buSzPct val="110416"/>
              <a:buFont typeface="Wingdings"/>
              <a:buChar char=""/>
              <a:tabLst>
                <a:tab pos="756285" algn="l"/>
              </a:tabLst>
            </a:pPr>
            <a:r>
              <a:rPr sz="2400" i="1" dirty="0" smtClean="0">
                <a:latin typeface="Arial"/>
                <a:cs typeface="Arial"/>
              </a:rPr>
              <a:t>Ev</a:t>
            </a:r>
            <a:r>
              <a:rPr sz="2400" i="1" spc="-10" dirty="0" smtClean="0">
                <a:latin typeface="Arial"/>
                <a:cs typeface="Arial"/>
              </a:rPr>
              <a:t>e</a:t>
            </a:r>
            <a:r>
              <a:rPr sz="2400" i="1" spc="0" dirty="0" smtClean="0">
                <a:latin typeface="Arial"/>
                <a:cs typeface="Arial"/>
              </a:rPr>
              <a:t>ry</a:t>
            </a:r>
            <a:r>
              <a:rPr sz="2400" i="1" spc="5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value</a:t>
            </a:r>
            <a:r>
              <a:rPr sz="2400" spc="15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is an ob</a:t>
            </a:r>
            <a:r>
              <a:rPr sz="2400" spc="5" dirty="0" smtClean="0">
                <a:latin typeface="Arial"/>
                <a:cs typeface="Arial"/>
              </a:rPr>
              <a:t>j</a:t>
            </a:r>
            <a:r>
              <a:rPr sz="2400" spc="0" dirty="0" smtClean="0">
                <a:latin typeface="Arial"/>
                <a:cs typeface="Arial"/>
              </a:rPr>
              <a:t>ect</a:t>
            </a:r>
            <a:endParaRPr sz="2400">
              <a:latin typeface="Arial"/>
              <a:cs typeface="Arial"/>
            </a:endParaRPr>
          </a:p>
          <a:p>
            <a:pPr marL="354965" indent="-342900">
              <a:lnSpc>
                <a:spcPct val="100000"/>
              </a:lnSpc>
              <a:spcBef>
                <a:spcPts val="355"/>
              </a:spcBef>
              <a:buClr>
                <a:srgbClr val="FF0000"/>
              </a:buClr>
              <a:buSzPct val="108928"/>
              <a:buFont typeface="Wingdings"/>
              <a:buChar char=""/>
              <a:tabLst>
                <a:tab pos="354965" algn="l"/>
              </a:tabLst>
            </a:pPr>
            <a:r>
              <a:rPr sz="2800" b="1" spc="-20" dirty="0" smtClean="0">
                <a:latin typeface="Arial"/>
                <a:cs typeface="Arial"/>
              </a:rPr>
              <a:t>P</a:t>
            </a:r>
            <a:r>
              <a:rPr sz="2800" b="1" spc="-30" dirty="0" smtClean="0">
                <a:latin typeface="Arial"/>
                <a:cs typeface="Arial"/>
              </a:rPr>
              <a:t>o</a:t>
            </a:r>
            <a:r>
              <a:rPr sz="2800" b="1" spc="-20" dirty="0" smtClean="0">
                <a:latin typeface="Arial"/>
                <a:cs typeface="Arial"/>
              </a:rPr>
              <a:t>wer</a:t>
            </a:r>
            <a:r>
              <a:rPr sz="2800" b="1" spc="-5" dirty="0" smtClean="0">
                <a:latin typeface="Arial"/>
                <a:cs typeface="Arial"/>
              </a:rPr>
              <a:t>f</a:t>
            </a:r>
            <a:r>
              <a:rPr sz="2800" b="1" spc="-15" dirty="0" smtClean="0">
                <a:latin typeface="Arial"/>
                <a:cs typeface="Arial"/>
              </a:rPr>
              <a:t>ul</a:t>
            </a:r>
            <a:r>
              <a:rPr sz="2800" b="1" spc="10" dirty="0" smtClean="0">
                <a:latin typeface="Arial"/>
                <a:cs typeface="Arial"/>
              </a:rPr>
              <a:t> </a:t>
            </a:r>
            <a:r>
              <a:rPr sz="2800" b="1" spc="-15" dirty="0" smtClean="0">
                <a:latin typeface="Arial"/>
                <a:cs typeface="Arial"/>
              </a:rPr>
              <a:t>colle</a:t>
            </a:r>
            <a:r>
              <a:rPr sz="2800" b="1" spc="-20" dirty="0" smtClean="0">
                <a:latin typeface="Arial"/>
                <a:cs typeface="Arial"/>
              </a:rPr>
              <a:t>c</a:t>
            </a:r>
            <a:r>
              <a:rPr sz="2800" b="1" spc="-5" dirty="0" smtClean="0">
                <a:latin typeface="Arial"/>
                <a:cs typeface="Arial"/>
              </a:rPr>
              <a:t>t</a:t>
            </a:r>
            <a:r>
              <a:rPr sz="2800" b="1" spc="-15" dirty="0" smtClean="0">
                <a:latin typeface="Arial"/>
                <a:cs typeface="Arial"/>
              </a:rPr>
              <a:t>ion </a:t>
            </a:r>
            <a:r>
              <a:rPr sz="2800" b="1" spc="-20" dirty="0" smtClean="0">
                <a:latin typeface="Arial"/>
                <a:cs typeface="Arial"/>
              </a:rPr>
              <a:t>and</a:t>
            </a:r>
            <a:r>
              <a:rPr sz="2800" b="1" spc="5" dirty="0" smtClean="0">
                <a:latin typeface="Arial"/>
                <a:cs typeface="Arial"/>
              </a:rPr>
              <a:t> </a:t>
            </a:r>
            <a:r>
              <a:rPr sz="2800" b="1" spc="-10" dirty="0" smtClean="0">
                <a:latin typeface="Arial"/>
                <a:cs typeface="Arial"/>
              </a:rPr>
              <a:t>ite</a:t>
            </a:r>
            <a:r>
              <a:rPr sz="2800" b="1" spc="-15" dirty="0" smtClean="0">
                <a:latin typeface="Arial"/>
                <a:cs typeface="Arial"/>
              </a:rPr>
              <a:t>ration</a:t>
            </a:r>
            <a:endParaRPr sz="2800">
              <a:latin typeface="Arial"/>
              <a:cs typeface="Arial"/>
            </a:endParaRPr>
          </a:p>
          <a:p>
            <a:pPr marL="354965">
              <a:lnSpc>
                <a:spcPts val="3310"/>
              </a:lnSpc>
            </a:pPr>
            <a:r>
              <a:rPr sz="2800" b="1" spc="-15" dirty="0" smtClean="0">
                <a:latin typeface="Arial"/>
                <a:cs typeface="Arial"/>
              </a:rPr>
              <a:t>abst</a:t>
            </a:r>
            <a:r>
              <a:rPr sz="2800" b="1" spc="-10" dirty="0" smtClean="0">
                <a:latin typeface="Arial"/>
                <a:cs typeface="Arial"/>
              </a:rPr>
              <a:t>r</a:t>
            </a:r>
            <a:r>
              <a:rPr sz="2800" b="1" spc="-20" dirty="0" smtClean="0">
                <a:latin typeface="Arial"/>
                <a:cs typeface="Arial"/>
              </a:rPr>
              <a:t>ac</a:t>
            </a:r>
            <a:r>
              <a:rPr sz="2800" b="1" spc="-5" dirty="0" smtClean="0">
                <a:latin typeface="Arial"/>
                <a:cs typeface="Arial"/>
              </a:rPr>
              <a:t>t</a:t>
            </a:r>
            <a:r>
              <a:rPr sz="2800" b="1" spc="-15" dirty="0" smtClean="0">
                <a:latin typeface="Arial"/>
                <a:cs typeface="Arial"/>
              </a:rPr>
              <a:t>io</a:t>
            </a:r>
            <a:r>
              <a:rPr sz="2800" b="1" spc="-30" dirty="0" smtClean="0">
                <a:latin typeface="Arial"/>
                <a:cs typeface="Arial"/>
              </a:rPr>
              <a:t>n</a:t>
            </a:r>
            <a:r>
              <a:rPr sz="2800" b="1" spc="-20" dirty="0" smtClean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45"/>
              </a:spcBef>
              <a:buClr>
                <a:srgbClr val="FF0000"/>
              </a:buClr>
              <a:buSzPct val="110416"/>
              <a:buFont typeface="Wingdings"/>
              <a:buChar char=""/>
              <a:tabLst>
                <a:tab pos="756285" algn="l"/>
              </a:tabLst>
            </a:pPr>
            <a:r>
              <a:rPr sz="2400" dirty="0" smtClean="0">
                <a:latin typeface="Arial"/>
                <a:cs typeface="Arial"/>
              </a:rPr>
              <a:t>Dyn</a:t>
            </a:r>
            <a:r>
              <a:rPr sz="2400" spc="-10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mic</a:t>
            </a:r>
            <a:r>
              <a:rPr sz="2400" spc="1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typing</a:t>
            </a:r>
            <a:r>
              <a:rPr sz="2400" spc="5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makes generics</a:t>
            </a:r>
            <a:r>
              <a:rPr sz="2400" spc="5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easy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621018" y="6366255"/>
            <a:ext cx="150495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6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60500" y="500126"/>
            <a:ext cx="7828280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Dyna</a:t>
            </a:r>
            <a:r>
              <a:rPr sz="3600" b="1" spc="10" dirty="0" smtClean="0">
                <a:solidFill>
                  <a:srgbClr val="000066"/>
                </a:solidFill>
                <a:latin typeface="Arial"/>
                <a:cs typeface="Arial"/>
              </a:rPr>
              <a:t>m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ic</a:t>
            </a:r>
            <a:r>
              <a:rPr sz="3600" b="1" spc="-20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typing</a:t>
            </a:r>
            <a:r>
              <a:rPr sz="3600" b="1" spc="-10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–</a:t>
            </a:r>
            <a:r>
              <a:rPr sz="3600" b="1" spc="-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the key</a:t>
            </a:r>
            <a:r>
              <a:rPr sz="3600" b="1" spc="-10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differ</a:t>
            </a:r>
            <a:r>
              <a:rPr sz="3600" b="1" spc="5" dirty="0" smtClean="0">
                <a:solidFill>
                  <a:srgbClr val="000066"/>
                </a:solidFill>
                <a:latin typeface="Arial"/>
                <a:cs typeface="Arial"/>
              </a:rPr>
              <a:t>e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nce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5027" y="1562480"/>
            <a:ext cx="7665720" cy="434213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3535">
              <a:lnSpc>
                <a:spcPct val="100000"/>
              </a:lnSpc>
              <a:buClr>
                <a:srgbClr val="FF0000"/>
              </a:buClr>
              <a:buSzPct val="108928"/>
              <a:buFont typeface="Wingdings"/>
              <a:buChar char=""/>
              <a:tabLst>
                <a:tab pos="355600" algn="l"/>
              </a:tabLst>
            </a:pPr>
            <a:r>
              <a:rPr sz="2800" b="1" spc="-15" dirty="0" smtClean="0">
                <a:latin typeface="Arial"/>
                <a:cs typeface="Arial"/>
              </a:rPr>
              <a:t>Java:</a:t>
            </a:r>
            <a:r>
              <a:rPr sz="2800" b="1" spc="15" dirty="0" smtClean="0">
                <a:latin typeface="Arial"/>
                <a:cs typeface="Arial"/>
              </a:rPr>
              <a:t> </a:t>
            </a:r>
            <a:r>
              <a:rPr sz="2800" b="1" i="1" spc="-15" dirty="0" smtClean="0">
                <a:latin typeface="Arial"/>
                <a:cs typeface="Arial"/>
              </a:rPr>
              <a:t>sta</a:t>
            </a:r>
            <a:r>
              <a:rPr sz="2800" b="1" i="1" spc="-10" dirty="0" smtClean="0">
                <a:latin typeface="Arial"/>
                <a:cs typeface="Arial"/>
              </a:rPr>
              <a:t>ti</a:t>
            </a:r>
            <a:r>
              <a:rPr sz="2800" b="1" i="1" spc="-15" dirty="0" smtClean="0">
                <a:latin typeface="Arial"/>
                <a:cs typeface="Arial"/>
              </a:rPr>
              <a:t>cally</a:t>
            </a:r>
            <a:r>
              <a:rPr sz="2800" b="1" i="1" spc="-5" dirty="0" smtClean="0">
                <a:latin typeface="Arial"/>
                <a:cs typeface="Arial"/>
              </a:rPr>
              <a:t> </a:t>
            </a:r>
            <a:r>
              <a:rPr sz="2800" b="1" i="1" spc="-15" dirty="0" smtClean="0">
                <a:latin typeface="Arial"/>
                <a:cs typeface="Arial"/>
              </a:rPr>
              <a:t>typed</a:t>
            </a:r>
            <a:endParaRPr sz="2800">
              <a:latin typeface="Arial"/>
              <a:cs typeface="Arial"/>
            </a:endParaRPr>
          </a:p>
          <a:p>
            <a:pPr>
              <a:lnSpc>
                <a:spcPts val="550"/>
              </a:lnSpc>
              <a:spcBef>
                <a:spcPts val="34"/>
              </a:spcBef>
              <a:buClr>
                <a:srgbClr val="FF0000"/>
              </a:buClr>
              <a:buFont typeface="Wingdings"/>
              <a:buChar char=""/>
            </a:pPr>
            <a:endParaRPr sz="550"/>
          </a:p>
          <a:p>
            <a:pPr marL="756285" marR="12700" lvl="1" indent="-287020">
              <a:lnSpc>
                <a:spcPts val="259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756285" algn="l"/>
              </a:tabLst>
            </a:pPr>
            <a:r>
              <a:rPr sz="2400" dirty="0" smtClean="0">
                <a:latin typeface="Arial"/>
                <a:cs typeface="Arial"/>
              </a:rPr>
              <a:t>V</a:t>
            </a:r>
            <a:r>
              <a:rPr sz="2400" spc="-10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riab</a:t>
            </a:r>
            <a:r>
              <a:rPr sz="2400" spc="-10" dirty="0" smtClean="0">
                <a:latin typeface="Arial"/>
                <a:cs typeface="Arial"/>
              </a:rPr>
              <a:t>l</a:t>
            </a:r>
            <a:r>
              <a:rPr sz="2400" spc="0" dirty="0" smtClean="0">
                <a:latin typeface="Arial"/>
                <a:cs typeface="Arial"/>
              </a:rPr>
              <a:t>es</a:t>
            </a:r>
            <a:r>
              <a:rPr sz="2400" spc="35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are</a:t>
            </a:r>
            <a:r>
              <a:rPr sz="2400" spc="-1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dec</a:t>
            </a:r>
            <a:r>
              <a:rPr sz="2400" spc="-10" dirty="0" smtClean="0">
                <a:latin typeface="Arial"/>
                <a:cs typeface="Arial"/>
              </a:rPr>
              <a:t>l</a:t>
            </a:r>
            <a:r>
              <a:rPr sz="2400" spc="0" dirty="0" smtClean="0">
                <a:latin typeface="Arial"/>
                <a:cs typeface="Arial"/>
              </a:rPr>
              <a:t>ared</a:t>
            </a:r>
            <a:r>
              <a:rPr sz="2400" spc="2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to refer to </a:t>
            </a:r>
            <a:r>
              <a:rPr sz="2400" spc="-10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bjects</a:t>
            </a:r>
            <a:r>
              <a:rPr sz="2400" spc="-1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of a</a:t>
            </a:r>
            <a:r>
              <a:rPr sz="2400" spc="-1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given type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756285" algn="l"/>
              </a:tabLst>
            </a:pPr>
            <a:r>
              <a:rPr sz="2400" dirty="0" smtClean="0">
                <a:latin typeface="Arial"/>
                <a:cs typeface="Arial"/>
              </a:rPr>
              <a:t>Metho</a:t>
            </a:r>
            <a:r>
              <a:rPr sz="2400" spc="-10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s use type</a:t>
            </a:r>
            <a:r>
              <a:rPr sz="2400" spc="-15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si</a:t>
            </a:r>
            <a:r>
              <a:rPr sz="2400" spc="-10" dirty="0" smtClean="0">
                <a:latin typeface="Arial"/>
                <a:cs typeface="Arial"/>
              </a:rPr>
              <a:t>g</a:t>
            </a:r>
            <a:r>
              <a:rPr sz="2400" spc="0" dirty="0" smtClean="0">
                <a:latin typeface="Arial"/>
                <a:cs typeface="Arial"/>
              </a:rPr>
              <a:t>n</a:t>
            </a:r>
            <a:r>
              <a:rPr sz="2400" spc="-10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tures</a:t>
            </a:r>
            <a:r>
              <a:rPr sz="2400" spc="2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to</a:t>
            </a:r>
            <a:r>
              <a:rPr sz="2400" spc="-2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e</a:t>
            </a:r>
            <a:r>
              <a:rPr sz="2400" spc="-10" dirty="0" smtClean="0">
                <a:latin typeface="Arial"/>
                <a:cs typeface="Arial"/>
              </a:rPr>
              <a:t>n</a:t>
            </a:r>
            <a:r>
              <a:rPr sz="2400" spc="0" dirty="0" smtClean="0">
                <a:latin typeface="Arial"/>
                <a:cs typeface="Arial"/>
              </a:rPr>
              <a:t>force contracts</a:t>
            </a:r>
            <a:endParaRPr sz="24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20"/>
              </a:spcBef>
              <a:buClr>
                <a:srgbClr val="FF0000"/>
              </a:buClr>
              <a:buSzPct val="108928"/>
              <a:buFont typeface="Wingdings"/>
              <a:buChar char=""/>
              <a:tabLst>
                <a:tab pos="355600" algn="l"/>
              </a:tabLst>
            </a:pPr>
            <a:r>
              <a:rPr sz="2800" b="1" spc="-20" dirty="0" smtClean="0">
                <a:latin typeface="Arial"/>
                <a:cs typeface="Arial"/>
              </a:rPr>
              <a:t>P</a:t>
            </a:r>
            <a:r>
              <a:rPr sz="2800" b="1" spc="-60" dirty="0" smtClean="0">
                <a:latin typeface="Arial"/>
                <a:cs typeface="Arial"/>
              </a:rPr>
              <a:t>y</a:t>
            </a:r>
            <a:r>
              <a:rPr sz="2800" b="1" spc="-20" dirty="0" smtClean="0">
                <a:latin typeface="Arial"/>
                <a:cs typeface="Arial"/>
              </a:rPr>
              <a:t>thon</a:t>
            </a:r>
            <a:endParaRPr sz="2800">
              <a:latin typeface="Arial"/>
              <a:cs typeface="Arial"/>
            </a:endParaRPr>
          </a:p>
          <a:p>
            <a:pPr>
              <a:lnSpc>
                <a:spcPts val="550"/>
              </a:lnSpc>
              <a:spcBef>
                <a:spcPts val="31"/>
              </a:spcBef>
              <a:buClr>
                <a:srgbClr val="FF0000"/>
              </a:buClr>
              <a:buFont typeface="Wingdings"/>
              <a:buChar char=""/>
            </a:pPr>
            <a:endParaRPr sz="550"/>
          </a:p>
          <a:p>
            <a:pPr marL="756285" marR="165100" lvl="1" indent="-287020">
              <a:lnSpc>
                <a:spcPts val="259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756285" algn="l"/>
              </a:tabLst>
            </a:pPr>
            <a:r>
              <a:rPr sz="2400" dirty="0" smtClean="0">
                <a:latin typeface="Arial"/>
                <a:cs typeface="Arial"/>
              </a:rPr>
              <a:t>V</a:t>
            </a:r>
            <a:r>
              <a:rPr sz="2400" spc="-10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riab</a:t>
            </a:r>
            <a:r>
              <a:rPr sz="2400" spc="-10" dirty="0" smtClean="0">
                <a:latin typeface="Arial"/>
                <a:cs typeface="Arial"/>
              </a:rPr>
              <a:t>l</a:t>
            </a:r>
            <a:r>
              <a:rPr sz="2400" spc="0" dirty="0" smtClean="0">
                <a:latin typeface="Arial"/>
                <a:cs typeface="Arial"/>
              </a:rPr>
              <a:t>es</a:t>
            </a:r>
            <a:r>
              <a:rPr sz="2400" spc="35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come </a:t>
            </a:r>
            <a:r>
              <a:rPr sz="2400" spc="-15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nto</a:t>
            </a:r>
            <a:r>
              <a:rPr sz="2400" spc="1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e</a:t>
            </a:r>
            <a:r>
              <a:rPr sz="2400" spc="-15" dirty="0" smtClean="0">
                <a:latin typeface="Arial"/>
                <a:cs typeface="Arial"/>
              </a:rPr>
              <a:t>x</a:t>
            </a:r>
            <a:r>
              <a:rPr sz="2400" spc="0" dirty="0" smtClean="0">
                <a:latin typeface="Arial"/>
                <a:cs typeface="Arial"/>
              </a:rPr>
              <a:t>istence</a:t>
            </a:r>
            <a:r>
              <a:rPr sz="2400" spc="15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w</a:t>
            </a:r>
            <a:r>
              <a:rPr sz="2400" spc="-10" dirty="0" smtClean="0">
                <a:latin typeface="Arial"/>
                <a:cs typeface="Arial"/>
              </a:rPr>
              <a:t>h</a:t>
            </a:r>
            <a:r>
              <a:rPr sz="2400" spc="0" dirty="0" smtClean="0">
                <a:latin typeface="Arial"/>
                <a:cs typeface="Arial"/>
              </a:rPr>
              <a:t>en</a:t>
            </a:r>
            <a:r>
              <a:rPr sz="2400" spc="5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first</a:t>
            </a:r>
            <a:r>
              <a:rPr sz="2400" spc="-15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assi</a:t>
            </a:r>
            <a:r>
              <a:rPr sz="2400" spc="-10" dirty="0" smtClean="0">
                <a:latin typeface="Arial"/>
                <a:cs typeface="Arial"/>
              </a:rPr>
              <a:t>g</a:t>
            </a:r>
            <a:r>
              <a:rPr sz="2400" spc="0" dirty="0" smtClean="0">
                <a:latin typeface="Arial"/>
                <a:cs typeface="Arial"/>
              </a:rPr>
              <a:t>ned to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756285" algn="l"/>
              </a:tabLst>
            </a:pPr>
            <a:r>
              <a:rPr sz="2400" dirty="0" smtClean="0">
                <a:latin typeface="Arial"/>
                <a:cs typeface="Arial"/>
              </a:rPr>
              <a:t>A variab</a:t>
            </a:r>
            <a:r>
              <a:rPr sz="2400" spc="-15" dirty="0" smtClean="0">
                <a:latin typeface="Arial"/>
                <a:cs typeface="Arial"/>
              </a:rPr>
              <a:t>l</a:t>
            </a:r>
            <a:r>
              <a:rPr sz="2400" spc="0" dirty="0" smtClean="0">
                <a:latin typeface="Arial"/>
                <a:cs typeface="Arial"/>
              </a:rPr>
              <a:t>e</a:t>
            </a:r>
            <a:r>
              <a:rPr sz="2400" spc="2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can refer to</a:t>
            </a:r>
            <a:r>
              <a:rPr sz="2400" spc="-1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an object of </a:t>
            </a:r>
            <a:r>
              <a:rPr sz="2400" spc="-10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ny type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5"/>
              </a:spcBef>
              <a:buClr>
                <a:srgbClr val="FF0000"/>
              </a:buClr>
              <a:buSzPct val="110416"/>
              <a:buFont typeface="Wingdings"/>
              <a:buChar char=""/>
              <a:tabLst>
                <a:tab pos="756285" algn="l"/>
              </a:tabLst>
            </a:pPr>
            <a:r>
              <a:rPr sz="2400" dirty="0" smtClean="0">
                <a:latin typeface="Arial"/>
                <a:cs typeface="Arial"/>
              </a:rPr>
              <a:t>A</a:t>
            </a:r>
            <a:r>
              <a:rPr sz="2400" spc="-10" dirty="0" smtClean="0">
                <a:latin typeface="Arial"/>
                <a:cs typeface="Arial"/>
              </a:rPr>
              <a:t>l</a:t>
            </a:r>
            <a:r>
              <a:rPr sz="2400" spc="0" dirty="0" smtClean="0">
                <a:latin typeface="Arial"/>
                <a:cs typeface="Arial"/>
              </a:rPr>
              <a:t>l</a:t>
            </a:r>
            <a:r>
              <a:rPr sz="2400" spc="5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types </a:t>
            </a:r>
            <a:r>
              <a:rPr sz="2400" spc="-10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re </a:t>
            </a:r>
            <a:r>
              <a:rPr sz="2400" spc="5" dirty="0" smtClean="0">
                <a:latin typeface="Arial"/>
                <a:cs typeface="Arial"/>
              </a:rPr>
              <a:t>(</a:t>
            </a:r>
            <a:r>
              <a:rPr sz="2400" spc="0" dirty="0" smtClean="0">
                <a:latin typeface="Arial"/>
                <a:cs typeface="Arial"/>
              </a:rPr>
              <a:t>a</a:t>
            </a:r>
            <a:r>
              <a:rPr sz="2400" spc="-10" dirty="0" smtClean="0">
                <a:latin typeface="Arial"/>
                <a:cs typeface="Arial"/>
              </a:rPr>
              <a:t>l</a:t>
            </a:r>
            <a:r>
              <a:rPr sz="2400" spc="0" dirty="0" smtClean="0">
                <a:latin typeface="Arial"/>
                <a:cs typeface="Arial"/>
              </a:rPr>
              <a:t>most) treated the s</a:t>
            </a:r>
            <a:r>
              <a:rPr sz="2400" spc="-10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me w</a:t>
            </a:r>
            <a:r>
              <a:rPr sz="2400" spc="-10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y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ts val="318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756285" algn="l"/>
              </a:tabLst>
            </a:pPr>
            <a:r>
              <a:rPr sz="2400" i="1" dirty="0" smtClean="0">
                <a:latin typeface="Arial"/>
                <a:cs typeface="Arial"/>
              </a:rPr>
              <a:t>Main</a:t>
            </a:r>
            <a:r>
              <a:rPr sz="2400" i="1" spc="5" dirty="0" smtClean="0">
                <a:latin typeface="Arial"/>
                <a:cs typeface="Arial"/>
              </a:rPr>
              <a:t> </a:t>
            </a:r>
            <a:r>
              <a:rPr sz="2400" i="1" spc="0" dirty="0" smtClean="0">
                <a:latin typeface="Arial"/>
                <a:cs typeface="Arial"/>
              </a:rPr>
              <a:t>drawb</a:t>
            </a:r>
            <a:r>
              <a:rPr sz="2400" i="1" spc="-10" dirty="0" smtClean="0">
                <a:latin typeface="Arial"/>
                <a:cs typeface="Arial"/>
              </a:rPr>
              <a:t>a</a:t>
            </a:r>
            <a:r>
              <a:rPr sz="2400" i="1" spc="0" dirty="0" smtClean="0">
                <a:latin typeface="Arial"/>
                <a:cs typeface="Arial"/>
              </a:rPr>
              <a:t>ck</a:t>
            </a:r>
            <a:r>
              <a:rPr sz="2400" spc="0" dirty="0" smtClean="0">
                <a:latin typeface="Arial"/>
                <a:cs typeface="Arial"/>
              </a:rPr>
              <a:t>:</a:t>
            </a:r>
            <a:r>
              <a:rPr sz="2400" spc="5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solidFill>
                  <a:srgbClr val="C0C0C0"/>
                </a:solidFill>
                <a:latin typeface="Arial"/>
                <a:cs typeface="Arial"/>
              </a:rPr>
              <a:t>type errors</a:t>
            </a:r>
            <a:r>
              <a:rPr sz="2400" spc="-10" dirty="0" smtClean="0">
                <a:solidFill>
                  <a:srgbClr val="C0C0C0"/>
                </a:solidFill>
                <a:latin typeface="Arial"/>
                <a:cs typeface="Arial"/>
              </a:rPr>
              <a:t> </a:t>
            </a:r>
            <a:r>
              <a:rPr sz="2400" spc="0" dirty="0" smtClean="0">
                <a:solidFill>
                  <a:srgbClr val="C0C0C0"/>
                </a:solidFill>
                <a:latin typeface="Arial"/>
                <a:cs typeface="Arial"/>
              </a:rPr>
              <a:t>are only caug</a:t>
            </a:r>
            <a:r>
              <a:rPr sz="2400" spc="-10" dirty="0" smtClean="0">
                <a:solidFill>
                  <a:srgbClr val="C0C0C0"/>
                </a:solidFill>
                <a:latin typeface="Arial"/>
                <a:cs typeface="Arial"/>
              </a:rPr>
              <a:t>h</a:t>
            </a:r>
            <a:r>
              <a:rPr sz="2400" spc="0" dirty="0" smtClean="0">
                <a:solidFill>
                  <a:srgbClr val="C0C0C0"/>
                </a:solidFill>
                <a:latin typeface="Arial"/>
                <a:cs typeface="Arial"/>
              </a:rPr>
              <a:t>t</a:t>
            </a:r>
            <a:r>
              <a:rPr sz="2400" spc="15" dirty="0" smtClean="0">
                <a:solidFill>
                  <a:srgbClr val="C0C0C0"/>
                </a:solidFill>
                <a:latin typeface="Arial"/>
                <a:cs typeface="Arial"/>
              </a:rPr>
              <a:t> </a:t>
            </a:r>
            <a:r>
              <a:rPr sz="2400" spc="0" dirty="0" smtClean="0">
                <a:solidFill>
                  <a:srgbClr val="C0C0C0"/>
                </a:solidFill>
                <a:latin typeface="Arial"/>
                <a:cs typeface="Arial"/>
              </a:rPr>
              <a:t>at</a:t>
            </a:r>
            <a:endParaRPr sz="2400">
              <a:latin typeface="Arial"/>
              <a:cs typeface="Arial"/>
            </a:endParaRPr>
          </a:p>
          <a:p>
            <a:pPr marL="756285">
              <a:lnSpc>
                <a:spcPts val="2540"/>
              </a:lnSpc>
            </a:pPr>
            <a:r>
              <a:rPr sz="2400" dirty="0" smtClean="0">
                <a:solidFill>
                  <a:srgbClr val="C0C0C0"/>
                </a:solidFill>
                <a:latin typeface="Arial"/>
                <a:cs typeface="Arial"/>
              </a:rPr>
              <a:t>runtime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2352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7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32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Recom</a:t>
            </a:r>
            <a:r>
              <a:rPr sz="3600" b="1" spc="10" dirty="0" smtClean="0">
                <a:solidFill>
                  <a:srgbClr val="000066"/>
                </a:solidFill>
                <a:latin typeface="Arial"/>
                <a:cs typeface="Arial"/>
              </a:rPr>
              <a:t>m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ended</a:t>
            </a:r>
            <a:r>
              <a:rPr sz="3600" b="1" spc="-2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Reading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302384"/>
            <a:ext cx="7529830" cy="46875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latin typeface="Arial"/>
                <a:cs typeface="Arial"/>
              </a:rPr>
              <a:t>O</a:t>
            </a:r>
            <a:r>
              <a:rPr sz="2400" b="1" spc="-5" dirty="0" smtClean="0">
                <a:latin typeface="Arial"/>
                <a:cs typeface="Arial"/>
              </a:rPr>
              <a:t>n</a:t>
            </a:r>
            <a:r>
              <a:rPr sz="2400" b="1" spc="0" dirty="0" smtClean="0">
                <a:latin typeface="Arial"/>
                <a:cs typeface="Arial"/>
              </a:rPr>
              <a:t>-line</a:t>
            </a:r>
            <a:r>
              <a:rPr sz="2400" b="1" spc="-4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P</a:t>
            </a:r>
            <a:r>
              <a:rPr sz="2400" b="1" spc="-35" dirty="0" smtClean="0">
                <a:latin typeface="Arial"/>
                <a:cs typeface="Arial"/>
              </a:rPr>
              <a:t>y</a:t>
            </a:r>
            <a:r>
              <a:rPr sz="2400" b="1" spc="0" dirty="0" smtClean="0">
                <a:latin typeface="Arial"/>
                <a:cs typeface="Arial"/>
              </a:rPr>
              <a:t>thon</a:t>
            </a:r>
            <a:r>
              <a:rPr sz="2400" b="1" spc="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tutorials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35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dirty="0" smtClean="0">
                <a:latin typeface="Arial"/>
                <a:cs typeface="Arial"/>
              </a:rPr>
              <a:t>The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10" dirty="0" smtClean="0">
                <a:latin typeface="Arial"/>
                <a:cs typeface="Arial"/>
              </a:rPr>
              <a:t>y</a:t>
            </a:r>
            <a:r>
              <a:rPr sz="2000" spc="0" dirty="0" smtClean="0">
                <a:latin typeface="Arial"/>
                <a:cs typeface="Arial"/>
              </a:rPr>
              <a:t>thon Tu</a:t>
            </a:r>
            <a:r>
              <a:rPr sz="2000" spc="-10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orial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5" dirty="0" smtClean="0">
                <a:latin typeface="Arial"/>
                <a:cs typeface="Arial"/>
              </a:rPr>
              <a:t>(</a:t>
            </a:r>
            <a:r>
              <a:rPr sz="20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ht</a:t>
            </a:r>
            <a:r>
              <a:rPr sz="2000" u="heavy" spc="-1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t</a:t>
            </a:r>
            <a:r>
              <a:rPr sz="20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p:</a:t>
            </a:r>
            <a:r>
              <a:rPr sz="2000" u="heavy" spc="-1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/</a:t>
            </a:r>
            <a:r>
              <a:rPr sz="20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/docs</a:t>
            </a:r>
            <a:r>
              <a:rPr sz="2000" u="heavy" spc="-1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.p</a:t>
            </a:r>
            <a:r>
              <a:rPr sz="20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y</a:t>
            </a:r>
            <a:r>
              <a:rPr sz="2000" u="heavy" spc="-15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t</a:t>
            </a:r>
            <a:r>
              <a:rPr sz="20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hon.</a:t>
            </a:r>
            <a:r>
              <a:rPr sz="2000" u="heavy" spc="-1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or</a:t>
            </a:r>
            <a:r>
              <a:rPr sz="20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g/</a:t>
            </a:r>
            <a:r>
              <a:rPr sz="2000" u="heavy" spc="-1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t</a:t>
            </a:r>
            <a:r>
              <a:rPr sz="20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u</a:t>
            </a:r>
            <a:r>
              <a:rPr sz="2000" u="heavy" spc="-2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t</a:t>
            </a:r>
            <a:r>
              <a:rPr sz="20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or</a:t>
            </a:r>
            <a:r>
              <a:rPr sz="2000" u="heavy" spc="-1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i</a:t>
            </a:r>
            <a:r>
              <a:rPr sz="20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al</a:t>
            </a:r>
            <a:r>
              <a:rPr sz="2000" u="heavy" spc="-5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/</a:t>
            </a:r>
            <a:r>
              <a:rPr sz="2000" spc="0" dirty="0" smtClean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1155065" marR="12700" lvl="2" indent="-228600">
              <a:lnSpc>
                <a:spcPts val="2160"/>
              </a:lnSpc>
              <a:spcBef>
                <a:spcPts val="470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1155065" algn="l"/>
              </a:tabLst>
            </a:pPr>
            <a:r>
              <a:rPr sz="1800" spc="0" dirty="0" smtClean="0">
                <a:latin typeface="Arial"/>
                <a:cs typeface="Arial"/>
              </a:rPr>
              <a:t>D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nse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b</a:t>
            </a:r>
            <a:r>
              <a:rPr sz="1800" spc="-10" dirty="0" smtClean="0">
                <a:latin typeface="Arial"/>
                <a:cs typeface="Arial"/>
              </a:rPr>
              <a:t>u</a:t>
            </a:r>
            <a:r>
              <a:rPr sz="1800" spc="0" dirty="0" smtClean="0">
                <a:latin typeface="Arial"/>
                <a:cs typeface="Arial"/>
              </a:rPr>
              <a:t>t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more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com</a:t>
            </a:r>
            <a:r>
              <a:rPr sz="1800" spc="-10" dirty="0" smtClean="0">
                <a:latin typeface="Arial"/>
                <a:cs typeface="Arial"/>
              </a:rPr>
              <a:t>p</a:t>
            </a:r>
            <a:r>
              <a:rPr sz="1800" spc="0" dirty="0" smtClean="0">
                <a:latin typeface="Arial"/>
                <a:cs typeface="Arial"/>
              </a:rPr>
              <a:t>l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te</a:t>
            </a:r>
            <a:r>
              <a:rPr sz="1800" spc="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ov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rvi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w</a:t>
            </a:r>
            <a:r>
              <a:rPr sz="1800" spc="2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of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the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most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im</a:t>
            </a:r>
            <a:r>
              <a:rPr sz="1800" spc="-10" dirty="0" smtClean="0">
                <a:latin typeface="Arial"/>
                <a:cs typeface="Arial"/>
              </a:rPr>
              <a:t>p</a:t>
            </a:r>
            <a:r>
              <a:rPr sz="1800" spc="0" dirty="0" smtClean="0">
                <a:latin typeface="Arial"/>
                <a:cs typeface="Arial"/>
              </a:rPr>
              <a:t>ort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nt</a:t>
            </a:r>
            <a:r>
              <a:rPr sz="1800" spc="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p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rts of the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la</a:t>
            </a:r>
            <a:r>
              <a:rPr sz="1800" spc="-10" dirty="0" smtClean="0">
                <a:latin typeface="Arial"/>
                <a:cs typeface="Arial"/>
              </a:rPr>
              <a:t>n</a:t>
            </a:r>
            <a:r>
              <a:rPr sz="1800" spc="0" dirty="0" smtClean="0">
                <a:latin typeface="Arial"/>
                <a:cs typeface="Arial"/>
              </a:rPr>
              <a:t>g</a:t>
            </a:r>
            <a:r>
              <a:rPr sz="1800" spc="-10" dirty="0" smtClean="0">
                <a:latin typeface="Arial"/>
                <a:cs typeface="Arial"/>
              </a:rPr>
              <a:t>u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-10" dirty="0" smtClean="0">
                <a:latin typeface="Arial"/>
                <a:cs typeface="Arial"/>
              </a:rPr>
              <a:t>g</a:t>
            </a:r>
            <a:r>
              <a:rPr sz="1800" spc="0" dirty="0" smtClean="0"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  <a:p>
            <a:pPr marL="1155065" lvl="2" indent="-228600">
              <a:lnSpc>
                <a:spcPct val="100000"/>
              </a:lnSpc>
              <a:spcBef>
                <a:spcPts val="210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1155065" algn="l"/>
              </a:tabLst>
            </a:pP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e c</a:t>
            </a:r>
            <a:r>
              <a:rPr sz="1800" spc="-10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urse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h</a:t>
            </a:r>
            <a:r>
              <a:rPr sz="1800" spc="-10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me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p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ge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for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ot</a:t>
            </a:r>
            <a:r>
              <a:rPr sz="1800" spc="-10" dirty="0" smtClean="0">
                <a:latin typeface="Arial"/>
                <a:cs typeface="Arial"/>
              </a:rPr>
              <a:t>h</a:t>
            </a:r>
            <a:r>
              <a:rPr sz="1800" spc="0" dirty="0" smtClean="0">
                <a:latin typeface="Arial"/>
                <a:cs typeface="Arial"/>
              </a:rPr>
              <a:t>ers</a:t>
            </a:r>
            <a:endParaRPr sz="1800">
              <a:latin typeface="Arial"/>
              <a:cs typeface="Arial"/>
            </a:endParaRPr>
          </a:p>
          <a:p>
            <a:pPr lvl="2">
              <a:lnSpc>
                <a:spcPts val="850"/>
              </a:lnSpc>
              <a:spcBef>
                <a:spcPts val="29"/>
              </a:spcBef>
              <a:buClr>
                <a:srgbClr val="FF0000"/>
              </a:buClr>
              <a:buFont typeface="Wingdings"/>
              <a:buChar char=""/>
            </a:pPr>
            <a:endParaRPr sz="850"/>
          </a:p>
          <a:p>
            <a:pPr lvl="2"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 lvl="2"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latin typeface="Arial"/>
                <a:cs typeface="Arial"/>
              </a:rPr>
              <a:t>P</a:t>
            </a:r>
            <a:r>
              <a:rPr sz="2400" b="1" spc="-10" dirty="0" smtClean="0">
                <a:latin typeface="Arial"/>
                <a:cs typeface="Arial"/>
              </a:rPr>
              <a:t>E</a:t>
            </a:r>
            <a:r>
              <a:rPr sz="2400" b="1" spc="0" dirty="0" smtClean="0">
                <a:latin typeface="Arial"/>
                <a:cs typeface="Arial"/>
              </a:rPr>
              <a:t>P </a:t>
            </a:r>
            <a:r>
              <a:rPr sz="2400" b="1" spc="-5" dirty="0" smtClean="0">
                <a:latin typeface="Arial"/>
                <a:cs typeface="Arial"/>
              </a:rPr>
              <a:t>8</a:t>
            </a:r>
            <a:r>
              <a:rPr sz="2400" b="1" spc="0" dirty="0" smtClean="0">
                <a:latin typeface="Arial"/>
                <a:cs typeface="Arial"/>
              </a:rPr>
              <a:t>-</a:t>
            </a:r>
            <a:r>
              <a:rPr sz="2400" b="1" spc="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St</a:t>
            </a:r>
            <a:r>
              <a:rPr sz="2400" b="1" spc="-30" dirty="0" smtClean="0">
                <a:latin typeface="Arial"/>
                <a:cs typeface="Arial"/>
              </a:rPr>
              <a:t>y</a:t>
            </a:r>
            <a:r>
              <a:rPr sz="2400" b="1" spc="0" dirty="0" smtClean="0">
                <a:latin typeface="Arial"/>
                <a:cs typeface="Arial"/>
              </a:rPr>
              <a:t>le</a:t>
            </a:r>
            <a:r>
              <a:rPr sz="2400" b="1" spc="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Guide</a:t>
            </a:r>
            <a:r>
              <a:rPr sz="2400" b="1" spc="-2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for P</a:t>
            </a:r>
            <a:r>
              <a:rPr sz="2400" b="1" spc="-35" dirty="0" smtClean="0">
                <a:latin typeface="Arial"/>
                <a:cs typeface="Arial"/>
              </a:rPr>
              <a:t>y</a:t>
            </a:r>
            <a:r>
              <a:rPr sz="2400" b="1" spc="0" dirty="0" smtClean="0">
                <a:latin typeface="Arial"/>
                <a:cs typeface="Arial"/>
              </a:rPr>
              <a:t>thon</a:t>
            </a:r>
            <a:r>
              <a:rPr sz="2400" b="1" spc="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C</a:t>
            </a:r>
            <a:r>
              <a:rPr sz="2400" b="1" spc="-10" dirty="0" smtClean="0">
                <a:latin typeface="Arial"/>
                <a:cs typeface="Arial"/>
              </a:rPr>
              <a:t>o</a:t>
            </a:r>
            <a:r>
              <a:rPr sz="2400" b="1" spc="0" dirty="0" smtClean="0">
                <a:latin typeface="Arial"/>
                <a:cs typeface="Arial"/>
              </a:rPr>
              <a:t>de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29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u="heavy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ht</a:t>
            </a:r>
            <a:r>
              <a:rPr sz="2000" u="heavy" spc="-1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t</a:t>
            </a:r>
            <a:r>
              <a:rPr sz="20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p:</a:t>
            </a:r>
            <a:r>
              <a:rPr sz="2000" u="heavy" spc="-1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/</a:t>
            </a:r>
            <a:r>
              <a:rPr sz="20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/ww</a:t>
            </a:r>
            <a:r>
              <a:rPr sz="2000" u="heavy" spc="5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w</a:t>
            </a:r>
            <a:r>
              <a:rPr sz="20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.p</a:t>
            </a:r>
            <a:r>
              <a:rPr sz="2000" u="heavy" spc="-1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y</a:t>
            </a:r>
            <a:r>
              <a:rPr sz="20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thon.</a:t>
            </a:r>
            <a:r>
              <a:rPr sz="2000" u="heavy" spc="-2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o</a:t>
            </a:r>
            <a:r>
              <a:rPr sz="20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rg</a:t>
            </a:r>
            <a:r>
              <a:rPr sz="2000" u="heavy" spc="-1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/</a:t>
            </a:r>
            <a:r>
              <a:rPr sz="20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dev</a:t>
            </a:r>
            <a:r>
              <a:rPr sz="2000" u="heavy" spc="-1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/</a:t>
            </a:r>
            <a:r>
              <a:rPr sz="20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p</a:t>
            </a:r>
            <a:r>
              <a:rPr sz="2000" u="heavy" spc="-1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e</a:t>
            </a:r>
            <a:r>
              <a:rPr sz="20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ps</a:t>
            </a:r>
            <a:r>
              <a:rPr sz="2000" u="heavy" spc="-1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/</a:t>
            </a:r>
            <a:r>
              <a:rPr sz="20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pep</a:t>
            </a:r>
            <a:r>
              <a:rPr sz="2000" u="heavy" spc="-1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-</a:t>
            </a:r>
            <a:r>
              <a:rPr sz="20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0008/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dirty="0" smtClean="0">
                <a:latin typeface="Arial"/>
                <a:cs typeface="Arial"/>
              </a:rPr>
              <a:t>The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of</a:t>
            </a:r>
            <a:r>
              <a:rPr sz="2000" spc="-15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icial st</a:t>
            </a:r>
            <a:r>
              <a:rPr sz="2000" spc="-15" dirty="0" smtClean="0">
                <a:latin typeface="Arial"/>
                <a:cs typeface="Arial"/>
              </a:rPr>
              <a:t>y</a:t>
            </a:r>
            <a:r>
              <a:rPr sz="2000" spc="0" dirty="0" smtClean="0">
                <a:latin typeface="Arial"/>
                <a:cs typeface="Arial"/>
              </a:rPr>
              <a:t>le</a:t>
            </a:r>
            <a:r>
              <a:rPr sz="2000" spc="-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guide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to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-10" dirty="0" smtClean="0">
                <a:latin typeface="Arial"/>
                <a:cs typeface="Arial"/>
              </a:rPr>
              <a:t>Py</a:t>
            </a:r>
            <a:r>
              <a:rPr sz="2000" spc="0" dirty="0" smtClean="0">
                <a:latin typeface="Arial"/>
                <a:cs typeface="Arial"/>
              </a:rPr>
              <a:t>thon,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conta</a:t>
            </a:r>
            <a:r>
              <a:rPr sz="2000" spc="-10" dirty="0" smtClean="0">
                <a:latin typeface="Arial"/>
                <a:cs typeface="Arial"/>
              </a:rPr>
              <a:t>i</a:t>
            </a:r>
            <a:r>
              <a:rPr sz="2000" spc="0" dirty="0" smtClean="0">
                <a:latin typeface="Arial"/>
                <a:cs typeface="Arial"/>
              </a:rPr>
              <a:t>ns</a:t>
            </a:r>
            <a:r>
              <a:rPr sz="2000" spc="-3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many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helpful</a:t>
            </a:r>
            <a:endParaRPr sz="2000">
              <a:latin typeface="Arial"/>
              <a:cs typeface="Arial"/>
            </a:endParaRPr>
          </a:p>
          <a:p>
            <a:pPr marL="756285">
              <a:lnSpc>
                <a:spcPts val="2360"/>
              </a:lnSpc>
            </a:pPr>
            <a:r>
              <a:rPr sz="2000" dirty="0" smtClean="0">
                <a:latin typeface="Arial"/>
                <a:cs typeface="Arial"/>
              </a:rPr>
              <a:t>prog</a:t>
            </a:r>
            <a:r>
              <a:rPr sz="2000" spc="5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am</a:t>
            </a:r>
            <a:r>
              <a:rPr sz="2000" spc="-15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ing</a:t>
            </a:r>
            <a:r>
              <a:rPr sz="2000" spc="-4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tips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200"/>
              </a:lnSpc>
              <a:spcBef>
                <a:spcPts val="2"/>
              </a:spcBef>
            </a:pPr>
            <a:endParaRPr sz="1200"/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i="1" spc="-35" dirty="0" smtClean="0">
                <a:latin typeface="Arial"/>
                <a:cs typeface="Arial"/>
              </a:rPr>
              <a:t>M</a:t>
            </a:r>
            <a:r>
              <a:rPr sz="2400" b="1" i="1" spc="0" dirty="0" smtClean="0">
                <a:latin typeface="Arial"/>
                <a:cs typeface="Arial"/>
              </a:rPr>
              <a:t>any</a:t>
            </a:r>
            <a:r>
              <a:rPr sz="2400" b="1" i="1" spc="3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other </a:t>
            </a:r>
            <a:r>
              <a:rPr sz="2400" b="1" spc="-10" dirty="0" smtClean="0">
                <a:latin typeface="Arial"/>
                <a:cs typeface="Arial"/>
              </a:rPr>
              <a:t>b</a:t>
            </a:r>
            <a:r>
              <a:rPr sz="2400" b="1" spc="0" dirty="0" smtClean="0">
                <a:latin typeface="Arial"/>
                <a:cs typeface="Arial"/>
              </a:rPr>
              <a:t>ooks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and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on-l</a:t>
            </a:r>
            <a:r>
              <a:rPr sz="2400" b="1" spc="5" dirty="0" smtClean="0">
                <a:latin typeface="Arial"/>
                <a:cs typeface="Arial"/>
              </a:rPr>
              <a:t>i</a:t>
            </a:r>
            <a:r>
              <a:rPr sz="2400" b="1" spc="0" dirty="0" smtClean="0">
                <a:latin typeface="Arial"/>
                <a:cs typeface="Arial"/>
              </a:rPr>
              <a:t>ne</a:t>
            </a:r>
            <a:r>
              <a:rPr sz="2400" b="1" spc="-4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mater</a:t>
            </a:r>
            <a:r>
              <a:rPr sz="2400" b="1" spc="5" dirty="0" smtClean="0">
                <a:latin typeface="Arial"/>
                <a:cs typeface="Arial"/>
              </a:rPr>
              <a:t>i</a:t>
            </a:r>
            <a:r>
              <a:rPr sz="2400" b="1" spc="0" dirty="0" smtClean="0">
                <a:latin typeface="Arial"/>
                <a:cs typeface="Arial"/>
              </a:rPr>
              <a:t>als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29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dirty="0" smtClean="0">
                <a:latin typeface="Arial"/>
                <a:cs typeface="Arial"/>
              </a:rPr>
              <a:t>If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spc="-10" dirty="0" smtClean="0">
                <a:latin typeface="Arial"/>
                <a:cs typeface="Arial"/>
              </a:rPr>
              <a:t>y</a:t>
            </a:r>
            <a:r>
              <a:rPr sz="2000" spc="0" dirty="0" smtClean="0">
                <a:latin typeface="Arial"/>
                <a:cs typeface="Arial"/>
              </a:rPr>
              <a:t>ou ha</a:t>
            </a:r>
            <a:r>
              <a:rPr sz="2000" spc="-15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 specific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quest</a:t>
            </a:r>
            <a:r>
              <a:rPr sz="2000" spc="-10" dirty="0" smtClean="0">
                <a:latin typeface="Arial"/>
                <a:cs typeface="Arial"/>
              </a:rPr>
              <a:t>i</a:t>
            </a:r>
            <a:r>
              <a:rPr sz="2000" spc="0" dirty="0" smtClean="0">
                <a:latin typeface="Arial"/>
                <a:cs typeface="Arial"/>
              </a:rPr>
              <a:t>on,</a:t>
            </a:r>
            <a:r>
              <a:rPr sz="2000" spc="-3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try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Google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f</a:t>
            </a:r>
            <a:r>
              <a:rPr sz="2000" spc="-10" dirty="0" smtClean="0">
                <a:latin typeface="Arial"/>
                <a:cs typeface="Arial"/>
              </a:rPr>
              <a:t>i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5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t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2352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8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32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IMPORTANT!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302384"/>
            <a:ext cx="8144509" cy="443738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latin typeface="Arial"/>
                <a:cs typeface="Arial"/>
              </a:rPr>
              <a:t>T</a:t>
            </a:r>
            <a:r>
              <a:rPr sz="2400" b="1" spc="-10" dirty="0" smtClean="0">
                <a:latin typeface="Arial"/>
                <a:cs typeface="Arial"/>
              </a:rPr>
              <a:t>h</a:t>
            </a:r>
            <a:r>
              <a:rPr sz="2400" b="1" spc="0" dirty="0" smtClean="0">
                <a:latin typeface="Arial"/>
                <a:cs typeface="Arial"/>
              </a:rPr>
              <a:t>is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slide</a:t>
            </a:r>
            <a:r>
              <a:rPr sz="2400" b="1" spc="-2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d</a:t>
            </a:r>
            <a:r>
              <a:rPr sz="2400" b="1" spc="-10" dirty="0" smtClean="0">
                <a:latin typeface="Arial"/>
                <a:cs typeface="Arial"/>
              </a:rPr>
              <a:t>e</a:t>
            </a:r>
            <a:r>
              <a:rPr sz="2400" b="1" spc="0" dirty="0" smtClean="0">
                <a:latin typeface="Arial"/>
                <a:cs typeface="Arial"/>
              </a:rPr>
              <a:t>ck</a:t>
            </a:r>
            <a:r>
              <a:rPr sz="2400" b="1" spc="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is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</a:t>
            </a:r>
            <a:r>
              <a:rPr sz="2400" b="1" spc="5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s</a:t>
            </a:r>
            <a:r>
              <a:rPr sz="2400" b="1" i="1" spc="-10" dirty="0" smtClean="0">
                <a:latin typeface="Arial"/>
                <a:cs typeface="Arial"/>
              </a:rPr>
              <a:t>u</a:t>
            </a:r>
            <a:r>
              <a:rPr sz="2400" b="1" i="1" spc="0" dirty="0" smtClean="0">
                <a:latin typeface="Arial"/>
                <a:cs typeface="Arial"/>
              </a:rPr>
              <a:t>p</a:t>
            </a:r>
            <a:r>
              <a:rPr sz="2400" b="1" i="1" spc="-10" dirty="0" smtClean="0">
                <a:latin typeface="Arial"/>
                <a:cs typeface="Arial"/>
              </a:rPr>
              <a:t>e</a:t>
            </a:r>
            <a:r>
              <a:rPr sz="2400" b="1" i="1" spc="0" dirty="0" smtClean="0">
                <a:latin typeface="Arial"/>
                <a:cs typeface="Arial"/>
              </a:rPr>
              <a:t>rset</a:t>
            </a:r>
            <a:r>
              <a:rPr sz="2400" b="1" i="1" spc="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of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slides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u</a:t>
            </a:r>
            <a:r>
              <a:rPr sz="2400" b="1" spc="-10" dirty="0" smtClean="0">
                <a:latin typeface="Arial"/>
                <a:cs typeface="Arial"/>
              </a:rPr>
              <a:t>s</a:t>
            </a:r>
            <a:r>
              <a:rPr sz="2400" b="1" spc="0" dirty="0" smtClean="0">
                <a:latin typeface="Arial"/>
                <a:cs typeface="Arial"/>
              </a:rPr>
              <a:t>ed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in</a:t>
            </a:r>
            <a:r>
              <a:rPr sz="2400" b="1" spc="-2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lecture.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75"/>
              </a:spcBef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latin typeface="Arial"/>
                <a:cs typeface="Arial"/>
              </a:rPr>
              <a:t>E</a:t>
            </a:r>
            <a:r>
              <a:rPr sz="2400" b="1" spc="-10" dirty="0" smtClean="0">
                <a:latin typeface="Arial"/>
                <a:cs typeface="Arial"/>
              </a:rPr>
              <a:t>x</a:t>
            </a:r>
            <a:r>
              <a:rPr sz="2400" b="1" spc="0" dirty="0" smtClean="0">
                <a:latin typeface="Arial"/>
                <a:cs typeface="Arial"/>
              </a:rPr>
              <a:t>tra sl</a:t>
            </a:r>
            <a:r>
              <a:rPr sz="2400" b="1" spc="5" dirty="0" smtClean="0">
                <a:latin typeface="Arial"/>
                <a:cs typeface="Arial"/>
              </a:rPr>
              <a:t>i</a:t>
            </a:r>
            <a:r>
              <a:rPr sz="2400" b="1" spc="0" dirty="0" smtClean="0">
                <a:latin typeface="Arial"/>
                <a:cs typeface="Arial"/>
              </a:rPr>
              <a:t>des</a:t>
            </a:r>
            <a:r>
              <a:rPr sz="2400" b="1" spc="-10" dirty="0" smtClean="0">
                <a:latin typeface="Arial"/>
                <a:cs typeface="Arial"/>
              </a:rPr>
              <a:t> h</a:t>
            </a:r>
            <a:r>
              <a:rPr sz="2400" b="1" spc="0" dirty="0" smtClean="0">
                <a:latin typeface="Arial"/>
                <a:cs typeface="Arial"/>
              </a:rPr>
              <a:t>ave</a:t>
            </a:r>
            <a:r>
              <a:rPr sz="2400" b="1" spc="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t</a:t>
            </a:r>
            <a:r>
              <a:rPr sz="2400" b="1" spc="5" dirty="0" smtClean="0">
                <a:latin typeface="Arial"/>
                <a:cs typeface="Arial"/>
              </a:rPr>
              <a:t>i</a:t>
            </a:r>
            <a:r>
              <a:rPr sz="2400" b="1" spc="0" dirty="0" smtClean="0">
                <a:latin typeface="Arial"/>
                <a:cs typeface="Arial"/>
              </a:rPr>
              <a:t>t</a:t>
            </a:r>
            <a:r>
              <a:rPr sz="2400" b="1" spc="5" dirty="0" smtClean="0">
                <a:latin typeface="Arial"/>
                <a:cs typeface="Arial"/>
              </a:rPr>
              <a:t>l</a:t>
            </a:r>
            <a:r>
              <a:rPr sz="2400" b="1" spc="0" dirty="0" smtClean="0">
                <a:latin typeface="Arial"/>
                <a:cs typeface="Arial"/>
              </a:rPr>
              <a:t>es</a:t>
            </a:r>
            <a:r>
              <a:rPr sz="2400" b="1" spc="-4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in</a:t>
            </a:r>
            <a:r>
              <a:rPr sz="2400" b="1" spc="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rk</a:t>
            </a:r>
            <a:r>
              <a:rPr sz="2400" b="1" spc="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d.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600"/>
              </a:lnSpc>
              <a:spcBef>
                <a:spcPts val="21"/>
              </a:spcBef>
              <a:buClr>
                <a:srgbClr val="FF0000"/>
              </a:buClr>
              <a:buFont typeface="Wingdings"/>
              <a:buChar char=""/>
            </a:pPr>
            <a:endParaRPr sz="600"/>
          </a:p>
          <a:p>
            <a:pPr marL="355600" marR="387350" indent="-342900">
              <a:lnSpc>
                <a:spcPts val="288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i="1" dirty="0" smtClean="0">
                <a:latin typeface="Arial"/>
                <a:cs typeface="Arial"/>
              </a:rPr>
              <a:t>POINTS</a:t>
            </a:r>
            <a:r>
              <a:rPr sz="2400" b="1" i="1" spc="-1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IN</a:t>
            </a:r>
            <a:r>
              <a:rPr sz="2400" b="1" i="1" spc="-15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400" b="1" i="1" spc="-10" dirty="0" smtClean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4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RK</a:t>
            </a:r>
            <a:r>
              <a:rPr sz="2400" b="1" i="1" spc="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400" b="1" i="1" spc="-10" dirty="0" smtClean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4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400" b="1" i="1" spc="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ON THE SLIDES</a:t>
            </a:r>
            <a:r>
              <a:rPr sz="2400" b="1" i="1" spc="-10" dirty="0" smtClean="0">
                <a:latin typeface="Arial"/>
                <a:cs typeface="Arial"/>
              </a:rPr>
              <a:t> </a:t>
            </a:r>
            <a:r>
              <a:rPr sz="2400" b="1" i="1" spc="5" dirty="0" smtClean="0">
                <a:latin typeface="Arial"/>
                <a:cs typeface="Arial"/>
              </a:rPr>
              <a:t>W</a:t>
            </a:r>
            <a:r>
              <a:rPr sz="2400" b="1" i="1" spc="0" dirty="0" smtClean="0">
                <a:latin typeface="Arial"/>
                <a:cs typeface="Arial"/>
              </a:rPr>
              <a:t>ILL</a:t>
            </a:r>
            <a:r>
              <a:rPr sz="2400" b="1" i="1" spc="-15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ALSO BE</a:t>
            </a:r>
            <a:r>
              <a:rPr sz="2400" b="1" i="1" spc="-1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SKIP</a:t>
            </a:r>
            <a:r>
              <a:rPr sz="2400" b="1" i="1" spc="-10" dirty="0" smtClean="0">
                <a:latin typeface="Arial"/>
                <a:cs typeface="Arial"/>
              </a:rPr>
              <a:t>P</a:t>
            </a:r>
            <a:r>
              <a:rPr sz="2400" b="1" i="1" spc="0" dirty="0" smtClean="0">
                <a:latin typeface="Arial"/>
                <a:cs typeface="Arial"/>
              </a:rPr>
              <a:t>ED</a:t>
            </a:r>
            <a:r>
              <a:rPr sz="2400" b="1" i="1" spc="15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IN</a:t>
            </a:r>
            <a:r>
              <a:rPr sz="2400" b="1" i="1" spc="-1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LE</a:t>
            </a:r>
            <a:r>
              <a:rPr sz="2400" b="1" i="1" spc="-15" dirty="0" smtClean="0">
                <a:latin typeface="Arial"/>
                <a:cs typeface="Arial"/>
              </a:rPr>
              <a:t>C</a:t>
            </a:r>
            <a:r>
              <a:rPr sz="2400" b="1" i="1" spc="0" dirty="0" smtClean="0">
                <a:latin typeface="Arial"/>
                <a:cs typeface="Arial"/>
              </a:rPr>
              <a:t>T</a:t>
            </a:r>
            <a:r>
              <a:rPr sz="2400" b="1" i="1" spc="-10" dirty="0" smtClean="0">
                <a:latin typeface="Arial"/>
                <a:cs typeface="Arial"/>
              </a:rPr>
              <a:t>U</a:t>
            </a:r>
            <a:r>
              <a:rPr sz="2400" b="1" i="1" spc="0" dirty="0" smtClean="0">
                <a:latin typeface="Arial"/>
                <a:cs typeface="Arial"/>
              </a:rPr>
              <a:t>RE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185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i="1" dirty="0" smtClean="0">
                <a:latin typeface="Arial"/>
                <a:cs typeface="Arial"/>
              </a:rPr>
              <a:t>U</a:t>
            </a:r>
            <a:r>
              <a:rPr sz="2000" i="1" spc="5" dirty="0" smtClean="0">
                <a:latin typeface="Arial"/>
                <a:cs typeface="Arial"/>
              </a:rPr>
              <a:t>s</a:t>
            </a:r>
            <a:r>
              <a:rPr sz="2000" i="1" spc="0" dirty="0" smtClean="0">
                <a:latin typeface="Arial"/>
                <a:cs typeface="Arial"/>
              </a:rPr>
              <a:t>ually</a:t>
            </a:r>
            <a:r>
              <a:rPr sz="2000" i="1" spc="-1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they</a:t>
            </a:r>
            <a:r>
              <a:rPr sz="2000" i="1" spc="-40" dirty="0" smtClean="0">
                <a:latin typeface="Arial"/>
                <a:cs typeface="Arial"/>
              </a:rPr>
              <a:t>’</a:t>
            </a:r>
            <a:r>
              <a:rPr sz="2000" i="1" spc="0" dirty="0" smtClean="0">
                <a:latin typeface="Arial"/>
                <a:cs typeface="Arial"/>
              </a:rPr>
              <a:t>re</a:t>
            </a:r>
            <a:r>
              <a:rPr sz="2000" i="1" spc="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about</a:t>
            </a:r>
            <a:r>
              <a:rPr sz="2000" i="1" spc="-3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parts</a:t>
            </a:r>
            <a:r>
              <a:rPr sz="2000" i="1" spc="-2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of</a:t>
            </a:r>
            <a:r>
              <a:rPr sz="2000" i="1" spc="-25" dirty="0" smtClean="0">
                <a:latin typeface="Arial"/>
                <a:cs typeface="Arial"/>
              </a:rPr>
              <a:t> </a:t>
            </a:r>
            <a:r>
              <a:rPr sz="2000" i="1" spc="-10" dirty="0" smtClean="0">
                <a:latin typeface="Arial"/>
                <a:cs typeface="Arial"/>
              </a:rPr>
              <a:t>P</a:t>
            </a:r>
            <a:r>
              <a:rPr sz="2000" i="1" spc="0" dirty="0" smtClean="0">
                <a:latin typeface="Arial"/>
                <a:cs typeface="Arial"/>
              </a:rPr>
              <a:t>ython</a:t>
            </a:r>
            <a:r>
              <a:rPr sz="2000" i="1" spc="-20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that</a:t>
            </a:r>
            <a:r>
              <a:rPr sz="2000" i="1" spc="-30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are</a:t>
            </a:r>
            <a:r>
              <a:rPr sz="2000" i="1" spc="-2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ve</a:t>
            </a:r>
            <a:r>
              <a:rPr sz="2000" i="1" spc="5" dirty="0" smtClean="0">
                <a:latin typeface="Arial"/>
                <a:cs typeface="Arial"/>
              </a:rPr>
              <a:t>r</a:t>
            </a:r>
            <a:r>
              <a:rPr sz="2000" i="1" spc="0" dirty="0" smtClean="0">
                <a:latin typeface="Arial"/>
                <a:cs typeface="Arial"/>
              </a:rPr>
              <a:t>y</a:t>
            </a:r>
            <a:r>
              <a:rPr sz="2000" i="1" spc="-35" dirty="0" smtClean="0">
                <a:latin typeface="Arial"/>
                <a:cs typeface="Arial"/>
              </a:rPr>
              <a:t> </a:t>
            </a:r>
            <a:r>
              <a:rPr sz="2000" i="1" spc="-20" dirty="0" smtClean="0">
                <a:latin typeface="Arial"/>
                <a:cs typeface="Arial"/>
              </a:rPr>
              <a:t>m</a:t>
            </a:r>
            <a:r>
              <a:rPr sz="2000" i="1" spc="0" dirty="0" smtClean="0">
                <a:latin typeface="Arial"/>
                <a:cs typeface="Arial"/>
              </a:rPr>
              <a:t>uch like</a:t>
            </a:r>
            <a:r>
              <a:rPr sz="2000" i="1" spc="-1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Ja</a:t>
            </a:r>
            <a:r>
              <a:rPr sz="2000" i="1" spc="5" dirty="0" smtClean="0">
                <a:latin typeface="Arial"/>
                <a:cs typeface="Arial"/>
              </a:rPr>
              <a:t>v</a:t>
            </a:r>
            <a:r>
              <a:rPr sz="2000" i="1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85"/>
              </a:spcBef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solidFill>
                  <a:srgbClr val="C00000"/>
                </a:solidFill>
                <a:latin typeface="Arial"/>
                <a:cs typeface="Arial"/>
              </a:rPr>
              <a:t>SO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4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WON’T</a:t>
            </a:r>
            <a:r>
              <a:rPr sz="24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LK</a:t>
            </a:r>
            <a:r>
              <a:rPr sz="2400" b="1" spc="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B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OUT THIS POINT</a:t>
            </a:r>
            <a:r>
              <a:rPr sz="2400" b="1" spc="-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IN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LE</a:t>
            </a:r>
            <a:r>
              <a:rPr sz="2400" b="1" spc="-15" dirty="0" smtClean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RE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75"/>
              </a:spcBef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latin typeface="Arial"/>
                <a:cs typeface="Arial"/>
              </a:rPr>
              <a:t>The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full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slide</a:t>
            </a:r>
            <a:r>
              <a:rPr sz="2400" b="1" spc="-2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set provides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 reason</a:t>
            </a:r>
            <a:r>
              <a:rPr sz="2400" b="1" spc="-10" dirty="0" smtClean="0">
                <a:latin typeface="Arial"/>
                <a:cs typeface="Arial"/>
              </a:rPr>
              <a:t>a</a:t>
            </a:r>
            <a:r>
              <a:rPr sz="2400" b="1" spc="0" dirty="0" smtClean="0">
                <a:latin typeface="Arial"/>
                <a:cs typeface="Arial"/>
              </a:rPr>
              <a:t>ble manual for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ts val="2830"/>
              </a:lnSpc>
            </a:pPr>
            <a:r>
              <a:rPr sz="2400" b="1" dirty="0" smtClean="0">
                <a:latin typeface="Arial"/>
                <a:cs typeface="Arial"/>
              </a:rPr>
              <a:t>P</a:t>
            </a:r>
            <a:r>
              <a:rPr sz="2400" b="1" spc="-35" dirty="0" smtClean="0">
                <a:latin typeface="Arial"/>
                <a:cs typeface="Arial"/>
              </a:rPr>
              <a:t>y</a:t>
            </a:r>
            <a:r>
              <a:rPr sz="2400" b="1" spc="0" dirty="0" smtClean="0">
                <a:latin typeface="Arial"/>
                <a:cs typeface="Arial"/>
              </a:rPr>
              <a:t>tho</a:t>
            </a:r>
            <a:r>
              <a:rPr sz="2400" b="1" spc="-10" dirty="0" smtClean="0">
                <a:latin typeface="Arial"/>
                <a:cs typeface="Arial"/>
              </a:rPr>
              <a:t>n</a:t>
            </a:r>
            <a:r>
              <a:rPr sz="2400" b="1" spc="0" dirty="0" smtClean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650"/>
              </a:lnSpc>
              <a:spcBef>
                <a:spcPts val="24"/>
              </a:spcBef>
            </a:pPr>
            <a:endParaRPr sz="650"/>
          </a:p>
          <a:p>
            <a:pPr marL="355600" marR="822325" indent="-342900">
              <a:lnSpc>
                <a:spcPts val="288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i="1" dirty="0" smtClean="0">
                <a:latin typeface="Arial"/>
                <a:cs typeface="Arial"/>
              </a:rPr>
              <a:t>LE</a:t>
            </a:r>
            <a:r>
              <a:rPr sz="2400" b="1" i="1" spc="-15" dirty="0" smtClean="0">
                <a:latin typeface="Arial"/>
                <a:cs typeface="Arial"/>
              </a:rPr>
              <a:t>A</a:t>
            </a:r>
            <a:r>
              <a:rPr sz="2400" b="1" i="1" spc="0" dirty="0" smtClean="0">
                <a:latin typeface="Arial"/>
                <a:cs typeface="Arial"/>
              </a:rPr>
              <a:t>RN</a:t>
            </a:r>
            <a:r>
              <a:rPr sz="2400" b="1" i="1" spc="15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P</a:t>
            </a:r>
            <a:r>
              <a:rPr sz="2400" b="1" i="1" spc="-10" dirty="0" smtClean="0">
                <a:latin typeface="Arial"/>
                <a:cs typeface="Arial"/>
              </a:rPr>
              <a:t>Y</a:t>
            </a:r>
            <a:r>
              <a:rPr sz="2400" b="1" i="1" spc="0" dirty="0" smtClean="0">
                <a:latin typeface="Arial"/>
                <a:cs typeface="Arial"/>
              </a:rPr>
              <a:t>T</a:t>
            </a:r>
            <a:r>
              <a:rPr sz="2400" b="1" i="1" spc="-10" dirty="0" smtClean="0">
                <a:latin typeface="Arial"/>
                <a:cs typeface="Arial"/>
              </a:rPr>
              <a:t>H</a:t>
            </a:r>
            <a:r>
              <a:rPr sz="2400" b="1" i="1" spc="0" dirty="0" smtClean="0">
                <a:latin typeface="Arial"/>
                <a:cs typeface="Arial"/>
              </a:rPr>
              <a:t>ON BY</a:t>
            </a:r>
            <a:r>
              <a:rPr sz="2400" b="1" i="1" spc="5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PL</a:t>
            </a:r>
            <a:r>
              <a:rPr sz="2400" b="1" i="1" spc="-15" dirty="0" smtClean="0">
                <a:latin typeface="Arial"/>
                <a:cs typeface="Arial"/>
              </a:rPr>
              <a:t>A</a:t>
            </a:r>
            <a:r>
              <a:rPr sz="2400" b="1" i="1" spc="0" dirty="0" smtClean="0">
                <a:latin typeface="Arial"/>
                <a:cs typeface="Arial"/>
              </a:rPr>
              <a:t>YING</a:t>
            </a:r>
            <a:r>
              <a:rPr sz="2400" b="1" i="1" spc="-1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WITH</a:t>
            </a:r>
            <a:r>
              <a:rPr sz="2400" b="1" i="1" spc="-10" dirty="0" smtClean="0">
                <a:latin typeface="Arial"/>
                <a:cs typeface="Arial"/>
              </a:rPr>
              <a:t> </a:t>
            </a:r>
            <a:r>
              <a:rPr sz="2400" b="1" i="1" spc="-15" dirty="0" smtClean="0">
                <a:latin typeface="Arial"/>
                <a:cs typeface="Arial"/>
              </a:rPr>
              <a:t>E</a:t>
            </a:r>
            <a:r>
              <a:rPr sz="2400" b="1" i="1" spc="0" dirty="0" smtClean="0">
                <a:latin typeface="Arial"/>
                <a:cs typeface="Arial"/>
              </a:rPr>
              <a:t>X</a:t>
            </a:r>
            <a:r>
              <a:rPr sz="2400" b="1" i="1" spc="-10" dirty="0" smtClean="0">
                <a:latin typeface="Arial"/>
                <a:cs typeface="Arial"/>
              </a:rPr>
              <a:t>A</a:t>
            </a:r>
            <a:r>
              <a:rPr sz="2400" b="1" i="1" spc="-35" dirty="0" smtClean="0">
                <a:latin typeface="Arial"/>
                <a:cs typeface="Arial"/>
              </a:rPr>
              <a:t>M</a:t>
            </a:r>
            <a:r>
              <a:rPr sz="2400" b="1" i="1" spc="0" dirty="0" smtClean="0">
                <a:latin typeface="Arial"/>
                <a:cs typeface="Arial"/>
              </a:rPr>
              <a:t>PL</a:t>
            </a:r>
            <a:r>
              <a:rPr sz="2400" b="1" i="1" spc="-15" dirty="0" smtClean="0">
                <a:latin typeface="Arial"/>
                <a:cs typeface="Arial"/>
              </a:rPr>
              <a:t>E</a:t>
            </a:r>
            <a:r>
              <a:rPr sz="2400" b="1" i="1" spc="0" dirty="0" smtClean="0">
                <a:latin typeface="Arial"/>
                <a:cs typeface="Arial"/>
              </a:rPr>
              <a:t>S F</a:t>
            </a:r>
            <a:r>
              <a:rPr sz="2400" b="1" i="1" spc="-10" dirty="0" smtClean="0">
                <a:latin typeface="Arial"/>
                <a:cs typeface="Arial"/>
              </a:rPr>
              <a:t>R</a:t>
            </a:r>
            <a:r>
              <a:rPr sz="2400" b="1" i="1" spc="0" dirty="0" smtClean="0">
                <a:latin typeface="Arial"/>
                <a:cs typeface="Arial"/>
              </a:rPr>
              <a:t>OM T</a:t>
            </a:r>
            <a:r>
              <a:rPr sz="2400" b="1" i="1" spc="-10" dirty="0" smtClean="0">
                <a:latin typeface="Arial"/>
                <a:cs typeface="Arial"/>
              </a:rPr>
              <a:t>H</a:t>
            </a:r>
            <a:r>
              <a:rPr sz="2400" b="1" i="1" spc="0" dirty="0" smtClean="0">
                <a:latin typeface="Arial"/>
                <a:cs typeface="Arial"/>
              </a:rPr>
              <a:t>E SLID</a:t>
            </a:r>
            <a:r>
              <a:rPr sz="2400" b="1" i="1" spc="-15" dirty="0" smtClean="0">
                <a:latin typeface="Arial"/>
                <a:cs typeface="Arial"/>
              </a:rPr>
              <a:t>E</a:t>
            </a:r>
            <a:r>
              <a:rPr sz="2400" b="1" i="1" spc="0" dirty="0" smtClean="0">
                <a:latin typeface="Arial"/>
                <a:cs typeface="Arial"/>
              </a:rPr>
              <a:t>S &amp; </a:t>
            </a:r>
            <a:r>
              <a:rPr sz="2400" b="1" i="1" spc="-35" dirty="0" smtClean="0">
                <a:latin typeface="Arial"/>
                <a:cs typeface="Arial"/>
              </a:rPr>
              <a:t>M</a:t>
            </a:r>
            <a:r>
              <a:rPr sz="2400" b="1" i="1" spc="0" dirty="0" smtClean="0">
                <a:latin typeface="Arial"/>
                <a:cs typeface="Arial"/>
              </a:rPr>
              <a:t>A</a:t>
            </a:r>
            <a:r>
              <a:rPr sz="2400" b="1" i="1" spc="-10" dirty="0" smtClean="0">
                <a:latin typeface="Arial"/>
                <a:cs typeface="Arial"/>
              </a:rPr>
              <a:t>K</a:t>
            </a:r>
            <a:r>
              <a:rPr sz="2400" b="1" i="1" spc="0" dirty="0" smtClean="0">
                <a:latin typeface="Arial"/>
                <a:cs typeface="Arial"/>
              </a:rPr>
              <a:t>ING</a:t>
            </a:r>
            <a:r>
              <a:rPr sz="2400" b="1" i="1" spc="4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UP</a:t>
            </a:r>
            <a:r>
              <a:rPr sz="2400" b="1" i="1" spc="-1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YOUR OWN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185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dirty="0" smtClean="0">
                <a:latin typeface="Arial"/>
                <a:cs typeface="Arial"/>
              </a:rPr>
              <a:t>That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10" dirty="0" smtClean="0">
                <a:latin typeface="Arial"/>
                <a:cs typeface="Arial"/>
              </a:rPr>
              <a:t>y</a:t>
            </a:r>
            <a:r>
              <a:rPr sz="2000" spc="0" dirty="0" smtClean="0">
                <a:latin typeface="Arial"/>
                <a:cs typeface="Arial"/>
              </a:rPr>
              <a:t>thon is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interp</a:t>
            </a:r>
            <a:r>
              <a:rPr sz="2000" spc="5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eted</a:t>
            </a:r>
            <a:r>
              <a:rPr sz="2000" spc="-4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&amp;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simple</a:t>
            </a:r>
            <a:r>
              <a:rPr sz="2000" spc="5" dirty="0" smtClean="0">
                <a:latin typeface="Arial"/>
                <a:cs typeface="Arial"/>
              </a:rPr>
              <a:t> </a:t>
            </a:r>
            <a:r>
              <a:rPr sz="2000" spc="-10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5" dirty="0" smtClean="0">
                <a:latin typeface="Arial"/>
                <a:cs typeface="Arial"/>
              </a:rPr>
              <a:t>k</a:t>
            </a:r>
            <a:r>
              <a:rPr sz="2000" spc="0" dirty="0" smtClean="0">
                <a:latin typeface="Arial"/>
                <a:cs typeface="Arial"/>
              </a:rPr>
              <a:t>es</a:t>
            </a:r>
            <a:r>
              <a:rPr sz="2000" spc="-3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this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ea</a:t>
            </a:r>
            <a:r>
              <a:rPr sz="2000" spc="5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y</a:t>
            </a:r>
            <a:r>
              <a:rPr sz="2000" spc="-15" dirty="0" smtClean="0">
                <a:latin typeface="Arial"/>
                <a:cs typeface="Arial"/>
              </a:rPr>
              <a:t>.</a:t>
            </a:r>
            <a:r>
              <a:rPr sz="2000" spc="0" dirty="0" smtClean="0">
                <a:latin typeface="Arial"/>
                <a:cs typeface="Arial"/>
              </a:rPr>
              <a:t>.</a:t>
            </a:r>
            <a:r>
              <a:rPr sz="2000" spc="-10" dirty="0" smtClean="0">
                <a:latin typeface="Arial"/>
                <a:cs typeface="Arial"/>
              </a:rPr>
              <a:t>.</a:t>
            </a:r>
            <a:r>
              <a:rPr sz="2000" spc="0" dirty="0" smtClean="0">
                <a:latin typeface="Arial"/>
                <a:cs typeface="Arial"/>
              </a:rPr>
              <a:t>..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5454" y="2602610"/>
            <a:ext cx="3273425" cy="4965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 smtClean="0">
                <a:solidFill>
                  <a:srgbClr val="000066"/>
                </a:solidFill>
                <a:latin typeface="Arial"/>
                <a:cs typeface="Arial"/>
              </a:rPr>
              <a:t>T</a:t>
            </a:r>
            <a:r>
              <a:rPr sz="3200" b="1" spc="-10" dirty="0" smtClean="0">
                <a:solidFill>
                  <a:srgbClr val="000066"/>
                </a:solidFill>
                <a:latin typeface="Arial"/>
                <a:cs typeface="Arial"/>
              </a:rPr>
              <a:t>e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c</a:t>
            </a:r>
            <a:r>
              <a:rPr sz="3200" b="1" spc="-10" dirty="0" smtClean="0">
                <a:solidFill>
                  <a:srgbClr val="000066"/>
                </a:solidFill>
                <a:latin typeface="Arial"/>
                <a:cs typeface="Arial"/>
              </a:rPr>
              <a:t>h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ni</a:t>
            </a:r>
            <a:r>
              <a:rPr sz="3200" b="1" spc="-15" dirty="0" smtClean="0">
                <a:solidFill>
                  <a:srgbClr val="000066"/>
                </a:solidFill>
                <a:latin typeface="Arial"/>
                <a:cs typeface="Arial"/>
              </a:rPr>
              <a:t>c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al</a:t>
            </a:r>
            <a:r>
              <a:rPr sz="3200" b="1" spc="-40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I</a:t>
            </a:r>
            <a:r>
              <a:rPr sz="3200" b="1" spc="-10" dirty="0" smtClean="0">
                <a:solidFill>
                  <a:srgbClr val="000066"/>
                </a:solidFill>
                <a:latin typeface="Arial"/>
                <a:cs typeface="Arial"/>
              </a:rPr>
              <a:t>s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s</a:t>
            </a:r>
            <a:r>
              <a:rPr sz="3200" b="1" spc="-10" dirty="0" smtClean="0">
                <a:solidFill>
                  <a:srgbClr val="000066"/>
                </a:solidFill>
                <a:latin typeface="Arial"/>
                <a:cs typeface="Arial"/>
              </a:rPr>
              <a:t>u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es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3925570"/>
            <a:ext cx="4095750" cy="3759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 smtClean="0">
                <a:latin typeface="Arial"/>
                <a:cs typeface="Arial"/>
              </a:rPr>
              <a:t>Install</a:t>
            </a:r>
            <a:r>
              <a:rPr sz="2400" b="1" spc="5" dirty="0" smtClean="0">
                <a:latin typeface="Arial"/>
                <a:cs typeface="Arial"/>
              </a:rPr>
              <a:t>i</a:t>
            </a:r>
            <a:r>
              <a:rPr sz="2400" b="1" spc="0" dirty="0" smtClean="0">
                <a:latin typeface="Arial"/>
                <a:cs typeface="Arial"/>
              </a:rPr>
              <a:t>ng</a:t>
            </a:r>
            <a:r>
              <a:rPr sz="2400" b="1" spc="-5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&amp; R</a:t>
            </a:r>
            <a:r>
              <a:rPr sz="2400" b="1" spc="-10" dirty="0" smtClean="0">
                <a:latin typeface="Arial"/>
                <a:cs typeface="Arial"/>
              </a:rPr>
              <a:t>u</a:t>
            </a:r>
            <a:r>
              <a:rPr sz="2400" b="1" spc="0" dirty="0" smtClean="0">
                <a:latin typeface="Arial"/>
                <a:cs typeface="Arial"/>
              </a:rPr>
              <a:t>nning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P</a:t>
            </a:r>
            <a:r>
              <a:rPr sz="2400" b="1" spc="-35" dirty="0" smtClean="0">
                <a:latin typeface="Arial"/>
                <a:cs typeface="Arial"/>
              </a:rPr>
              <a:t>y</a:t>
            </a:r>
            <a:r>
              <a:rPr sz="2400" b="1" spc="0" dirty="0" smtClean="0">
                <a:latin typeface="Arial"/>
                <a:cs typeface="Arial"/>
              </a:rPr>
              <a:t>thon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470906" y="4295602"/>
            <a:ext cx="1708956" cy="1814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965442" y="6366255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10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5454" y="551941"/>
            <a:ext cx="3351529" cy="5441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ts val="4285"/>
              </a:lnSpc>
              <a:tabLst>
                <a:tab pos="1509395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Wh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i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ch	Python?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215009"/>
            <a:ext cx="7579359" cy="46837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08928"/>
              <a:buFont typeface="Wingdings"/>
              <a:buChar char=""/>
              <a:tabLst>
                <a:tab pos="354965" algn="l"/>
              </a:tabLst>
            </a:pPr>
            <a:r>
              <a:rPr sz="2800" b="1" spc="-20" dirty="0" smtClean="0">
                <a:latin typeface="Arial"/>
                <a:cs typeface="Arial"/>
              </a:rPr>
              <a:t>P</a:t>
            </a:r>
            <a:r>
              <a:rPr sz="2800" b="1" spc="-60" dirty="0" smtClean="0">
                <a:latin typeface="Arial"/>
                <a:cs typeface="Arial"/>
              </a:rPr>
              <a:t>y</a:t>
            </a:r>
            <a:r>
              <a:rPr sz="2800" b="1" spc="-20" dirty="0" smtClean="0">
                <a:latin typeface="Arial"/>
                <a:cs typeface="Arial"/>
              </a:rPr>
              <a:t>thon</a:t>
            </a:r>
            <a:r>
              <a:rPr sz="2800" b="1" spc="50" dirty="0" smtClean="0">
                <a:latin typeface="Arial"/>
                <a:cs typeface="Arial"/>
              </a:rPr>
              <a:t> </a:t>
            </a:r>
            <a:r>
              <a:rPr sz="2800" b="1" spc="-15" dirty="0" smtClean="0">
                <a:latin typeface="Arial"/>
                <a:cs typeface="Arial"/>
              </a:rPr>
              <a:t>2.7</a:t>
            </a:r>
            <a:endParaRPr sz="2800">
              <a:latin typeface="Arial"/>
              <a:cs typeface="Arial"/>
            </a:endParaRPr>
          </a:p>
          <a:p>
            <a:pPr marL="756285" lvl="1" indent="-287020">
              <a:lnSpc>
                <a:spcPts val="29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756285" algn="l"/>
              </a:tabLst>
            </a:pPr>
            <a:r>
              <a:rPr sz="2400" dirty="0" smtClean="0">
                <a:latin typeface="Arial"/>
                <a:cs typeface="Arial"/>
              </a:rPr>
              <a:t>C</a:t>
            </a:r>
            <a:r>
              <a:rPr sz="2400" spc="-10" dirty="0" smtClean="0">
                <a:latin typeface="Arial"/>
                <a:cs typeface="Arial"/>
              </a:rPr>
              <a:t>u</a:t>
            </a:r>
            <a:r>
              <a:rPr sz="2400" spc="0" dirty="0" smtClean="0">
                <a:latin typeface="Arial"/>
                <a:cs typeface="Arial"/>
              </a:rPr>
              <a:t>r</a:t>
            </a:r>
            <a:r>
              <a:rPr sz="2400" spc="5" dirty="0" smtClean="0">
                <a:latin typeface="Arial"/>
                <a:cs typeface="Arial"/>
              </a:rPr>
              <a:t>r</a:t>
            </a:r>
            <a:r>
              <a:rPr sz="2400" spc="0" dirty="0" smtClean="0">
                <a:latin typeface="Arial"/>
                <a:cs typeface="Arial"/>
              </a:rPr>
              <a:t>ent versi</a:t>
            </a:r>
            <a:r>
              <a:rPr sz="2400" spc="-10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n</a:t>
            </a:r>
            <a:r>
              <a:rPr sz="2400" spc="1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on En</a:t>
            </a:r>
            <a:r>
              <a:rPr sz="2400" spc="-15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ac,</a:t>
            </a:r>
            <a:r>
              <a:rPr sz="2400" spc="15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so</a:t>
            </a:r>
            <a:r>
              <a:rPr sz="2400" spc="-1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w</a:t>
            </a:r>
            <a:r>
              <a:rPr sz="2400" spc="-10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’</a:t>
            </a:r>
            <a:r>
              <a:rPr sz="2400" spc="-10" dirty="0" smtClean="0">
                <a:latin typeface="Arial"/>
                <a:cs typeface="Arial"/>
              </a:rPr>
              <a:t>l</a:t>
            </a:r>
            <a:r>
              <a:rPr sz="2400" spc="0" dirty="0" smtClean="0">
                <a:latin typeface="Arial"/>
                <a:cs typeface="Arial"/>
              </a:rPr>
              <a:t>l</a:t>
            </a:r>
            <a:r>
              <a:rPr sz="2400" spc="3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use it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ts val="288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756285" algn="l"/>
              </a:tabLst>
            </a:pPr>
            <a:r>
              <a:rPr sz="2400" dirty="0" smtClean="0">
                <a:latin typeface="Arial"/>
                <a:cs typeface="Arial"/>
              </a:rPr>
              <a:t>Last</a:t>
            </a:r>
            <a:r>
              <a:rPr sz="2400" spc="-1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stable</a:t>
            </a:r>
            <a:r>
              <a:rPr sz="2400" spc="5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rele</a:t>
            </a:r>
            <a:r>
              <a:rPr sz="2400" spc="-10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se</a:t>
            </a:r>
            <a:r>
              <a:rPr sz="2400" spc="1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before versi</a:t>
            </a:r>
            <a:r>
              <a:rPr sz="2400" spc="-10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n</a:t>
            </a:r>
            <a:r>
              <a:rPr sz="2400" spc="1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ts val="279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756285" algn="l"/>
              </a:tabLst>
            </a:pPr>
            <a:r>
              <a:rPr sz="2400" dirty="0" smtClean="0">
                <a:latin typeface="Arial"/>
                <a:cs typeface="Arial"/>
              </a:rPr>
              <a:t>I</a:t>
            </a:r>
            <a:r>
              <a:rPr sz="2400" spc="5" dirty="0" smtClean="0">
                <a:latin typeface="Arial"/>
                <a:cs typeface="Arial"/>
              </a:rPr>
              <a:t>m</a:t>
            </a:r>
            <a:r>
              <a:rPr sz="2400" spc="0" dirty="0" smtClean="0">
                <a:latin typeface="Arial"/>
                <a:cs typeface="Arial"/>
              </a:rPr>
              <a:t>p</a:t>
            </a:r>
            <a:r>
              <a:rPr sz="2400" spc="-10" dirty="0" smtClean="0">
                <a:latin typeface="Arial"/>
                <a:cs typeface="Arial"/>
              </a:rPr>
              <a:t>l</a:t>
            </a:r>
            <a:r>
              <a:rPr sz="2400" spc="0" dirty="0" smtClean="0">
                <a:latin typeface="Arial"/>
                <a:cs typeface="Arial"/>
              </a:rPr>
              <a:t>ements some </a:t>
            </a:r>
            <a:r>
              <a:rPr sz="2400" spc="-10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f the new</a:t>
            </a:r>
            <a:r>
              <a:rPr sz="2400" spc="5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features</a:t>
            </a:r>
            <a:r>
              <a:rPr sz="2400" spc="-1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in</a:t>
            </a:r>
            <a:r>
              <a:rPr sz="2400" spc="-1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versi</a:t>
            </a:r>
            <a:r>
              <a:rPr sz="2400" spc="-10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n</a:t>
            </a:r>
            <a:r>
              <a:rPr sz="2400" spc="1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3,</a:t>
            </a:r>
            <a:endParaRPr sz="2400">
              <a:latin typeface="Arial"/>
              <a:cs typeface="Arial"/>
            </a:endParaRPr>
          </a:p>
          <a:p>
            <a:pPr marL="756285">
              <a:lnSpc>
                <a:spcPts val="2345"/>
              </a:lnSpc>
            </a:pPr>
            <a:r>
              <a:rPr sz="2400" dirty="0" smtClean="0">
                <a:latin typeface="Arial"/>
                <a:cs typeface="Arial"/>
              </a:rPr>
              <a:t>b</a:t>
            </a:r>
            <a:r>
              <a:rPr sz="2400" spc="-10" dirty="0" smtClean="0">
                <a:latin typeface="Arial"/>
                <a:cs typeface="Arial"/>
              </a:rPr>
              <a:t>u</a:t>
            </a:r>
            <a:r>
              <a:rPr sz="2400" spc="0" dirty="0" smtClean="0">
                <a:latin typeface="Arial"/>
                <a:cs typeface="Arial"/>
              </a:rPr>
              <a:t>t fu</a:t>
            </a:r>
            <a:r>
              <a:rPr sz="2400" spc="-10" dirty="0" smtClean="0">
                <a:latin typeface="Arial"/>
                <a:cs typeface="Arial"/>
              </a:rPr>
              <a:t>l</a:t>
            </a:r>
            <a:r>
              <a:rPr sz="2400" spc="0" dirty="0" smtClean="0">
                <a:latin typeface="Arial"/>
                <a:cs typeface="Arial"/>
              </a:rPr>
              <a:t>ly</a:t>
            </a:r>
            <a:r>
              <a:rPr sz="2400" spc="5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b</a:t>
            </a:r>
            <a:r>
              <a:rPr sz="2400" spc="-10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ck</a:t>
            </a:r>
            <a:r>
              <a:rPr sz="2400" spc="-10" dirty="0" smtClean="0">
                <a:latin typeface="Arial"/>
                <a:cs typeface="Arial"/>
              </a:rPr>
              <a:t>w</a:t>
            </a:r>
            <a:r>
              <a:rPr sz="2400" spc="0" dirty="0" smtClean="0">
                <a:latin typeface="Arial"/>
                <a:cs typeface="Arial"/>
              </a:rPr>
              <a:t>ards</a:t>
            </a:r>
            <a:r>
              <a:rPr sz="2400" spc="1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comp</a:t>
            </a:r>
            <a:r>
              <a:rPr sz="2400" spc="-10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tib</a:t>
            </a:r>
            <a:r>
              <a:rPr sz="2400" spc="-10" dirty="0" smtClean="0">
                <a:latin typeface="Arial"/>
                <a:cs typeface="Arial"/>
              </a:rPr>
              <a:t>l</a:t>
            </a:r>
            <a:r>
              <a:rPr sz="2400" spc="0" dirty="0" smtClean="0"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850"/>
              </a:lnSpc>
              <a:spcBef>
                <a:spcPts val="47"/>
              </a:spcBef>
            </a:pPr>
            <a:endParaRPr sz="850"/>
          </a:p>
          <a:p>
            <a:pPr>
              <a:lnSpc>
                <a:spcPts val="1000"/>
              </a:lnSpc>
            </a:pPr>
            <a:endParaRPr sz="1000"/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08928"/>
              <a:buFont typeface="Wingdings"/>
              <a:buChar char=""/>
              <a:tabLst>
                <a:tab pos="354965" algn="l"/>
              </a:tabLst>
            </a:pPr>
            <a:r>
              <a:rPr sz="2800" b="1" spc="-20" dirty="0" smtClean="0">
                <a:latin typeface="Arial"/>
                <a:cs typeface="Arial"/>
              </a:rPr>
              <a:t>P</a:t>
            </a:r>
            <a:r>
              <a:rPr sz="2800" b="1" spc="-60" dirty="0" smtClean="0">
                <a:latin typeface="Arial"/>
                <a:cs typeface="Arial"/>
              </a:rPr>
              <a:t>y</a:t>
            </a:r>
            <a:r>
              <a:rPr sz="2800" b="1" spc="-20" dirty="0" smtClean="0">
                <a:latin typeface="Arial"/>
                <a:cs typeface="Arial"/>
              </a:rPr>
              <a:t>thon</a:t>
            </a:r>
            <a:r>
              <a:rPr sz="2800" b="1" spc="50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3</a:t>
            </a:r>
            <a:endParaRPr sz="2800">
              <a:latin typeface="Arial"/>
              <a:cs typeface="Arial"/>
            </a:endParaRPr>
          </a:p>
          <a:p>
            <a:pPr marL="756285" lvl="1" indent="-287020">
              <a:lnSpc>
                <a:spcPts val="2885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756285" algn="l"/>
              </a:tabLst>
            </a:pPr>
            <a:r>
              <a:rPr sz="2400" dirty="0" smtClean="0">
                <a:latin typeface="Arial"/>
                <a:cs typeface="Arial"/>
              </a:rPr>
              <a:t>R</a:t>
            </a:r>
            <a:r>
              <a:rPr sz="2400" spc="-10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l</a:t>
            </a:r>
            <a:r>
              <a:rPr sz="2400" spc="-10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ased</a:t>
            </a:r>
            <a:r>
              <a:rPr sz="2400" spc="3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a few</a:t>
            </a:r>
            <a:r>
              <a:rPr sz="2400" spc="-10" dirty="0" smtClean="0">
                <a:latin typeface="Arial"/>
                <a:cs typeface="Arial"/>
              </a:rPr>
              <a:t> y</a:t>
            </a:r>
            <a:r>
              <a:rPr sz="2400" spc="0" dirty="0" smtClean="0">
                <a:latin typeface="Arial"/>
                <a:cs typeface="Arial"/>
              </a:rPr>
              <a:t>ears ago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ts val="289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756285" algn="l"/>
              </a:tabLst>
            </a:pPr>
            <a:r>
              <a:rPr sz="2400" dirty="0" smtClean="0">
                <a:latin typeface="Arial"/>
                <a:cs typeface="Arial"/>
              </a:rPr>
              <a:t>Many ch</a:t>
            </a:r>
            <a:r>
              <a:rPr sz="2400" spc="-10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n</a:t>
            </a:r>
            <a:r>
              <a:rPr sz="2400" spc="-10" dirty="0" smtClean="0">
                <a:latin typeface="Arial"/>
                <a:cs typeface="Arial"/>
              </a:rPr>
              <a:t>g</a:t>
            </a:r>
            <a:r>
              <a:rPr sz="2400" spc="0" dirty="0" smtClean="0">
                <a:latin typeface="Arial"/>
                <a:cs typeface="Arial"/>
              </a:rPr>
              <a:t>es</a:t>
            </a:r>
            <a:r>
              <a:rPr sz="2400" spc="1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(inc</a:t>
            </a:r>
            <a:r>
              <a:rPr sz="2400" spc="-15" dirty="0" smtClean="0">
                <a:latin typeface="Arial"/>
                <a:cs typeface="Arial"/>
              </a:rPr>
              <a:t>l</a:t>
            </a:r>
            <a:r>
              <a:rPr sz="2400" spc="0" dirty="0" smtClean="0">
                <a:latin typeface="Arial"/>
                <a:cs typeface="Arial"/>
              </a:rPr>
              <a:t>u</a:t>
            </a:r>
            <a:r>
              <a:rPr sz="2400" spc="-10" dirty="0" smtClean="0">
                <a:latin typeface="Arial"/>
                <a:cs typeface="Arial"/>
              </a:rPr>
              <a:t>d</a:t>
            </a:r>
            <a:r>
              <a:rPr sz="2400" spc="0" dirty="0" smtClean="0">
                <a:latin typeface="Arial"/>
                <a:cs typeface="Arial"/>
              </a:rPr>
              <a:t>i</a:t>
            </a:r>
            <a:r>
              <a:rPr sz="2400" spc="-10" dirty="0" smtClean="0">
                <a:latin typeface="Arial"/>
                <a:cs typeface="Arial"/>
              </a:rPr>
              <a:t>n</a:t>
            </a:r>
            <a:r>
              <a:rPr sz="2400" spc="0" dirty="0" smtClean="0">
                <a:latin typeface="Arial"/>
                <a:cs typeface="Arial"/>
              </a:rPr>
              <a:t>g</a:t>
            </a:r>
            <a:r>
              <a:rPr sz="2400" spc="45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i</a:t>
            </a:r>
            <a:r>
              <a:rPr sz="2400" spc="-10" dirty="0" smtClean="0">
                <a:latin typeface="Arial"/>
                <a:cs typeface="Arial"/>
              </a:rPr>
              <a:t>n</a:t>
            </a:r>
            <a:r>
              <a:rPr sz="2400" spc="0" dirty="0" smtClean="0">
                <a:latin typeface="Arial"/>
                <a:cs typeface="Arial"/>
              </a:rPr>
              <a:t>comp</a:t>
            </a:r>
            <a:r>
              <a:rPr sz="2400" spc="-10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tib</a:t>
            </a:r>
            <a:r>
              <a:rPr sz="2400" spc="-10" dirty="0" smtClean="0">
                <a:latin typeface="Arial"/>
                <a:cs typeface="Arial"/>
              </a:rPr>
              <a:t>l</a:t>
            </a:r>
            <a:r>
              <a:rPr sz="2400" spc="0" dirty="0" smtClean="0">
                <a:latin typeface="Arial"/>
                <a:cs typeface="Arial"/>
              </a:rPr>
              <a:t>e</a:t>
            </a:r>
            <a:r>
              <a:rPr sz="2400" spc="3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ch</a:t>
            </a:r>
            <a:r>
              <a:rPr sz="2400" spc="-10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n</a:t>
            </a:r>
            <a:r>
              <a:rPr sz="2400" spc="-10" dirty="0" smtClean="0">
                <a:latin typeface="Arial"/>
                <a:cs typeface="Arial"/>
              </a:rPr>
              <a:t>g</a:t>
            </a:r>
            <a:r>
              <a:rPr sz="2400" spc="0" dirty="0" smtClean="0">
                <a:latin typeface="Arial"/>
                <a:cs typeface="Arial"/>
              </a:rPr>
              <a:t>es)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ts val="288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756285" algn="l"/>
              </a:tabLst>
            </a:pPr>
            <a:r>
              <a:rPr sz="2400" i="1" dirty="0" smtClean="0">
                <a:latin typeface="Arial"/>
                <a:cs typeface="Arial"/>
              </a:rPr>
              <a:t>Much </a:t>
            </a:r>
            <a:r>
              <a:rPr sz="2400" dirty="0" smtClean="0">
                <a:latin typeface="Arial"/>
                <a:cs typeface="Arial"/>
              </a:rPr>
              <a:t>cl</a:t>
            </a:r>
            <a:r>
              <a:rPr sz="2400" spc="-10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an</a:t>
            </a:r>
            <a:r>
              <a:rPr sz="2400" spc="-10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r</a:t>
            </a:r>
            <a:r>
              <a:rPr sz="2400" spc="15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l</a:t>
            </a:r>
            <a:r>
              <a:rPr sz="2400" spc="-10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ng</a:t>
            </a:r>
            <a:r>
              <a:rPr sz="2400" spc="-10" dirty="0" smtClean="0">
                <a:latin typeface="Arial"/>
                <a:cs typeface="Arial"/>
              </a:rPr>
              <a:t>u</a:t>
            </a:r>
            <a:r>
              <a:rPr sz="2400" spc="0" dirty="0" smtClean="0">
                <a:latin typeface="Arial"/>
                <a:cs typeface="Arial"/>
              </a:rPr>
              <a:t>age</a:t>
            </a:r>
            <a:r>
              <a:rPr sz="2400" spc="4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in</a:t>
            </a:r>
            <a:r>
              <a:rPr sz="2400" spc="-10" dirty="0" smtClean="0">
                <a:latin typeface="Arial"/>
                <a:cs typeface="Arial"/>
              </a:rPr>
              <a:t> </a:t>
            </a:r>
            <a:r>
              <a:rPr sz="2400" spc="5" dirty="0" smtClean="0">
                <a:latin typeface="Arial"/>
                <a:cs typeface="Arial"/>
              </a:rPr>
              <a:t>m</a:t>
            </a:r>
            <a:r>
              <a:rPr sz="2400" spc="0" dirty="0" smtClean="0">
                <a:latin typeface="Arial"/>
                <a:cs typeface="Arial"/>
              </a:rPr>
              <a:t>any w</a:t>
            </a:r>
            <a:r>
              <a:rPr sz="2400" spc="-10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ys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ts val="287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756285" algn="l"/>
              </a:tabLst>
            </a:pPr>
            <a:r>
              <a:rPr sz="2400" dirty="0" smtClean="0">
                <a:latin typeface="Arial"/>
                <a:cs typeface="Arial"/>
              </a:rPr>
              <a:t>Strings use Un</a:t>
            </a:r>
            <a:r>
              <a:rPr sz="2400" spc="-15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code,</a:t>
            </a:r>
            <a:r>
              <a:rPr sz="2400" spc="2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not</a:t>
            </a:r>
            <a:r>
              <a:rPr sz="2400" spc="-1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A</a:t>
            </a:r>
            <a:r>
              <a:rPr sz="2400" spc="-10" dirty="0" smtClean="0">
                <a:latin typeface="Arial"/>
                <a:cs typeface="Arial"/>
              </a:rPr>
              <a:t>S</a:t>
            </a:r>
            <a:r>
              <a:rPr sz="2400" spc="0" dirty="0" smtClean="0">
                <a:latin typeface="Arial"/>
                <a:cs typeface="Arial"/>
              </a:rPr>
              <a:t>CII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ts val="28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756285" algn="l"/>
              </a:tabLst>
            </a:pPr>
            <a:r>
              <a:rPr sz="2400" dirty="0" smtClean="0">
                <a:latin typeface="Arial"/>
                <a:cs typeface="Arial"/>
              </a:rPr>
              <a:t>B</a:t>
            </a:r>
            <a:r>
              <a:rPr sz="2400" spc="-10" dirty="0" smtClean="0">
                <a:latin typeface="Arial"/>
                <a:cs typeface="Arial"/>
              </a:rPr>
              <a:t>u</a:t>
            </a:r>
            <a:r>
              <a:rPr sz="2400" spc="0" dirty="0" smtClean="0">
                <a:latin typeface="Arial"/>
                <a:cs typeface="Arial"/>
              </a:rPr>
              <a:t>t:</a:t>
            </a:r>
            <a:r>
              <a:rPr sz="2400" spc="-15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A few important th</a:t>
            </a:r>
            <a:r>
              <a:rPr sz="2400" spc="-10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rd party </a:t>
            </a:r>
            <a:r>
              <a:rPr sz="2400" spc="-10" dirty="0" smtClean="0">
                <a:latin typeface="Arial"/>
                <a:cs typeface="Arial"/>
              </a:rPr>
              <a:t>l</a:t>
            </a:r>
            <a:r>
              <a:rPr sz="2400" spc="0" dirty="0" smtClean="0">
                <a:latin typeface="Arial"/>
                <a:cs typeface="Arial"/>
              </a:rPr>
              <a:t>i</a:t>
            </a:r>
            <a:r>
              <a:rPr sz="2400" spc="-10" dirty="0" smtClean="0">
                <a:latin typeface="Arial"/>
                <a:cs typeface="Arial"/>
              </a:rPr>
              <a:t>b</a:t>
            </a:r>
            <a:r>
              <a:rPr sz="2400" spc="0" dirty="0" smtClean="0">
                <a:latin typeface="Arial"/>
                <a:cs typeface="Arial"/>
              </a:rPr>
              <a:t>rari</a:t>
            </a:r>
            <a:r>
              <a:rPr sz="2400" spc="-10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s</a:t>
            </a:r>
            <a:r>
              <a:rPr sz="2400" spc="25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are not</a:t>
            </a:r>
            <a:endParaRPr sz="2400">
              <a:latin typeface="Arial"/>
              <a:cs typeface="Arial"/>
            </a:endParaRPr>
          </a:p>
          <a:p>
            <a:pPr marL="756285">
              <a:lnSpc>
                <a:spcPts val="2345"/>
              </a:lnSpc>
            </a:pPr>
            <a:r>
              <a:rPr sz="2400" dirty="0" smtClean="0">
                <a:latin typeface="Arial"/>
                <a:cs typeface="Arial"/>
              </a:rPr>
              <a:t>yet</a:t>
            </a:r>
            <a:r>
              <a:rPr sz="2400" spc="-1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comp</a:t>
            </a:r>
            <a:r>
              <a:rPr sz="2400" spc="-10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tib</a:t>
            </a:r>
            <a:r>
              <a:rPr sz="2400" spc="-10" dirty="0" smtClean="0">
                <a:latin typeface="Arial"/>
                <a:cs typeface="Arial"/>
              </a:rPr>
              <a:t>l</a:t>
            </a:r>
            <a:r>
              <a:rPr sz="2400" spc="0" dirty="0" smtClean="0">
                <a:latin typeface="Arial"/>
                <a:cs typeface="Arial"/>
              </a:rPr>
              <a:t>e</a:t>
            </a:r>
            <a:r>
              <a:rPr sz="2400" spc="2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w</a:t>
            </a:r>
            <a:r>
              <a:rPr sz="2400" spc="-15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th Python</a:t>
            </a:r>
            <a:r>
              <a:rPr sz="2400" spc="-1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3 </a:t>
            </a:r>
            <a:r>
              <a:rPr sz="2400" spc="5" dirty="0" smtClean="0">
                <a:latin typeface="Arial"/>
                <a:cs typeface="Arial"/>
              </a:rPr>
              <a:t>r</a:t>
            </a:r>
            <a:r>
              <a:rPr sz="2400" spc="0" dirty="0" smtClean="0">
                <a:latin typeface="Arial"/>
                <a:cs typeface="Arial"/>
              </a:rPr>
              <a:t>i</a:t>
            </a:r>
            <a:r>
              <a:rPr sz="2400" spc="-10" dirty="0" smtClean="0">
                <a:latin typeface="Arial"/>
                <a:cs typeface="Arial"/>
              </a:rPr>
              <a:t>g</a:t>
            </a:r>
            <a:r>
              <a:rPr sz="2400" spc="0" dirty="0" smtClean="0">
                <a:latin typeface="Arial"/>
                <a:cs typeface="Arial"/>
              </a:rPr>
              <a:t>ht now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965442" y="6366255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11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5454" y="551941"/>
            <a:ext cx="4928870" cy="5441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ts val="4285"/>
              </a:lnSpc>
              <a:tabLst>
                <a:tab pos="952500" algn="l"/>
                <a:tab pos="2628900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The	Python	Interpreter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215009"/>
            <a:ext cx="6457315" cy="36010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08928"/>
              <a:buFont typeface="Wingdings"/>
              <a:buChar char=""/>
              <a:tabLst>
                <a:tab pos="354965" algn="l"/>
              </a:tabLst>
            </a:pPr>
            <a:r>
              <a:rPr sz="2800" b="1" spc="-15" dirty="0" smtClean="0">
                <a:latin typeface="Arial"/>
                <a:cs typeface="Arial"/>
              </a:rPr>
              <a:t>Intera</a:t>
            </a:r>
            <a:r>
              <a:rPr sz="2800" b="1" spc="-20" dirty="0" smtClean="0">
                <a:latin typeface="Arial"/>
                <a:cs typeface="Arial"/>
              </a:rPr>
              <a:t>c</a:t>
            </a:r>
            <a:r>
              <a:rPr sz="2800" b="1" spc="-5" dirty="0" smtClean="0">
                <a:latin typeface="Arial"/>
                <a:cs typeface="Arial"/>
              </a:rPr>
              <a:t>t</a:t>
            </a:r>
            <a:r>
              <a:rPr sz="2800" b="1" spc="-15" dirty="0" smtClean="0">
                <a:latin typeface="Arial"/>
                <a:cs typeface="Arial"/>
              </a:rPr>
              <a:t>ive</a:t>
            </a:r>
            <a:r>
              <a:rPr sz="2800" b="1" spc="10" dirty="0" smtClean="0">
                <a:latin typeface="Arial"/>
                <a:cs typeface="Arial"/>
              </a:rPr>
              <a:t> </a:t>
            </a:r>
            <a:r>
              <a:rPr sz="2800" b="1" spc="-15" dirty="0" smtClean="0">
                <a:latin typeface="Arial"/>
                <a:cs typeface="Arial"/>
              </a:rPr>
              <a:t>inter</a:t>
            </a:r>
            <a:r>
              <a:rPr sz="2800" b="1" spc="-5" dirty="0" smtClean="0">
                <a:latin typeface="Arial"/>
                <a:cs typeface="Arial"/>
              </a:rPr>
              <a:t>f</a:t>
            </a:r>
            <a:r>
              <a:rPr sz="2800" b="1" spc="-20" dirty="0" smtClean="0">
                <a:latin typeface="Arial"/>
                <a:cs typeface="Arial"/>
              </a:rPr>
              <a:t>a</a:t>
            </a:r>
            <a:r>
              <a:rPr sz="2800" b="1" spc="-15" dirty="0" smtClean="0">
                <a:latin typeface="Arial"/>
                <a:cs typeface="Arial"/>
              </a:rPr>
              <a:t>c</a:t>
            </a:r>
            <a:r>
              <a:rPr sz="2800" b="1" spc="-20" dirty="0" smtClean="0">
                <a:latin typeface="Arial"/>
                <a:cs typeface="Arial"/>
              </a:rPr>
              <a:t>e</a:t>
            </a:r>
            <a:r>
              <a:rPr sz="2800" b="1" spc="15" dirty="0" smtClean="0">
                <a:latin typeface="Arial"/>
                <a:cs typeface="Arial"/>
              </a:rPr>
              <a:t> </a:t>
            </a:r>
            <a:r>
              <a:rPr sz="2800" b="1" spc="-15" dirty="0" smtClean="0">
                <a:latin typeface="Arial"/>
                <a:cs typeface="Arial"/>
              </a:rPr>
              <a:t>to</a:t>
            </a:r>
            <a:r>
              <a:rPr sz="2800" b="1" spc="-5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P</a:t>
            </a:r>
            <a:r>
              <a:rPr sz="2800" b="1" spc="-55" dirty="0" smtClean="0">
                <a:latin typeface="Arial"/>
                <a:cs typeface="Arial"/>
              </a:rPr>
              <a:t>y</a:t>
            </a:r>
            <a:r>
              <a:rPr sz="2800" b="1" spc="-20" dirty="0" smtClean="0">
                <a:latin typeface="Arial"/>
                <a:cs typeface="Arial"/>
              </a:rPr>
              <a:t>thon</a:t>
            </a:r>
            <a:endParaRPr sz="28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175"/>
              </a:spcBef>
            </a:pPr>
            <a:r>
              <a:rPr sz="1600" b="1" spc="-15" dirty="0" smtClean="0">
                <a:latin typeface="Arial"/>
                <a:cs typeface="Arial"/>
              </a:rPr>
              <a:t>% </a:t>
            </a:r>
            <a:r>
              <a:rPr sz="1600" b="1" spc="-10" dirty="0" smtClean="0">
                <a:latin typeface="Arial"/>
                <a:cs typeface="Arial"/>
              </a:rPr>
              <a:t>p</a:t>
            </a:r>
            <a:r>
              <a:rPr sz="1600" b="1" spc="-55" dirty="0" smtClean="0">
                <a:latin typeface="Arial"/>
                <a:cs typeface="Arial"/>
              </a:rPr>
              <a:t>y</a:t>
            </a:r>
            <a:r>
              <a:rPr sz="1600" b="1" spc="-10" dirty="0" smtClean="0">
                <a:latin typeface="Arial"/>
                <a:cs typeface="Arial"/>
              </a:rPr>
              <a:t>t</a:t>
            </a:r>
            <a:r>
              <a:rPr sz="1600" b="1" spc="-20" dirty="0" smtClean="0">
                <a:latin typeface="Arial"/>
                <a:cs typeface="Arial"/>
              </a:rPr>
              <a:t>h</a:t>
            </a:r>
            <a:r>
              <a:rPr sz="1600" b="1" spc="-10" dirty="0" smtClean="0">
                <a:latin typeface="Arial"/>
                <a:cs typeface="Arial"/>
              </a:rPr>
              <a:t>on</a:t>
            </a:r>
            <a:endParaRPr sz="16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434"/>
              </a:spcBef>
            </a:pPr>
            <a:r>
              <a:rPr sz="1600" spc="-15" dirty="0" smtClean="0">
                <a:latin typeface="Arial"/>
                <a:cs typeface="Arial"/>
              </a:rPr>
              <a:t>P</a:t>
            </a:r>
            <a:r>
              <a:rPr sz="1600" spc="-25" dirty="0" smtClean="0">
                <a:latin typeface="Arial"/>
                <a:cs typeface="Arial"/>
              </a:rPr>
              <a:t>y</a:t>
            </a:r>
            <a:r>
              <a:rPr sz="1600" spc="-10" dirty="0" smtClean="0">
                <a:latin typeface="Arial"/>
                <a:cs typeface="Arial"/>
              </a:rPr>
              <a:t>thon</a:t>
            </a:r>
            <a:r>
              <a:rPr sz="1600" spc="20" dirty="0" smtClean="0">
                <a:latin typeface="Arial"/>
                <a:cs typeface="Arial"/>
              </a:rPr>
              <a:t> </a:t>
            </a:r>
            <a:r>
              <a:rPr sz="1600" spc="-10" dirty="0" smtClean="0">
                <a:latin typeface="Arial"/>
                <a:cs typeface="Arial"/>
              </a:rPr>
              <a:t>2.5</a:t>
            </a:r>
            <a:r>
              <a:rPr sz="1600" spc="10" dirty="0" smtClean="0">
                <a:latin typeface="Arial"/>
                <a:cs typeface="Arial"/>
              </a:rPr>
              <a:t> </a:t>
            </a:r>
            <a:r>
              <a:rPr sz="1600" spc="-10" dirty="0" smtClean="0">
                <a:latin typeface="Arial"/>
                <a:cs typeface="Arial"/>
              </a:rPr>
              <a:t>(</a:t>
            </a:r>
            <a:r>
              <a:rPr sz="1600" spc="-20" dirty="0" smtClean="0">
                <a:latin typeface="Arial"/>
                <a:cs typeface="Arial"/>
              </a:rPr>
              <a:t>r</a:t>
            </a:r>
            <a:r>
              <a:rPr sz="1600" spc="-10" dirty="0" smtClean="0">
                <a:latin typeface="Arial"/>
                <a:cs typeface="Arial"/>
              </a:rPr>
              <a:t>25:51908,</a:t>
            </a:r>
            <a:r>
              <a:rPr sz="1600" spc="35" dirty="0" smtClean="0">
                <a:latin typeface="Arial"/>
                <a:cs typeface="Arial"/>
              </a:rPr>
              <a:t> </a:t>
            </a:r>
            <a:r>
              <a:rPr sz="1600" spc="-10" dirty="0" smtClean="0">
                <a:latin typeface="Arial"/>
                <a:cs typeface="Arial"/>
              </a:rPr>
              <a:t>May</a:t>
            </a:r>
            <a:r>
              <a:rPr sz="1600" spc="5" dirty="0" smtClean="0">
                <a:latin typeface="Arial"/>
                <a:cs typeface="Arial"/>
              </a:rPr>
              <a:t> </a:t>
            </a:r>
            <a:r>
              <a:rPr sz="1600" spc="-10" dirty="0" smtClean="0">
                <a:latin typeface="Arial"/>
                <a:cs typeface="Arial"/>
              </a:rPr>
              <a:t>25</a:t>
            </a:r>
            <a:r>
              <a:rPr sz="1600" spc="10" dirty="0" smtClean="0">
                <a:latin typeface="Arial"/>
                <a:cs typeface="Arial"/>
              </a:rPr>
              <a:t> </a:t>
            </a:r>
            <a:r>
              <a:rPr sz="1600" spc="-10" dirty="0" smtClean="0">
                <a:latin typeface="Arial"/>
                <a:cs typeface="Arial"/>
              </a:rPr>
              <a:t>2007,</a:t>
            </a:r>
            <a:r>
              <a:rPr sz="1600" spc="10" dirty="0" smtClean="0">
                <a:latin typeface="Arial"/>
                <a:cs typeface="Arial"/>
              </a:rPr>
              <a:t> </a:t>
            </a:r>
            <a:r>
              <a:rPr sz="1600" spc="-10" dirty="0" smtClean="0">
                <a:latin typeface="Arial"/>
                <a:cs typeface="Arial"/>
              </a:rPr>
              <a:t>16:14:04)</a:t>
            </a:r>
            <a:endParaRPr sz="16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84"/>
              </a:spcBef>
            </a:pPr>
            <a:r>
              <a:rPr sz="1600" spc="-5" dirty="0" smtClean="0">
                <a:latin typeface="Arial"/>
                <a:cs typeface="Arial"/>
              </a:rPr>
              <a:t>[</a:t>
            </a:r>
            <a:r>
              <a:rPr sz="1600" spc="-20" dirty="0" smtClean="0">
                <a:latin typeface="Arial"/>
                <a:cs typeface="Arial"/>
              </a:rPr>
              <a:t>G</a:t>
            </a:r>
            <a:r>
              <a:rPr sz="1600" spc="-15" dirty="0" smtClean="0">
                <a:latin typeface="Arial"/>
                <a:cs typeface="Arial"/>
              </a:rPr>
              <a:t>CC</a:t>
            </a:r>
            <a:r>
              <a:rPr sz="1600" spc="20" dirty="0" smtClean="0">
                <a:latin typeface="Arial"/>
                <a:cs typeface="Arial"/>
              </a:rPr>
              <a:t> </a:t>
            </a:r>
            <a:r>
              <a:rPr sz="1600" spc="-10" dirty="0" smtClean="0">
                <a:latin typeface="Arial"/>
                <a:cs typeface="Arial"/>
              </a:rPr>
              <a:t>4.1.2</a:t>
            </a:r>
            <a:r>
              <a:rPr sz="1600" spc="10" dirty="0" smtClean="0">
                <a:latin typeface="Arial"/>
                <a:cs typeface="Arial"/>
              </a:rPr>
              <a:t> </a:t>
            </a:r>
            <a:r>
              <a:rPr sz="1600" spc="-10" dirty="0" smtClean="0">
                <a:latin typeface="Arial"/>
                <a:cs typeface="Arial"/>
              </a:rPr>
              <a:t>20061115 (p</a:t>
            </a:r>
            <a:r>
              <a:rPr sz="1600" spc="-20" dirty="0" smtClean="0">
                <a:latin typeface="Arial"/>
                <a:cs typeface="Arial"/>
              </a:rPr>
              <a:t>r</a:t>
            </a:r>
            <a:r>
              <a:rPr sz="1600" spc="-10" dirty="0" smtClean="0">
                <a:latin typeface="Arial"/>
                <a:cs typeface="Arial"/>
              </a:rPr>
              <a:t>erelea</a:t>
            </a:r>
            <a:r>
              <a:rPr sz="1600" spc="-5" dirty="0" smtClean="0">
                <a:latin typeface="Arial"/>
                <a:cs typeface="Arial"/>
              </a:rPr>
              <a:t>s</a:t>
            </a:r>
            <a:r>
              <a:rPr sz="1600" spc="-10" dirty="0" smtClean="0">
                <a:latin typeface="Arial"/>
                <a:cs typeface="Arial"/>
              </a:rPr>
              <a:t>e)</a:t>
            </a:r>
            <a:r>
              <a:rPr sz="1600" spc="30" dirty="0" smtClean="0">
                <a:latin typeface="Arial"/>
                <a:cs typeface="Arial"/>
              </a:rPr>
              <a:t> </a:t>
            </a:r>
            <a:r>
              <a:rPr sz="1600" spc="-10" dirty="0" smtClean="0">
                <a:latin typeface="Arial"/>
                <a:cs typeface="Arial"/>
              </a:rPr>
              <a:t>(SUSE Linux</a:t>
            </a:r>
            <a:r>
              <a:rPr sz="1600" spc="-20" dirty="0" smtClean="0">
                <a:latin typeface="Arial"/>
                <a:cs typeface="Arial"/>
              </a:rPr>
              <a:t>)</a:t>
            </a:r>
            <a:r>
              <a:rPr sz="1600" spc="-5" dirty="0" smtClean="0">
                <a:latin typeface="Arial"/>
                <a:cs typeface="Arial"/>
              </a:rPr>
              <a:t>]</a:t>
            </a:r>
            <a:r>
              <a:rPr sz="1600" spc="20" dirty="0" smtClean="0">
                <a:latin typeface="Arial"/>
                <a:cs typeface="Arial"/>
              </a:rPr>
              <a:t> </a:t>
            </a:r>
            <a:r>
              <a:rPr sz="1600" spc="-10" dirty="0" smtClean="0">
                <a:latin typeface="Arial"/>
                <a:cs typeface="Arial"/>
              </a:rPr>
              <a:t>on</a:t>
            </a:r>
            <a:r>
              <a:rPr sz="1600" spc="-5" dirty="0" smtClean="0">
                <a:latin typeface="Arial"/>
                <a:cs typeface="Arial"/>
              </a:rPr>
              <a:t> </a:t>
            </a:r>
            <a:r>
              <a:rPr sz="1600" spc="0" dirty="0" smtClean="0">
                <a:latin typeface="Arial"/>
                <a:cs typeface="Arial"/>
              </a:rPr>
              <a:t>l</a:t>
            </a:r>
            <a:r>
              <a:rPr sz="1600" spc="-10" dirty="0" smtClean="0">
                <a:latin typeface="Arial"/>
                <a:cs typeface="Arial"/>
              </a:rPr>
              <a:t>inux2</a:t>
            </a:r>
            <a:endParaRPr sz="16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84"/>
              </a:spcBef>
            </a:pPr>
            <a:r>
              <a:rPr sz="1600" spc="-10" dirty="0" smtClean="0">
                <a:latin typeface="Arial"/>
                <a:cs typeface="Arial"/>
              </a:rPr>
              <a:t>T</a:t>
            </a:r>
            <a:r>
              <a:rPr sz="1600" spc="-35" dirty="0" smtClean="0">
                <a:latin typeface="Arial"/>
                <a:cs typeface="Arial"/>
              </a:rPr>
              <a:t>y</a:t>
            </a:r>
            <a:r>
              <a:rPr sz="1600" spc="-10" dirty="0" smtClean="0">
                <a:latin typeface="Arial"/>
                <a:cs typeface="Arial"/>
              </a:rPr>
              <a:t>pe</a:t>
            </a:r>
            <a:r>
              <a:rPr sz="1600" spc="20" dirty="0" smtClean="0">
                <a:latin typeface="Arial"/>
                <a:cs typeface="Arial"/>
              </a:rPr>
              <a:t> </a:t>
            </a:r>
            <a:r>
              <a:rPr sz="1600" spc="-10" dirty="0" smtClean="0">
                <a:latin typeface="Arial"/>
                <a:cs typeface="Arial"/>
              </a:rPr>
              <a:t>"help",</a:t>
            </a:r>
            <a:r>
              <a:rPr sz="1600" spc="-5" dirty="0" smtClean="0">
                <a:latin typeface="Arial"/>
                <a:cs typeface="Arial"/>
              </a:rPr>
              <a:t> </a:t>
            </a:r>
            <a:r>
              <a:rPr sz="1600" spc="-10" dirty="0" smtClean="0">
                <a:latin typeface="Arial"/>
                <a:cs typeface="Arial"/>
              </a:rPr>
              <a:t>"cop</a:t>
            </a:r>
            <a:r>
              <a:rPr sz="1600" spc="-30" dirty="0" smtClean="0">
                <a:latin typeface="Arial"/>
                <a:cs typeface="Arial"/>
              </a:rPr>
              <a:t>y</a:t>
            </a:r>
            <a:r>
              <a:rPr sz="1600" spc="-10" dirty="0" smtClean="0">
                <a:latin typeface="Arial"/>
                <a:cs typeface="Arial"/>
              </a:rPr>
              <a:t>right",</a:t>
            </a:r>
            <a:r>
              <a:rPr sz="1600" spc="35" dirty="0" smtClean="0">
                <a:latin typeface="Arial"/>
                <a:cs typeface="Arial"/>
              </a:rPr>
              <a:t> </a:t>
            </a:r>
            <a:r>
              <a:rPr sz="1600" spc="-10" dirty="0" smtClean="0">
                <a:latin typeface="Arial"/>
                <a:cs typeface="Arial"/>
              </a:rPr>
              <a:t>"credits"</a:t>
            </a:r>
            <a:r>
              <a:rPr sz="1600" spc="-20" dirty="0" smtClean="0">
                <a:latin typeface="Arial"/>
                <a:cs typeface="Arial"/>
              </a:rPr>
              <a:t> </a:t>
            </a:r>
            <a:r>
              <a:rPr sz="1600" spc="-10" dirty="0" smtClean="0">
                <a:latin typeface="Arial"/>
                <a:cs typeface="Arial"/>
              </a:rPr>
              <a:t>or</a:t>
            </a:r>
            <a:r>
              <a:rPr sz="1600" spc="15" dirty="0" smtClean="0">
                <a:latin typeface="Arial"/>
                <a:cs typeface="Arial"/>
              </a:rPr>
              <a:t> </a:t>
            </a:r>
            <a:r>
              <a:rPr sz="1600" spc="-5" dirty="0" smtClean="0">
                <a:latin typeface="Arial"/>
                <a:cs typeface="Arial"/>
              </a:rPr>
              <a:t>"l</a:t>
            </a:r>
            <a:r>
              <a:rPr sz="1600" spc="0" dirty="0" smtClean="0">
                <a:latin typeface="Arial"/>
                <a:cs typeface="Arial"/>
              </a:rPr>
              <a:t>i</a:t>
            </a:r>
            <a:r>
              <a:rPr sz="1600" spc="-10" dirty="0" smtClean="0">
                <a:latin typeface="Arial"/>
                <a:cs typeface="Arial"/>
              </a:rPr>
              <a:t>cen</a:t>
            </a:r>
            <a:r>
              <a:rPr sz="1600" spc="-5" dirty="0" smtClean="0">
                <a:latin typeface="Arial"/>
                <a:cs typeface="Arial"/>
              </a:rPr>
              <a:t>s</a:t>
            </a:r>
            <a:r>
              <a:rPr sz="1600" spc="-10" dirty="0" smtClean="0">
                <a:latin typeface="Arial"/>
                <a:cs typeface="Arial"/>
              </a:rPr>
              <a:t>e"</a:t>
            </a:r>
            <a:r>
              <a:rPr sz="1600" spc="-30" dirty="0" smtClean="0">
                <a:latin typeface="Arial"/>
                <a:cs typeface="Arial"/>
              </a:rPr>
              <a:t> </a:t>
            </a:r>
            <a:r>
              <a:rPr sz="1600" spc="-10" dirty="0" smtClean="0">
                <a:latin typeface="Arial"/>
                <a:cs typeface="Arial"/>
              </a:rPr>
              <a:t>for</a:t>
            </a:r>
            <a:r>
              <a:rPr sz="1600" spc="5" dirty="0" smtClean="0">
                <a:latin typeface="Arial"/>
                <a:cs typeface="Arial"/>
              </a:rPr>
              <a:t> </a:t>
            </a:r>
            <a:r>
              <a:rPr sz="1600" spc="-10" dirty="0" smtClean="0">
                <a:latin typeface="Arial"/>
                <a:cs typeface="Arial"/>
              </a:rPr>
              <a:t>more</a:t>
            </a:r>
            <a:r>
              <a:rPr sz="1600" spc="20" dirty="0" smtClean="0">
                <a:latin typeface="Arial"/>
                <a:cs typeface="Arial"/>
              </a:rPr>
              <a:t> </a:t>
            </a:r>
            <a:r>
              <a:rPr sz="1600" spc="-10" dirty="0" smtClean="0">
                <a:latin typeface="Arial"/>
                <a:cs typeface="Arial"/>
              </a:rPr>
              <a:t>informat</a:t>
            </a:r>
            <a:r>
              <a:rPr sz="1600" spc="0" dirty="0" smtClean="0">
                <a:latin typeface="Arial"/>
                <a:cs typeface="Arial"/>
              </a:rPr>
              <a:t>i</a:t>
            </a:r>
            <a:r>
              <a:rPr sz="1600" spc="-10" dirty="0" smtClean="0">
                <a:latin typeface="Arial"/>
                <a:cs typeface="Arial"/>
              </a:rPr>
              <a:t>on.</a:t>
            </a:r>
            <a:endParaRPr sz="16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380"/>
              </a:spcBef>
            </a:pPr>
            <a:r>
              <a:rPr sz="1600" spc="-10" dirty="0" smtClean="0">
                <a:latin typeface="Arial"/>
                <a:cs typeface="Arial"/>
              </a:rPr>
              <a:t>&gt;&gt;&gt;</a:t>
            </a:r>
            <a:endParaRPr sz="1600">
              <a:latin typeface="Arial"/>
              <a:cs typeface="Arial"/>
            </a:endParaRPr>
          </a:p>
          <a:p>
            <a:pPr>
              <a:lnSpc>
                <a:spcPts val="1400"/>
              </a:lnSpc>
              <a:spcBef>
                <a:spcPts val="45"/>
              </a:spcBef>
            </a:pPr>
            <a:endParaRPr sz="1400"/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08928"/>
              <a:buFont typeface="Wingdings"/>
              <a:buChar char=""/>
              <a:tabLst>
                <a:tab pos="354965" algn="l"/>
              </a:tabLst>
            </a:pPr>
            <a:r>
              <a:rPr sz="2800" b="1" spc="-20" dirty="0" smtClean="0">
                <a:latin typeface="Arial"/>
                <a:cs typeface="Arial"/>
              </a:rPr>
              <a:t>P</a:t>
            </a:r>
            <a:r>
              <a:rPr sz="2800" b="1" spc="-60" dirty="0" smtClean="0">
                <a:latin typeface="Arial"/>
                <a:cs typeface="Arial"/>
              </a:rPr>
              <a:t>y</a:t>
            </a:r>
            <a:r>
              <a:rPr sz="2800" b="1" spc="-20" dirty="0" smtClean="0">
                <a:latin typeface="Arial"/>
                <a:cs typeface="Arial"/>
              </a:rPr>
              <a:t>thon</a:t>
            </a:r>
            <a:r>
              <a:rPr sz="2800" b="1" spc="50" dirty="0" smtClean="0">
                <a:latin typeface="Arial"/>
                <a:cs typeface="Arial"/>
              </a:rPr>
              <a:t> </a:t>
            </a:r>
            <a:r>
              <a:rPr sz="2800" b="1" spc="-15" dirty="0" smtClean="0">
                <a:latin typeface="Arial"/>
                <a:cs typeface="Arial"/>
              </a:rPr>
              <a:t>interpre</a:t>
            </a:r>
            <a:r>
              <a:rPr sz="2800" b="1" spc="-10" dirty="0" smtClean="0">
                <a:latin typeface="Arial"/>
                <a:cs typeface="Arial"/>
              </a:rPr>
              <a:t>t</a:t>
            </a:r>
            <a:r>
              <a:rPr sz="2800" b="1" spc="-15" dirty="0" smtClean="0">
                <a:latin typeface="Arial"/>
                <a:cs typeface="Arial"/>
              </a:rPr>
              <a:t>er</a:t>
            </a:r>
            <a:r>
              <a:rPr sz="2800" b="1" spc="15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e</a:t>
            </a:r>
            <a:r>
              <a:rPr sz="2800" b="1" spc="-15" dirty="0" smtClean="0">
                <a:latin typeface="Arial"/>
                <a:cs typeface="Arial"/>
              </a:rPr>
              <a:t>valua</a:t>
            </a:r>
            <a:r>
              <a:rPr sz="2800" b="1" spc="-10" dirty="0" smtClean="0">
                <a:latin typeface="Arial"/>
                <a:cs typeface="Arial"/>
              </a:rPr>
              <a:t>t</a:t>
            </a:r>
            <a:r>
              <a:rPr sz="2800" b="1" spc="-15" dirty="0" smtClean="0">
                <a:latin typeface="Arial"/>
                <a:cs typeface="Arial"/>
              </a:rPr>
              <a:t>e</a:t>
            </a:r>
            <a:r>
              <a:rPr sz="2800" b="1" spc="-20" dirty="0" smtClean="0">
                <a:latin typeface="Arial"/>
                <a:cs typeface="Arial"/>
              </a:rPr>
              <a:t>s</a:t>
            </a:r>
            <a:r>
              <a:rPr sz="2800" b="1" spc="15" dirty="0" smtClean="0">
                <a:latin typeface="Arial"/>
                <a:cs typeface="Arial"/>
              </a:rPr>
              <a:t> </a:t>
            </a:r>
            <a:r>
              <a:rPr sz="2800" b="1" spc="-15" dirty="0" smtClean="0">
                <a:latin typeface="Arial"/>
                <a:cs typeface="Arial"/>
              </a:rPr>
              <a:t>inp</a:t>
            </a:r>
            <a:r>
              <a:rPr sz="2800" b="1" spc="-35" dirty="0" smtClean="0">
                <a:latin typeface="Arial"/>
                <a:cs typeface="Arial"/>
              </a:rPr>
              <a:t>u</a:t>
            </a:r>
            <a:r>
              <a:rPr sz="2800" b="1" spc="-10" dirty="0" smtClean="0">
                <a:latin typeface="Arial"/>
                <a:cs typeface="Arial"/>
              </a:rPr>
              <a:t>t</a:t>
            </a:r>
            <a:r>
              <a:rPr sz="2800" b="1" spc="-15" dirty="0" smtClean="0">
                <a:latin typeface="Arial"/>
                <a:cs typeface="Arial"/>
              </a:rPr>
              <a:t>s</a:t>
            </a:r>
            <a:r>
              <a:rPr sz="2800" b="1" spc="-10" dirty="0" smtClean="0"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  <a:p>
            <a:pPr>
              <a:lnSpc>
                <a:spcPts val="800"/>
              </a:lnSpc>
              <a:spcBef>
                <a:spcPts val="17"/>
              </a:spcBef>
            </a:pPr>
            <a:endParaRPr sz="8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355600">
              <a:lnSpc>
                <a:spcPct val="100000"/>
              </a:lnSpc>
            </a:pPr>
            <a:r>
              <a:rPr sz="1800" b="1" dirty="0" smtClean="0">
                <a:latin typeface="Arial"/>
                <a:cs typeface="Arial"/>
              </a:rPr>
              <a:t>&gt;&gt;&gt;</a:t>
            </a:r>
            <a:r>
              <a:rPr sz="1800" b="1" spc="-20" dirty="0" smtClean="0">
                <a:latin typeface="Arial"/>
                <a:cs typeface="Arial"/>
              </a:rPr>
              <a:t> </a:t>
            </a:r>
            <a:r>
              <a:rPr sz="1800" b="1" spc="-10" dirty="0" smtClean="0">
                <a:solidFill>
                  <a:srgbClr val="340024"/>
                </a:solidFill>
                <a:latin typeface="Arial"/>
                <a:cs typeface="Arial"/>
              </a:rPr>
              <a:t>3</a:t>
            </a:r>
            <a:r>
              <a:rPr sz="1800" b="1" spc="0" dirty="0" smtClean="0">
                <a:solidFill>
                  <a:srgbClr val="340024"/>
                </a:solidFill>
                <a:latin typeface="Arial"/>
                <a:cs typeface="Arial"/>
              </a:rPr>
              <a:t>*(</a:t>
            </a:r>
            <a:r>
              <a:rPr sz="1800" b="1" spc="-15" dirty="0" smtClean="0">
                <a:solidFill>
                  <a:srgbClr val="340024"/>
                </a:solidFill>
                <a:latin typeface="Arial"/>
                <a:cs typeface="Arial"/>
              </a:rPr>
              <a:t>7</a:t>
            </a:r>
            <a:r>
              <a:rPr sz="1800" b="1" spc="0" dirty="0" smtClean="0">
                <a:solidFill>
                  <a:srgbClr val="340024"/>
                </a:solidFill>
                <a:latin typeface="Arial"/>
                <a:cs typeface="Arial"/>
              </a:rPr>
              <a:t>+2)</a:t>
            </a:r>
            <a:endParaRPr sz="18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1800" b="1" spc="-5" dirty="0" smtClean="0">
                <a:latin typeface="Arial"/>
                <a:cs typeface="Arial"/>
              </a:rPr>
              <a:t>27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5454" y="239521"/>
            <a:ext cx="5867400" cy="11055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>
              <a:lnSpc>
                <a:spcPct val="100000"/>
              </a:lnSpc>
              <a:tabLst>
                <a:tab pos="952500" algn="l"/>
                <a:tab pos="2120900" algn="l"/>
                <a:tab pos="3059430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The	IDLE	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G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UI	Environment (Win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d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ows)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81000" y="1295400"/>
            <a:ext cx="8382000" cy="46695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965442" y="6366255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12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965442" y="6366255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13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5454" y="551941"/>
            <a:ext cx="6985000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181100" algn="l"/>
              </a:tabLst>
            </a:pPr>
            <a:r>
              <a:rPr sz="3600" b="1" dirty="0" smtClean="0">
                <a:solidFill>
                  <a:srgbClr val="C00000"/>
                </a:solidFill>
                <a:latin typeface="Arial"/>
                <a:cs typeface="Arial"/>
              </a:rPr>
              <a:t>IDLE	De</a:t>
            </a:r>
            <a:r>
              <a:rPr sz="3600" b="1" spc="5" dirty="0" smtClean="0">
                <a:solidFill>
                  <a:srgbClr val="C00000"/>
                </a:solidFill>
                <a:latin typeface="Arial"/>
                <a:cs typeface="Arial"/>
              </a:rPr>
              <a:t>v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elopment</a:t>
            </a:r>
            <a:r>
              <a:rPr sz="3600" b="1" spc="-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Environment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302384"/>
            <a:ext cx="7545070" cy="20167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h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ell</a:t>
            </a:r>
            <a:r>
              <a:rPr sz="24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for inter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ctive</a:t>
            </a:r>
            <a:r>
              <a:rPr sz="24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v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aluation.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600"/>
              </a:lnSpc>
              <a:spcBef>
                <a:spcPts val="24"/>
              </a:spcBef>
              <a:buClr>
                <a:srgbClr val="FF0000"/>
              </a:buClr>
              <a:buFont typeface="Wingdings"/>
              <a:buChar char=""/>
            </a:pPr>
            <a:endParaRPr sz="600"/>
          </a:p>
          <a:p>
            <a:pPr marL="355600" marR="12700" indent="-342900">
              <a:lnSpc>
                <a:spcPts val="288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solidFill>
                  <a:srgbClr val="C00000"/>
                </a:solidFill>
                <a:latin typeface="Arial"/>
                <a:cs typeface="Arial"/>
              </a:rPr>
              <a:t>Te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x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400" b="1" spc="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editor</a:t>
            </a:r>
            <a:r>
              <a:rPr sz="24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25" dirty="0" smtClean="0">
                <a:solidFill>
                  <a:srgbClr val="C00000"/>
                </a:solidFill>
                <a:latin typeface="Arial"/>
                <a:cs typeface="Arial"/>
              </a:rPr>
              <a:t>w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ith</a:t>
            </a:r>
            <a:r>
              <a:rPr sz="2400" b="1" spc="-5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colo</a:t>
            </a:r>
            <a:r>
              <a:rPr sz="2400" b="1" spc="5" dirty="0" smtClean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-coding</a:t>
            </a:r>
            <a:r>
              <a:rPr sz="2400" b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smart </a:t>
            </a:r>
            <a:r>
              <a:rPr sz="2400" b="1" spc="5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ndenting for creating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2400" b="1" spc="-35" dirty="0" smtClean="0">
                <a:solidFill>
                  <a:srgbClr val="C00000"/>
                </a:solidFill>
                <a:latin typeface="Arial"/>
                <a:cs typeface="Arial"/>
              </a:rPr>
              <a:t>y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thon</a:t>
            </a:r>
            <a:r>
              <a:rPr sz="2400" b="1" spc="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f</a:t>
            </a:r>
            <a:r>
              <a:rPr sz="2400" b="1" spc="5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les.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80"/>
              </a:spcBef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solidFill>
                  <a:srgbClr val="C00000"/>
                </a:solidFill>
                <a:latin typeface="Arial"/>
                <a:cs typeface="Arial"/>
              </a:rPr>
              <a:t>Menu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comman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400" b="1" spc="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sz="24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ch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nging</a:t>
            </a:r>
            <a:r>
              <a:rPr sz="24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400" b="1" spc="-30" dirty="0" smtClean="0">
                <a:solidFill>
                  <a:srgbClr val="C00000"/>
                </a:solidFill>
                <a:latin typeface="Arial"/>
                <a:cs typeface="Arial"/>
              </a:rPr>
              <a:t>y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stem</a:t>
            </a:r>
            <a:r>
              <a:rPr sz="2400" b="1" spc="4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sett</a:t>
            </a:r>
            <a:r>
              <a:rPr sz="2400" b="1" spc="5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ngs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ts val="2840"/>
              </a:lnSpc>
            </a:pPr>
            <a:r>
              <a:rPr sz="2400" b="1" dirty="0" smtClean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4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run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ing</a:t>
            </a:r>
            <a:r>
              <a:rPr sz="2400" b="1" spc="-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files.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965442" y="6366255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14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5454" y="277621"/>
            <a:ext cx="6577965" cy="10928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>
              <a:lnSpc>
                <a:spcPct val="100000"/>
              </a:lnSpc>
              <a:tabLst>
                <a:tab pos="5472430" algn="l"/>
              </a:tabLst>
            </a:pPr>
            <a:r>
              <a:rPr sz="3600" b="1" dirty="0" smtClean="0">
                <a:solidFill>
                  <a:srgbClr val="C00000"/>
                </a:solidFill>
                <a:latin typeface="Arial"/>
                <a:cs typeface="Arial"/>
              </a:rPr>
              <a:t>Runn</a:t>
            </a:r>
            <a:r>
              <a:rPr sz="3600" b="1" spc="-15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ng</a:t>
            </a:r>
            <a:r>
              <a:rPr sz="3600" b="1" spc="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Interactively</a:t>
            </a:r>
            <a:r>
              <a:rPr sz="36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on	UNIX (ENIAC)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334642"/>
            <a:ext cx="4982210" cy="35407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 smtClean="0">
                <a:solidFill>
                  <a:srgbClr val="C00000"/>
                </a:solidFill>
                <a:latin typeface="Arial"/>
                <a:cs typeface="Arial"/>
              </a:rPr>
              <a:t>On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Unix…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  <a:tabLst>
                <a:tab pos="390525" algn="l"/>
              </a:tabLst>
            </a:pPr>
            <a:r>
              <a:rPr sz="2000" dirty="0" smtClean="0">
                <a:solidFill>
                  <a:srgbClr val="C00000"/>
                </a:solidFill>
                <a:latin typeface="Arial"/>
                <a:cs typeface="Arial"/>
              </a:rPr>
              <a:t>%	</a:t>
            </a:r>
            <a:r>
              <a:rPr sz="2000" spc="-5" dirty="0" smtClean="0">
                <a:solidFill>
                  <a:srgbClr val="C00000"/>
                </a:solidFill>
                <a:latin typeface="Courier New"/>
                <a:cs typeface="Courier New"/>
              </a:rPr>
              <a:t>python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300"/>
              </a:lnSpc>
              <a:spcBef>
                <a:spcPts val="13"/>
              </a:spcBef>
            </a:pPr>
            <a:endParaRPr sz="1300"/>
          </a:p>
          <a:p>
            <a:pPr marL="12700">
              <a:lnSpc>
                <a:spcPct val="100000"/>
              </a:lnSpc>
            </a:pPr>
            <a:r>
              <a:rPr sz="2000" spc="-5" dirty="0" smtClean="0">
                <a:solidFill>
                  <a:srgbClr val="C00000"/>
                </a:solidFill>
                <a:latin typeface="Courier New"/>
                <a:cs typeface="Courier New"/>
              </a:rPr>
              <a:t>&gt;&gt;</a:t>
            </a:r>
            <a:r>
              <a:rPr sz="2000" spc="0" dirty="0" smtClean="0">
                <a:solidFill>
                  <a:srgbClr val="C00000"/>
                </a:solidFill>
                <a:latin typeface="Courier New"/>
                <a:cs typeface="Courier New"/>
              </a:rPr>
              <a:t>&gt;</a:t>
            </a:r>
            <a:r>
              <a:rPr sz="2000" spc="-5" dirty="0" smtClean="0">
                <a:solidFill>
                  <a:srgbClr val="C00000"/>
                </a:solidFill>
                <a:latin typeface="Courier New"/>
                <a:cs typeface="Courier New"/>
              </a:rPr>
              <a:t> 3+3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dirty="0" smtClean="0">
                <a:solidFill>
                  <a:srgbClr val="CC00CC"/>
                </a:solidFill>
                <a:latin typeface="Courier New"/>
                <a:cs typeface="Courier New"/>
              </a:rPr>
              <a:t>6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300"/>
              </a:lnSpc>
              <a:spcBef>
                <a:spcPts val="42"/>
              </a:spcBef>
            </a:pPr>
            <a:endParaRPr sz="1300"/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P</a:t>
            </a:r>
            <a:r>
              <a:rPr sz="2000" b="1" spc="-40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thon</a:t>
            </a:r>
            <a:r>
              <a:rPr sz="2000" b="1" spc="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prom</a:t>
            </a:r>
            <a:r>
              <a:rPr sz="2000" b="1" spc="-10" dirty="0" smtClean="0">
                <a:latin typeface="Arial"/>
                <a:cs typeface="Arial"/>
              </a:rPr>
              <a:t>p</a:t>
            </a:r>
            <a:r>
              <a:rPr sz="2000" b="1" spc="0" dirty="0" smtClean="0">
                <a:latin typeface="Arial"/>
                <a:cs typeface="Arial"/>
              </a:rPr>
              <a:t>ts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3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i</a:t>
            </a:r>
            <a:r>
              <a:rPr sz="2000" b="1" spc="-1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h</a:t>
            </a:r>
            <a:r>
              <a:rPr sz="2000" b="1" spc="-4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‘&gt;&gt;&gt;</a:t>
            </a:r>
            <a:r>
              <a:rPr sz="2000" b="1" spc="-15" dirty="0" smtClean="0">
                <a:latin typeface="Arial"/>
                <a:cs typeface="Arial"/>
              </a:rPr>
              <a:t>’</a:t>
            </a:r>
            <a:r>
              <a:rPr sz="2000" b="1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solidFill>
                  <a:srgbClr val="C00000"/>
                </a:solidFill>
                <a:latin typeface="Arial"/>
                <a:cs typeface="Arial"/>
              </a:rPr>
              <a:t>To ex</a:t>
            </a:r>
            <a:r>
              <a:rPr sz="2000" b="1" spc="-10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-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2000" b="1" spc="-40" dirty="0" smtClean="0">
                <a:solidFill>
                  <a:srgbClr val="C00000"/>
                </a:solidFill>
                <a:latin typeface="Arial"/>
                <a:cs typeface="Arial"/>
              </a:rPr>
              <a:t>y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thon</a:t>
            </a:r>
            <a:r>
              <a:rPr sz="2000" b="1" spc="3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(not</a:t>
            </a:r>
            <a:r>
              <a:rPr sz="2000" b="1" spc="-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Id</a:t>
            </a:r>
            <a:r>
              <a:rPr sz="2000" b="1" spc="-10" dirty="0" smtClean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e):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50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756285" algn="l"/>
              </a:tabLst>
            </a:pPr>
            <a:r>
              <a:rPr sz="1800" dirty="0" smtClean="0">
                <a:solidFill>
                  <a:srgbClr val="C00000"/>
                </a:solidFill>
                <a:latin typeface="Arial"/>
                <a:cs typeface="Arial"/>
              </a:rPr>
              <a:t>In </a:t>
            </a:r>
            <a:r>
              <a:rPr sz="1800" spc="-10" dirty="0" smtClean="0">
                <a:solidFill>
                  <a:srgbClr val="C00000"/>
                </a:solidFill>
                <a:latin typeface="Arial"/>
                <a:cs typeface="Arial"/>
              </a:rPr>
              <a:t>Un</a:t>
            </a:r>
            <a:r>
              <a:rPr sz="1800" spc="0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1800" spc="-20" dirty="0" smtClean="0">
                <a:solidFill>
                  <a:srgbClr val="C00000"/>
                </a:solidFill>
                <a:latin typeface="Arial"/>
                <a:cs typeface="Arial"/>
              </a:rPr>
              <a:t>x</a:t>
            </a:r>
            <a:r>
              <a:rPr sz="1800" spc="0" dirty="0" smtClean="0">
                <a:solidFill>
                  <a:srgbClr val="C00000"/>
                </a:solidFill>
                <a:latin typeface="Arial"/>
                <a:cs typeface="Arial"/>
              </a:rPr>
              <a:t>,</a:t>
            </a:r>
            <a:r>
              <a:rPr sz="1800" spc="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1800" spc="-25" dirty="0" smtClean="0">
                <a:solidFill>
                  <a:srgbClr val="C00000"/>
                </a:solidFill>
                <a:latin typeface="Arial"/>
                <a:cs typeface="Arial"/>
              </a:rPr>
              <a:t>y</a:t>
            </a:r>
            <a:r>
              <a:rPr sz="1800" spc="-10" dirty="0" smtClean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1800" spc="0" dirty="0" smtClean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800" spc="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C00000"/>
                </a:solidFill>
                <a:latin typeface="Arial"/>
                <a:cs typeface="Arial"/>
              </a:rPr>
              <a:t>CO</a:t>
            </a:r>
            <a:r>
              <a:rPr sz="1800" spc="-10" dirty="0" smtClean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1800" spc="10" dirty="0" smtClean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1800" spc="0" dirty="0" smtClean="0">
                <a:solidFill>
                  <a:srgbClr val="C00000"/>
                </a:solidFill>
                <a:latin typeface="Arial"/>
                <a:cs typeface="Arial"/>
              </a:rPr>
              <a:t>RO</a:t>
            </a:r>
            <a:r>
              <a:rPr sz="1800" spc="-5" dirty="0" smtClean="0">
                <a:solidFill>
                  <a:srgbClr val="C00000"/>
                </a:solidFill>
                <a:latin typeface="Arial"/>
                <a:cs typeface="Arial"/>
              </a:rPr>
              <a:t>L-</a:t>
            </a:r>
            <a:r>
              <a:rPr sz="1800" spc="0" dirty="0" smtClean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54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756285" algn="l"/>
              </a:tabLst>
            </a:pPr>
            <a:r>
              <a:rPr sz="1800" dirty="0" smtClean="0">
                <a:solidFill>
                  <a:srgbClr val="C00000"/>
                </a:solidFill>
                <a:latin typeface="Arial"/>
                <a:cs typeface="Arial"/>
              </a:rPr>
              <a:t>In </a:t>
            </a:r>
            <a:r>
              <a:rPr sz="1800" spc="5" dirty="0" smtClean="0">
                <a:solidFill>
                  <a:srgbClr val="C00000"/>
                </a:solidFill>
                <a:latin typeface="Arial"/>
                <a:cs typeface="Arial"/>
              </a:rPr>
              <a:t>W</a:t>
            </a:r>
            <a:r>
              <a:rPr sz="1800" spc="0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1800" spc="-10" dirty="0" smtClean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1800" spc="0" dirty="0" smtClean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1800" spc="-10" dirty="0" smtClean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800" spc="-40" dirty="0" smtClean="0">
                <a:solidFill>
                  <a:srgbClr val="C00000"/>
                </a:solidFill>
                <a:latin typeface="Arial"/>
                <a:cs typeface="Arial"/>
              </a:rPr>
              <a:t>w</a:t>
            </a:r>
            <a:r>
              <a:rPr sz="1800" spc="0" dirty="0" smtClean="0">
                <a:solidFill>
                  <a:srgbClr val="C00000"/>
                </a:solidFill>
                <a:latin typeface="Arial"/>
                <a:cs typeface="Arial"/>
              </a:rPr>
              <a:t>s,</a:t>
            </a:r>
            <a:r>
              <a:rPr sz="1800" spc="4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1800" spc="-20" dirty="0" smtClean="0">
                <a:solidFill>
                  <a:srgbClr val="C00000"/>
                </a:solidFill>
                <a:latin typeface="Arial"/>
                <a:cs typeface="Arial"/>
              </a:rPr>
              <a:t>y</a:t>
            </a:r>
            <a:r>
              <a:rPr sz="1800" spc="0" dirty="0" smtClean="0">
                <a:solidFill>
                  <a:srgbClr val="C00000"/>
                </a:solidFill>
                <a:latin typeface="Arial"/>
                <a:cs typeface="Arial"/>
              </a:rPr>
              <a:t>pe</a:t>
            </a:r>
            <a:r>
              <a:rPr sz="1800" spc="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C00000"/>
                </a:solidFill>
                <a:latin typeface="Arial"/>
                <a:cs typeface="Arial"/>
              </a:rPr>
              <a:t>CON</a:t>
            </a:r>
            <a:r>
              <a:rPr sz="1800" spc="10" dirty="0" smtClean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1800" spc="0" dirty="0" smtClean="0">
                <a:solidFill>
                  <a:srgbClr val="C00000"/>
                </a:solidFill>
                <a:latin typeface="Arial"/>
                <a:cs typeface="Arial"/>
              </a:rPr>
              <a:t>ROL-Z + </a:t>
            </a:r>
            <a:r>
              <a:rPr sz="1800" spc="5" dirty="0" smtClean="0">
                <a:solidFill>
                  <a:srgbClr val="C00000"/>
                </a:solidFill>
                <a:latin typeface="Arial"/>
                <a:cs typeface="Arial"/>
              </a:rPr>
              <a:t>&lt;</a:t>
            </a:r>
            <a:r>
              <a:rPr sz="1800" spc="0" dirty="0" smtClean="0">
                <a:solidFill>
                  <a:srgbClr val="C00000"/>
                </a:solidFill>
                <a:latin typeface="Arial"/>
                <a:cs typeface="Arial"/>
              </a:rPr>
              <a:t>Enter&gt;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965442" y="6366255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15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5454" y="551941"/>
            <a:ext cx="6045200" cy="5441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ts val="4285"/>
              </a:lnSpc>
              <a:tabLst>
                <a:tab pos="4254500" algn="l"/>
                <a:tab pos="4938395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Runn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i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ng</a:t>
            </a:r>
            <a:r>
              <a:rPr sz="3600" b="1" spc="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Programs	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o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n	U</a:t>
            </a:r>
            <a:r>
              <a:rPr sz="3600" b="1" spc="10" dirty="0" smtClean="0">
                <a:solidFill>
                  <a:srgbClr val="000066"/>
                </a:solidFill>
                <a:latin typeface="Arial"/>
                <a:cs typeface="Arial"/>
              </a:rPr>
              <a:t>N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IX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312798"/>
            <a:ext cx="7541259" cy="38360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400" dirty="0" smtClean="0">
                <a:latin typeface="Arial"/>
                <a:cs typeface="Arial"/>
              </a:rPr>
              <a:t>%</a:t>
            </a:r>
            <a:r>
              <a:rPr sz="2400" spc="-1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Courier New"/>
                <a:cs typeface="Courier New"/>
              </a:rPr>
              <a:t>python</a:t>
            </a:r>
            <a:r>
              <a:rPr sz="2400" spc="-25" dirty="0" smtClean="0">
                <a:latin typeface="Courier New"/>
                <a:cs typeface="Courier New"/>
              </a:rPr>
              <a:t> </a:t>
            </a:r>
            <a:r>
              <a:rPr sz="2400" spc="0" dirty="0" smtClean="0">
                <a:latin typeface="Courier New"/>
                <a:cs typeface="Courier New"/>
              </a:rPr>
              <a:t>filen</a:t>
            </a:r>
            <a:r>
              <a:rPr sz="2400" spc="-15" dirty="0" smtClean="0">
                <a:latin typeface="Courier New"/>
                <a:cs typeface="Courier New"/>
              </a:rPr>
              <a:t>a</a:t>
            </a:r>
            <a:r>
              <a:rPr sz="2400" spc="0" dirty="0" smtClean="0">
                <a:latin typeface="Courier New"/>
                <a:cs typeface="Courier New"/>
              </a:rPr>
              <a:t>me.py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ts val="600"/>
              </a:lnSpc>
              <a:spcBef>
                <a:spcPts val="26"/>
              </a:spcBef>
            </a:pPr>
            <a:endParaRPr sz="6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12700" marR="1553210">
              <a:lnSpc>
                <a:spcPct val="120000"/>
              </a:lnSpc>
            </a:pPr>
            <a:r>
              <a:rPr sz="2400" b="1" dirty="0" smtClean="0">
                <a:solidFill>
                  <a:srgbClr val="C00000"/>
                </a:solidFill>
                <a:latin typeface="Arial"/>
                <a:cs typeface="Arial"/>
              </a:rPr>
              <a:t>You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 c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an create</a:t>
            </a:r>
            <a:r>
              <a:rPr sz="2400" b="1" spc="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2400" b="1" spc="-30" dirty="0" smtClean="0">
                <a:solidFill>
                  <a:srgbClr val="C00000"/>
                </a:solidFill>
                <a:latin typeface="Arial"/>
                <a:cs typeface="Arial"/>
              </a:rPr>
              <a:t>y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thon</a:t>
            </a:r>
            <a:r>
              <a:rPr sz="2400" b="1" spc="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f</a:t>
            </a:r>
            <a:r>
              <a:rPr sz="2400" b="1" spc="5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les</a:t>
            </a:r>
            <a:r>
              <a:rPr sz="2400" b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using emac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. (There’s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a special </a:t>
            </a:r>
            <a:r>
              <a:rPr sz="2400" b="1" spc="-15" dirty="0" smtClean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2400" b="1" spc="-30" dirty="0" smtClean="0">
                <a:solidFill>
                  <a:srgbClr val="C00000"/>
                </a:solidFill>
                <a:latin typeface="Arial"/>
                <a:cs typeface="Arial"/>
              </a:rPr>
              <a:t>y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thon</a:t>
            </a:r>
            <a:r>
              <a:rPr sz="2400" b="1" spc="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edit</a:t>
            </a:r>
            <a:r>
              <a:rPr sz="2400" b="1" spc="5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ng</a:t>
            </a:r>
            <a:r>
              <a:rPr sz="2400" b="1" spc="-4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mode.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500"/>
              </a:lnSpc>
              <a:spcBef>
                <a:spcPts val="6"/>
              </a:spcBef>
            </a:pPr>
            <a:endParaRPr sz="500"/>
          </a:p>
          <a:p>
            <a:pPr marL="355600">
              <a:lnSpc>
                <a:spcPct val="100000"/>
              </a:lnSpc>
            </a:pPr>
            <a:r>
              <a:rPr sz="2000" b="1" spc="-5" dirty="0" smtClean="0">
                <a:solidFill>
                  <a:srgbClr val="C00000"/>
                </a:solidFill>
                <a:latin typeface="Courier New"/>
                <a:cs typeface="Courier New"/>
              </a:rPr>
              <a:t>M-</a:t>
            </a:r>
            <a:r>
              <a:rPr sz="2000" b="1" spc="0" dirty="0" smtClean="0">
                <a:solidFill>
                  <a:srgbClr val="C00000"/>
                </a:solidFill>
                <a:latin typeface="Courier New"/>
                <a:cs typeface="Courier New"/>
              </a:rPr>
              <a:t>x</a:t>
            </a:r>
            <a:r>
              <a:rPr sz="2000" b="1" spc="-5" dirty="0" smtClean="0">
                <a:solidFill>
                  <a:srgbClr val="C00000"/>
                </a:solidFill>
                <a:latin typeface="Courier New"/>
                <a:cs typeface="Courier New"/>
              </a:rPr>
              <a:t> python-mode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100"/>
              </a:lnSpc>
              <a:spcBef>
                <a:spcPts val="4"/>
              </a:spcBef>
            </a:pPr>
            <a:endParaRPr sz="1100"/>
          </a:p>
          <a:p>
            <a:pPr marL="12700">
              <a:lnSpc>
                <a:spcPct val="100000"/>
              </a:lnSpc>
            </a:pPr>
            <a:r>
              <a:rPr sz="2400" b="1" i="1" dirty="0" smtClean="0">
                <a:latin typeface="Arial"/>
                <a:cs typeface="Arial"/>
              </a:rPr>
              <a:t>To</a:t>
            </a:r>
            <a:r>
              <a:rPr sz="2400" b="1" i="1" spc="-15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make</a:t>
            </a:r>
            <a:r>
              <a:rPr sz="2400" b="1" i="1" spc="5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a</a:t>
            </a:r>
            <a:r>
              <a:rPr sz="2400" b="1" i="1" spc="-1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python</a:t>
            </a:r>
            <a:r>
              <a:rPr sz="2400" b="1" i="1" spc="-15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f</a:t>
            </a:r>
            <a:r>
              <a:rPr sz="2400" b="1" i="1" spc="5" dirty="0" smtClean="0">
                <a:latin typeface="Arial"/>
                <a:cs typeface="Arial"/>
              </a:rPr>
              <a:t>i</a:t>
            </a:r>
            <a:r>
              <a:rPr sz="2400" b="1" i="1" spc="0" dirty="0" smtClean="0">
                <a:latin typeface="Arial"/>
                <a:cs typeface="Arial"/>
              </a:rPr>
              <a:t>le</a:t>
            </a:r>
            <a:r>
              <a:rPr sz="2400" b="1" i="1" spc="-2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ex</a:t>
            </a:r>
            <a:r>
              <a:rPr sz="2400" b="1" i="1" spc="-10" dirty="0" smtClean="0">
                <a:latin typeface="Arial"/>
                <a:cs typeface="Arial"/>
              </a:rPr>
              <a:t>e</a:t>
            </a:r>
            <a:r>
              <a:rPr sz="2400" b="1" i="1" spc="0" dirty="0" smtClean="0">
                <a:latin typeface="Arial"/>
                <a:cs typeface="Arial"/>
              </a:rPr>
              <a:t>cutable, </a:t>
            </a:r>
            <a:r>
              <a:rPr sz="2400" b="1" i="1" spc="5" dirty="0" smtClean="0">
                <a:latin typeface="Arial"/>
                <a:cs typeface="Arial"/>
              </a:rPr>
              <a:t>m</a:t>
            </a:r>
            <a:r>
              <a:rPr sz="2400" b="1" i="1" spc="0" dirty="0" smtClean="0">
                <a:latin typeface="Arial"/>
                <a:cs typeface="Arial"/>
              </a:rPr>
              <a:t>ake</a:t>
            </a:r>
            <a:r>
              <a:rPr sz="2400" b="1" i="1" spc="-10" dirty="0" smtClean="0">
                <a:latin typeface="Arial"/>
                <a:cs typeface="Arial"/>
              </a:rPr>
              <a:t> </a:t>
            </a:r>
            <a:r>
              <a:rPr sz="2400" b="1" i="1" spc="5" dirty="0" smtClean="0">
                <a:latin typeface="Arial"/>
                <a:cs typeface="Arial"/>
              </a:rPr>
              <a:t>t</a:t>
            </a:r>
            <a:r>
              <a:rPr sz="2400" b="1" i="1" spc="0" dirty="0" smtClean="0">
                <a:latin typeface="Arial"/>
                <a:cs typeface="Arial"/>
              </a:rPr>
              <a:t>his</a:t>
            </a:r>
            <a:r>
              <a:rPr sz="2400" b="1" i="1" spc="-1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text the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400" b="1" i="1" dirty="0" smtClean="0">
                <a:latin typeface="Arial"/>
                <a:cs typeface="Arial"/>
              </a:rPr>
              <a:t>first</a:t>
            </a:r>
            <a:r>
              <a:rPr sz="2400" b="1" i="1" spc="-2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line</a:t>
            </a:r>
            <a:r>
              <a:rPr sz="2400" b="1" i="1" spc="-3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of</a:t>
            </a:r>
            <a:r>
              <a:rPr sz="2400" b="1" i="1" spc="-1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the</a:t>
            </a:r>
            <a:r>
              <a:rPr sz="2400" b="1" i="1" spc="-15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file</a:t>
            </a:r>
            <a:r>
              <a:rPr sz="2400" b="1" i="1" spc="-2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550"/>
              </a:lnSpc>
              <a:spcBef>
                <a:spcPts val="28"/>
              </a:spcBef>
            </a:pPr>
            <a:endParaRPr sz="550"/>
          </a:p>
          <a:p>
            <a:pPr marL="12700">
              <a:lnSpc>
                <a:spcPct val="100000"/>
              </a:lnSpc>
            </a:pPr>
            <a:r>
              <a:rPr sz="2400" b="1" i="1" dirty="0" smtClean="0">
                <a:latin typeface="Arial"/>
                <a:cs typeface="Arial"/>
              </a:rPr>
              <a:t>#!</a:t>
            </a:r>
            <a:r>
              <a:rPr sz="2400" b="1" i="1" spc="5" dirty="0" smtClean="0">
                <a:latin typeface="Arial"/>
                <a:cs typeface="Arial"/>
              </a:rPr>
              <a:t>/</a:t>
            </a:r>
            <a:r>
              <a:rPr sz="2400" b="1" i="1" spc="-5" dirty="0" smtClean="0">
                <a:latin typeface="Arial"/>
                <a:cs typeface="Arial"/>
              </a:rPr>
              <a:t>us</a:t>
            </a:r>
            <a:r>
              <a:rPr sz="2400" b="1" i="1" spc="0" dirty="0" smtClean="0">
                <a:latin typeface="Arial"/>
                <a:cs typeface="Arial"/>
              </a:rPr>
              <a:t>r/bin</a:t>
            </a:r>
            <a:r>
              <a:rPr sz="2400" b="1" i="1" spc="5" dirty="0" smtClean="0">
                <a:latin typeface="Arial"/>
                <a:cs typeface="Arial"/>
              </a:rPr>
              <a:t>/</a:t>
            </a:r>
            <a:r>
              <a:rPr sz="2400" b="1" i="1" spc="0" dirty="0" smtClean="0">
                <a:latin typeface="Arial"/>
                <a:cs typeface="Arial"/>
              </a:rPr>
              <a:t>python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5454" y="2602610"/>
            <a:ext cx="2169160" cy="4965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 smtClean="0">
                <a:solidFill>
                  <a:srgbClr val="000066"/>
                </a:solidFill>
                <a:latin typeface="Arial"/>
                <a:cs typeface="Arial"/>
              </a:rPr>
              <a:t>The</a:t>
            </a:r>
            <a:r>
              <a:rPr sz="3200" b="1" spc="-30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Ba</a:t>
            </a:r>
            <a:r>
              <a:rPr sz="3200" b="1" spc="-15" dirty="0" smtClean="0">
                <a:solidFill>
                  <a:srgbClr val="000066"/>
                </a:solidFill>
                <a:latin typeface="Arial"/>
                <a:cs typeface="Arial"/>
              </a:rPr>
              <a:t>s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i</a:t>
            </a:r>
            <a:r>
              <a:rPr sz="3200" b="1" spc="-10" dirty="0" smtClean="0">
                <a:solidFill>
                  <a:srgbClr val="000066"/>
                </a:solidFill>
                <a:latin typeface="Arial"/>
                <a:cs typeface="Arial"/>
              </a:rPr>
              <a:t>c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18803" y="3492799"/>
            <a:ext cx="4086804" cy="30371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6965442" y="6366255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17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5454" y="551941"/>
            <a:ext cx="5384165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469265" algn="l"/>
                <a:tab pos="1739900" algn="l"/>
                <a:tab pos="3493135" algn="l"/>
                <a:tab pos="4177029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A	Code	Sample	(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i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n	IDLE)</a:t>
            </a:r>
            <a:endParaRPr sz="3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80509" y="2983357"/>
            <a:ext cx="2233930" cy="2825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dirty="0" smtClean="0">
                <a:solidFill>
                  <a:srgbClr val="FF3300"/>
                </a:solidFill>
                <a:latin typeface="Lucida Sans Typewriter"/>
                <a:cs typeface="Lucida Sans Typewriter"/>
              </a:rPr>
              <a:t>#</a:t>
            </a:r>
            <a:r>
              <a:rPr sz="1800" spc="-5" dirty="0" smtClean="0">
                <a:solidFill>
                  <a:srgbClr val="FF3300"/>
                </a:solidFill>
                <a:latin typeface="Lucida Sans Typewriter"/>
                <a:cs typeface="Lucida Sans Typewriter"/>
              </a:rPr>
              <a:t> </a:t>
            </a:r>
            <a:r>
              <a:rPr sz="1800" spc="5" dirty="0" smtClean="0">
                <a:solidFill>
                  <a:srgbClr val="FF3300"/>
                </a:solidFill>
                <a:latin typeface="Lucida Sans Typewriter"/>
                <a:cs typeface="Lucida Sans Typewriter"/>
              </a:rPr>
              <a:t>S</a:t>
            </a:r>
            <a:r>
              <a:rPr sz="1800" spc="-10" dirty="0" smtClean="0">
                <a:solidFill>
                  <a:srgbClr val="FF3300"/>
                </a:solidFill>
                <a:latin typeface="Lucida Sans Typewriter"/>
                <a:cs typeface="Lucida Sans Typewriter"/>
              </a:rPr>
              <a:t>t</a:t>
            </a:r>
            <a:r>
              <a:rPr sz="1800" spc="0" dirty="0" smtClean="0">
                <a:solidFill>
                  <a:srgbClr val="FF3300"/>
                </a:solidFill>
                <a:latin typeface="Lucida Sans Typewriter"/>
                <a:cs typeface="Lucida Sans Typewriter"/>
              </a:rPr>
              <a:t>r</a:t>
            </a:r>
            <a:r>
              <a:rPr sz="1800" spc="10" dirty="0" smtClean="0">
                <a:solidFill>
                  <a:srgbClr val="FF3300"/>
                </a:solidFill>
                <a:latin typeface="Lucida Sans Typewriter"/>
                <a:cs typeface="Lucida Sans Typewriter"/>
              </a:rPr>
              <a:t>i</a:t>
            </a:r>
            <a:r>
              <a:rPr sz="1800" spc="-10" dirty="0" smtClean="0">
                <a:solidFill>
                  <a:srgbClr val="FF3300"/>
                </a:solidFill>
                <a:latin typeface="Lucida Sans Typewriter"/>
                <a:cs typeface="Lucida Sans Typewriter"/>
              </a:rPr>
              <a:t>n</a:t>
            </a:r>
            <a:r>
              <a:rPr sz="1800" spc="0" dirty="0" smtClean="0">
                <a:solidFill>
                  <a:srgbClr val="FF3300"/>
                </a:solidFill>
                <a:latin typeface="Lucida Sans Typewriter"/>
                <a:cs typeface="Lucida Sans Typewriter"/>
              </a:rPr>
              <a:t>g</a:t>
            </a:r>
            <a:r>
              <a:rPr sz="1800" spc="10" dirty="0" smtClean="0">
                <a:solidFill>
                  <a:srgbClr val="FF3300"/>
                </a:solidFill>
                <a:latin typeface="Lucida Sans Typewriter"/>
                <a:cs typeface="Lucida Sans Typewriter"/>
              </a:rPr>
              <a:t> </a:t>
            </a:r>
            <a:r>
              <a:rPr sz="1800" spc="-10" dirty="0" smtClean="0">
                <a:solidFill>
                  <a:srgbClr val="FF3300"/>
                </a:solidFill>
                <a:latin typeface="Lucida Sans Typewriter"/>
                <a:cs typeface="Lucida Sans Typewriter"/>
              </a:rPr>
              <a:t>c</a:t>
            </a:r>
            <a:r>
              <a:rPr sz="1800" spc="0" dirty="0" smtClean="0">
                <a:solidFill>
                  <a:srgbClr val="FF3300"/>
                </a:solidFill>
                <a:latin typeface="Lucida Sans Typewriter"/>
                <a:cs typeface="Lucida Sans Typewriter"/>
              </a:rPr>
              <a:t>onc</a:t>
            </a:r>
            <a:r>
              <a:rPr sz="1800" spc="10" dirty="0" smtClean="0">
                <a:solidFill>
                  <a:srgbClr val="FF3300"/>
                </a:solidFill>
                <a:latin typeface="Lucida Sans Typewriter"/>
                <a:cs typeface="Lucida Sans Typewriter"/>
              </a:rPr>
              <a:t>a</a:t>
            </a:r>
            <a:r>
              <a:rPr sz="1800" spc="-10" dirty="0" smtClean="0">
                <a:solidFill>
                  <a:srgbClr val="FF3300"/>
                </a:solidFill>
                <a:latin typeface="Lucida Sans Typewriter"/>
                <a:cs typeface="Lucida Sans Typewriter"/>
              </a:rPr>
              <a:t>t</a:t>
            </a:r>
            <a:r>
              <a:rPr sz="1800" spc="0" dirty="0" smtClean="0">
                <a:solidFill>
                  <a:srgbClr val="FF3300"/>
                </a:solidFill>
                <a:latin typeface="Lucida Sans Typewriter"/>
                <a:cs typeface="Lucida Sans Typewriter"/>
              </a:rPr>
              <a:t>.</a:t>
            </a:r>
            <a:endParaRPr sz="1800">
              <a:latin typeface="Lucida Sans Typewriter"/>
              <a:cs typeface="Lucida Sans Typewriter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89914" y="1314728"/>
          <a:ext cx="5160459" cy="1343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391"/>
                <a:gridCol w="276444"/>
                <a:gridCol w="1865437"/>
                <a:gridCol w="2786185"/>
              </a:tblGrid>
              <a:tr h="342266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800" dirty="0" smtClean="0">
                          <a:latin typeface="Lucida Sans Typewriter"/>
                          <a:cs typeface="Lucida Sans Typewriter"/>
                        </a:rPr>
                        <a:t>x</a:t>
                      </a:r>
                      <a:endParaRPr sz="1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800" dirty="0" smtClean="0">
                          <a:latin typeface="Lucida Sans Typewriter"/>
                          <a:cs typeface="Lucida Sans Typewriter"/>
                        </a:rPr>
                        <a:t>=</a:t>
                      </a:r>
                      <a:endParaRPr sz="1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800" dirty="0" smtClean="0">
                          <a:latin typeface="Lucida Sans Typewriter"/>
                          <a:cs typeface="Lucida Sans Typewriter"/>
                        </a:rPr>
                        <a:t>34</a:t>
                      </a:r>
                      <a:r>
                        <a:rPr sz="1800" spc="10" dirty="0" smtClean="0">
                          <a:latin typeface="Lucida Sans Typewriter"/>
                          <a:cs typeface="Lucida Sans Typewriter"/>
                        </a:rPr>
                        <a:t> </a:t>
                      </a:r>
                      <a:r>
                        <a:rPr sz="1800" spc="0" dirty="0" smtClean="0">
                          <a:latin typeface="Lucida Sans Typewriter"/>
                          <a:cs typeface="Lucida Sans Typewriter"/>
                        </a:rPr>
                        <a:t>- </a:t>
                      </a:r>
                      <a:r>
                        <a:rPr sz="1800" spc="5" dirty="0" smtClean="0">
                          <a:latin typeface="Lucida Sans Typewriter"/>
                          <a:cs typeface="Lucida Sans Typewriter"/>
                        </a:rPr>
                        <a:t>2</a:t>
                      </a:r>
                      <a:r>
                        <a:rPr sz="1800" spc="0" dirty="0" smtClean="0">
                          <a:latin typeface="Lucida Sans Typewriter"/>
                          <a:cs typeface="Lucida Sans Typewriter"/>
                        </a:rPr>
                        <a:t>3</a:t>
                      </a:r>
                      <a:endParaRPr sz="1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8675">
                        <a:lnSpc>
                          <a:spcPct val="100000"/>
                        </a:lnSpc>
                      </a:pPr>
                      <a:r>
                        <a:rPr sz="1800" dirty="0" smtClean="0">
                          <a:solidFill>
                            <a:srgbClr val="FF3300"/>
                          </a:solidFill>
                          <a:latin typeface="Lucida Sans Typewriter"/>
                          <a:cs typeface="Lucida Sans Typewriter"/>
                        </a:rPr>
                        <a:t># A</a:t>
                      </a:r>
                      <a:r>
                        <a:rPr sz="1800" spc="5" dirty="0" smtClean="0">
                          <a:solidFill>
                            <a:srgbClr val="FF3300"/>
                          </a:solidFill>
                          <a:latin typeface="Lucida Sans Typewriter"/>
                          <a:cs typeface="Lucida Sans Typewriter"/>
                        </a:rPr>
                        <a:t> </a:t>
                      </a:r>
                      <a:r>
                        <a:rPr sz="1800" spc="0" dirty="0" smtClean="0">
                          <a:solidFill>
                            <a:srgbClr val="FF3300"/>
                          </a:solidFill>
                          <a:latin typeface="Lucida Sans Typewriter"/>
                          <a:cs typeface="Lucida Sans Typewriter"/>
                        </a:rPr>
                        <a:t>c</a:t>
                      </a:r>
                      <a:r>
                        <a:rPr sz="1800" spc="5" dirty="0" smtClean="0">
                          <a:solidFill>
                            <a:srgbClr val="FF3300"/>
                          </a:solidFill>
                          <a:latin typeface="Lucida Sans Typewriter"/>
                          <a:cs typeface="Lucida Sans Typewriter"/>
                        </a:rPr>
                        <a:t>o</a:t>
                      </a:r>
                      <a:r>
                        <a:rPr sz="1800" spc="0" dirty="0" smtClean="0">
                          <a:solidFill>
                            <a:srgbClr val="FF3300"/>
                          </a:solidFill>
                          <a:latin typeface="Lucida Sans Typewriter"/>
                          <a:cs typeface="Lucida Sans Typewriter"/>
                        </a:rPr>
                        <a:t>mm</a:t>
                      </a:r>
                      <a:r>
                        <a:rPr sz="1800" spc="5" dirty="0" smtClean="0">
                          <a:solidFill>
                            <a:srgbClr val="FF3300"/>
                          </a:solidFill>
                          <a:latin typeface="Lucida Sans Typewriter"/>
                          <a:cs typeface="Lucida Sans Typewriter"/>
                        </a:rPr>
                        <a:t>e</a:t>
                      </a:r>
                      <a:r>
                        <a:rPr sz="1800" spc="0" dirty="0" smtClean="0">
                          <a:solidFill>
                            <a:srgbClr val="FF3300"/>
                          </a:solidFill>
                          <a:latin typeface="Lucida Sans Typewriter"/>
                          <a:cs typeface="Lucida Sans Typewriter"/>
                        </a:rPr>
                        <a:t>nt.</a:t>
                      </a:r>
                      <a:endParaRPr sz="1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T="0" marB="0"/>
                </a:tc>
              </a:tr>
              <a:tr h="329463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800" dirty="0" smtClean="0">
                          <a:latin typeface="Lucida Sans Typewriter"/>
                          <a:cs typeface="Lucida Sans Typewriter"/>
                        </a:rPr>
                        <a:t>y</a:t>
                      </a:r>
                      <a:endParaRPr sz="1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800" dirty="0" smtClean="0">
                          <a:latin typeface="Lucida Sans Typewriter"/>
                          <a:cs typeface="Lucida Sans Typewriter"/>
                        </a:rPr>
                        <a:t>=</a:t>
                      </a:r>
                      <a:endParaRPr sz="1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800" spc="-10" dirty="0" smtClean="0">
                          <a:solidFill>
                            <a:srgbClr val="33CC33"/>
                          </a:solidFill>
                          <a:latin typeface="Lucida Sans Typewriter"/>
                          <a:cs typeface="Lucida Sans Typewriter"/>
                        </a:rPr>
                        <a:t>“</a:t>
                      </a:r>
                      <a:r>
                        <a:rPr sz="1800" spc="0" dirty="0" smtClean="0">
                          <a:solidFill>
                            <a:srgbClr val="33CC33"/>
                          </a:solidFill>
                          <a:latin typeface="Lucida Sans Typewriter"/>
                          <a:cs typeface="Lucida Sans Typewriter"/>
                        </a:rPr>
                        <a:t>H</a:t>
                      </a:r>
                      <a:r>
                        <a:rPr sz="1800" spc="5" dirty="0" smtClean="0">
                          <a:solidFill>
                            <a:srgbClr val="33CC33"/>
                          </a:solidFill>
                          <a:latin typeface="Lucida Sans Typewriter"/>
                          <a:cs typeface="Lucida Sans Typewriter"/>
                        </a:rPr>
                        <a:t>e</a:t>
                      </a:r>
                      <a:r>
                        <a:rPr sz="1800" spc="-10" dirty="0" smtClean="0">
                          <a:solidFill>
                            <a:srgbClr val="33CC33"/>
                          </a:solidFill>
                          <a:latin typeface="Lucida Sans Typewriter"/>
                          <a:cs typeface="Lucida Sans Typewriter"/>
                        </a:rPr>
                        <a:t>l</a:t>
                      </a:r>
                      <a:r>
                        <a:rPr sz="1800" spc="0" dirty="0" smtClean="0">
                          <a:solidFill>
                            <a:srgbClr val="33CC33"/>
                          </a:solidFill>
                          <a:latin typeface="Lucida Sans Typewriter"/>
                          <a:cs typeface="Lucida Sans Typewriter"/>
                        </a:rPr>
                        <a:t>l</a:t>
                      </a:r>
                      <a:r>
                        <a:rPr sz="1800" spc="5" dirty="0" smtClean="0">
                          <a:solidFill>
                            <a:srgbClr val="33CC33"/>
                          </a:solidFill>
                          <a:latin typeface="Lucida Sans Typewriter"/>
                          <a:cs typeface="Lucida Sans Typewriter"/>
                        </a:rPr>
                        <a:t>o</a:t>
                      </a:r>
                      <a:r>
                        <a:rPr sz="1800" spc="0" dirty="0" smtClean="0">
                          <a:solidFill>
                            <a:srgbClr val="33CC33"/>
                          </a:solidFill>
                          <a:latin typeface="Lucida Sans Typewriter"/>
                          <a:cs typeface="Lucida Sans Typewriter"/>
                        </a:rPr>
                        <a:t>”</a:t>
                      </a:r>
                      <a:endParaRPr sz="1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28675">
                        <a:lnSpc>
                          <a:spcPct val="100000"/>
                        </a:lnSpc>
                      </a:pPr>
                      <a:r>
                        <a:rPr sz="1800" dirty="0" smtClean="0">
                          <a:solidFill>
                            <a:srgbClr val="FF3300"/>
                          </a:solidFill>
                          <a:latin typeface="Lucida Sans Typewriter"/>
                          <a:cs typeface="Lucida Sans Typewriter"/>
                        </a:rPr>
                        <a:t>#</a:t>
                      </a:r>
                      <a:r>
                        <a:rPr sz="1800" spc="-5" dirty="0" smtClean="0">
                          <a:solidFill>
                            <a:srgbClr val="FF3300"/>
                          </a:solidFill>
                          <a:latin typeface="Lucida Sans Typewriter"/>
                          <a:cs typeface="Lucida Sans Typewriter"/>
                        </a:rPr>
                        <a:t> </a:t>
                      </a:r>
                      <a:r>
                        <a:rPr sz="1800" spc="5" dirty="0" smtClean="0">
                          <a:solidFill>
                            <a:srgbClr val="FF3300"/>
                          </a:solidFill>
                          <a:latin typeface="Lucida Sans Typewriter"/>
                          <a:cs typeface="Lucida Sans Typewriter"/>
                        </a:rPr>
                        <a:t>A</a:t>
                      </a:r>
                      <a:r>
                        <a:rPr sz="1800" spc="-10" dirty="0" smtClean="0">
                          <a:solidFill>
                            <a:srgbClr val="FF3300"/>
                          </a:solidFill>
                          <a:latin typeface="Lucida Sans Typewriter"/>
                          <a:cs typeface="Lucida Sans Typewriter"/>
                        </a:rPr>
                        <a:t>n</a:t>
                      </a:r>
                      <a:r>
                        <a:rPr sz="1800" spc="0" dirty="0" smtClean="0">
                          <a:solidFill>
                            <a:srgbClr val="FF3300"/>
                          </a:solidFill>
                          <a:latin typeface="Lucida Sans Typewriter"/>
                          <a:cs typeface="Lucida Sans Typewriter"/>
                        </a:rPr>
                        <a:t>o</a:t>
                      </a:r>
                      <a:r>
                        <a:rPr sz="1800" spc="10" dirty="0" smtClean="0">
                          <a:solidFill>
                            <a:srgbClr val="FF3300"/>
                          </a:solidFill>
                          <a:latin typeface="Lucida Sans Typewriter"/>
                          <a:cs typeface="Lucida Sans Typewriter"/>
                        </a:rPr>
                        <a:t>t</a:t>
                      </a:r>
                      <a:r>
                        <a:rPr sz="1800" spc="-10" dirty="0" smtClean="0">
                          <a:solidFill>
                            <a:srgbClr val="FF3300"/>
                          </a:solidFill>
                          <a:latin typeface="Lucida Sans Typewriter"/>
                          <a:cs typeface="Lucida Sans Typewriter"/>
                        </a:rPr>
                        <a:t>h</a:t>
                      </a:r>
                      <a:r>
                        <a:rPr sz="1800" spc="0" dirty="0" smtClean="0">
                          <a:solidFill>
                            <a:srgbClr val="FF3300"/>
                          </a:solidFill>
                          <a:latin typeface="Lucida Sans Typewriter"/>
                          <a:cs typeface="Lucida Sans Typewriter"/>
                        </a:rPr>
                        <a:t>er</a:t>
                      </a:r>
                      <a:r>
                        <a:rPr sz="1800" spc="5" dirty="0" smtClean="0">
                          <a:solidFill>
                            <a:srgbClr val="FF3300"/>
                          </a:solidFill>
                          <a:latin typeface="Lucida Sans Typewriter"/>
                          <a:cs typeface="Lucida Sans Typewriter"/>
                        </a:rPr>
                        <a:t> </a:t>
                      </a:r>
                      <a:r>
                        <a:rPr sz="1800" spc="0" dirty="0" smtClean="0">
                          <a:solidFill>
                            <a:srgbClr val="FF3300"/>
                          </a:solidFill>
                          <a:latin typeface="Lucida Sans Typewriter"/>
                          <a:cs typeface="Lucida Sans Typewriter"/>
                        </a:rPr>
                        <a:t>one.</a:t>
                      </a:r>
                      <a:endParaRPr sz="1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T="0" marB="0"/>
                </a:tc>
              </a:tr>
              <a:tr h="278991">
                <a:tc>
                  <a:txBody>
                    <a:bodyPr/>
                    <a:lstStyle/>
                    <a:p>
                      <a:pPr marL="25400">
                        <a:lnSpc>
                          <a:spcPts val="2125"/>
                        </a:lnSpc>
                      </a:pPr>
                      <a:r>
                        <a:rPr sz="1800" dirty="0" smtClean="0">
                          <a:latin typeface="Lucida Sans Typewriter"/>
                          <a:cs typeface="Lucida Sans Typewriter"/>
                        </a:rPr>
                        <a:t>z</a:t>
                      </a:r>
                      <a:endParaRPr sz="1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125"/>
                        </a:lnSpc>
                      </a:pPr>
                      <a:r>
                        <a:rPr sz="1800" dirty="0" smtClean="0">
                          <a:latin typeface="Lucida Sans Typewriter"/>
                          <a:cs typeface="Lucida Sans Typewriter"/>
                        </a:rPr>
                        <a:t>=</a:t>
                      </a:r>
                      <a:endParaRPr sz="1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ts val="2125"/>
                        </a:lnSpc>
                      </a:pPr>
                      <a:r>
                        <a:rPr sz="1800" dirty="0" smtClean="0">
                          <a:latin typeface="Lucida Sans Typewriter"/>
                          <a:cs typeface="Lucida Sans Typewriter"/>
                        </a:rPr>
                        <a:t>3.</a:t>
                      </a:r>
                      <a:r>
                        <a:rPr sz="1800" spc="5" dirty="0" smtClean="0">
                          <a:latin typeface="Lucida Sans Typewriter"/>
                          <a:cs typeface="Lucida Sans Typewriter"/>
                        </a:rPr>
                        <a:t>4</a:t>
                      </a:r>
                      <a:r>
                        <a:rPr sz="1800" spc="0" dirty="0" smtClean="0">
                          <a:latin typeface="Lucida Sans Typewriter"/>
                          <a:cs typeface="Lucida Sans Typewriter"/>
                        </a:rPr>
                        <a:t>5</a:t>
                      </a:r>
                      <a:endParaRPr sz="1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T="0" marB="0"/>
                </a:tc>
              </a:tr>
              <a:tr h="392684">
                <a:tc gridSpan="4"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800" spc="5" dirty="0" smtClean="0">
                          <a:solidFill>
                            <a:srgbClr val="FF6600"/>
                          </a:solidFill>
                          <a:latin typeface="Lucida Sans Typewriter"/>
                          <a:cs typeface="Lucida Sans Typewriter"/>
                        </a:rPr>
                        <a:t>i</a:t>
                      </a:r>
                      <a:r>
                        <a:rPr sz="1800" spc="0" dirty="0" smtClean="0">
                          <a:solidFill>
                            <a:srgbClr val="FF6600"/>
                          </a:solidFill>
                          <a:latin typeface="Lucida Sans Typewriter"/>
                          <a:cs typeface="Lucida Sans Typewriter"/>
                        </a:rPr>
                        <a:t>f </a:t>
                      </a:r>
                      <a:r>
                        <a:rPr sz="1800" spc="0" dirty="0" smtClean="0">
                          <a:latin typeface="Lucida Sans Typewriter"/>
                          <a:cs typeface="Lucida Sans Typewriter"/>
                        </a:rPr>
                        <a:t>z</a:t>
                      </a:r>
                      <a:r>
                        <a:rPr sz="1800" spc="5" dirty="0" smtClean="0">
                          <a:latin typeface="Lucida Sans Typewriter"/>
                          <a:cs typeface="Lucida Sans Typewriter"/>
                        </a:rPr>
                        <a:t> </a:t>
                      </a:r>
                      <a:r>
                        <a:rPr sz="1800" spc="0" dirty="0" smtClean="0">
                          <a:latin typeface="Lucida Sans Typewriter"/>
                          <a:cs typeface="Lucida Sans Typewriter"/>
                        </a:rPr>
                        <a:t>==</a:t>
                      </a:r>
                      <a:r>
                        <a:rPr sz="1800" spc="5" dirty="0" smtClean="0">
                          <a:latin typeface="Lucida Sans Typewriter"/>
                          <a:cs typeface="Lucida Sans Typewriter"/>
                        </a:rPr>
                        <a:t> </a:t>
                      </a:r>
                      <a:r>
                        <a:rPr sz="1800" spc="0" dirty="0" smtClean="0">
                          <a:latin typeface="Lucida Sans Typewriter"/>
                          <a:cs typeface="Lucida Sans Typewriter"/>
                        </a:rPr>
                        <a:t>3</a:t>
                      </a:r>
                      <a:r>
                        <a:rPr sz="1800" spc="5" dirty="0" smtClean="0">
                          <a:latin typeface="Lucida Sans Typewriter"/>
                          <a:cs typeface="Lucida Sans Typewriter"/>
                        </a:rPr>
                        <a:t>.</a:t>
                      </a:r>
                      <a:r>
                        <a:rPr sz="1800" spc="0" dirty="0" smtClean="0">
                          <a:latin typeface="Lucida Sans Typewriter"/>
                          <a:cs typeface="Lucida Sans Typewriter"/>
                        </a:rPr>
                        <a:t>45</a:t>
                      </a:r>
                      <a:r>
                        <a:rPr sz="1800" spc="5" dirty="0" smtClean="0">
                          <a:latin typeface="Lucida Sans Typewriter"/>
                          <a:cs typeface="Lucida Sans Typewriter"/>
                        </a:rPr>
                        <a:t> </a:t>
                      </a:r>
                      <a:r>
                        <a:rPr sz="1800" spc="5" dirty="0" smtClean="0">
                          <a:solidFill>
                            <a:srgbClr val="FF6600"/>
                          </a:solidFill>
                          <a:latin typeface="Lucida Sans Typewriter"/>
                          <a:cs typeface="Lucida Sans Typewriter"/>
                        </a:rPr>
                        <a:t>o</a:t>
                      </a:r>
                      <a:r>
                        <a:rPr sz="1800" spc="0" dirty="0" smtClean="0">
                          <a:solidFill>
                            <a:srgbClr val="FF6600"/>
                          </a:solidFill>
                          <a:latin typeface="Lucida Sans Typewriter"/>
                          <a:cs typeface="Lucida Sans Typewriter"/>
                        </a:rPr>
                        <a:t>r </a:t>
                      </a:r>
                      <a:r>
                        <a:rPr sz="1800" spc="0" dirty="0" smtClean="0">
                          <a:latin typeface="Lucida Sans Typewriter"/>
                          <a:cs typeface="Lucida Sans Typewriter"/>
                        </a:rPr>
                        <a:t>y</a:t>
                      </a:r>
                      <a:r>
                        <a:rPr sz="1800" spc="10" dirty="0" smtClean="0">
                          <a:latin typeface="Lucida Sans Typewriter"/>
                          <a:cs typeface="Lucida Sans Typewriter"/>
                        </a:rPr>
                        <a:t> </a:t>
                      </a:r>
                      <a:r>
                        <a:rPr sz="1800" spc="0" dirty="0" smtClean="0">
                          <a:latin typeface="Lucida Sans Typewriter"/>
                          <a:cs typeface="Lucida Sans Typewriter"/>
                        </a:rPr>
                        <a:t>==</a:t>
                      </a:r>
                      <a:r>
                        <a:rPr sz="1800" spc="10" dirty="0" smtClean="0">
                          <a:latin typeface="Lucida Sans Typewriter"/>
                          <a:cs typeface="Lucida Sans Typewriter"/>
                        </a:rPr>
                        <a:t> </a:t>
                      </a:r>
                      <a:r>
                        <a:rPr sz="1800" spc="0" dirty="0" smtClean="0">
                          <a:solidFill>
                            <a:srgbClr val="33CC33"/>
                          </a:solidFill>
                          <a:latin typeface="Lucida Sans Typewriter"/>
                          <a:cs typeface="Lucida Sans Typewriter"/>
                        </a:rPr>
                        <a:t>“Hel</a:t>
                      </a:r>
                      <a:r>
                        <a:rPr sz="1800" spc="5" dirty="0" smtClean="0">
                          <a:solidFill>
                            <a:srgbClr val="33CC33"/>
                          </a:solidFill>
                          <a:latin typeface="Lucida Sans Typewriter"/>
                          <a:cs typeface="Lucida Sans Typewriter"/>
                        </a:rPr>
                        <a:t>l</a:t>
                      </a:r>
                      <a:r>
                        <a:rPr sz="1800" spc="0" dirty="0" smtClean="0">
                          <a:solidFill>
                            <a:srgbClr val="33CC33"/>
                          </a:solidFill>
                          <a:latin typeface="Lucida Sans Typewriter"/>
                          <a:cs typeface="Lucida Sans Typewriter"/>
                        </a:rPr>
                        <a:t>o</a:t>
                      </a:r>
                      <a:r>
                        <a:rPr sz="1800" spc="5" dirty="0" smtClean="0">
                          <a:solidFill>
                            <a:srgbClr val="33CC33"/>
                          </a:solidFill>
                          <a:latin typeface="Lucida Sans Typewriter"/>
                          <a:cs typeface="Lucida Sans Typewriter"/>
                        </a:rPr>
                        <a:t>”</a:t>
                      </a:r>
                      <a:r>
                        <a:rPr sz="1800" spc="0" dirty="0" smtClean="0">
                          <a:latin typeface="Lucida Sans Typewriter"/>
                          <a:cs typeface="Lucida Sans Typewriter"/>
                        </a:rPr>
                        <a:t>:</a:t>
                      </a:r>
                      <a:endParaRPr sz="1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89914" y="2631718"/>
          <a:ext cx="2815412" cy="13435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5120"/>
                <a:gridCol w="275974"/>
                <a:gridCol w="1754317"/>
              </a:tblGrid>
              <a:tr h="342266"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</a:pPr>
                      <a:r>
                        <a:rPr sz="1800" dirty="0" smtClean="0">
                          <a:latin typeface="Lucida Sans Typewriter"/>
                          <a:cs typeface="Lucida Sans Typewriter"/>
                        </a:rPr>
                        <a:t>x</a:t>
                      </a:r>
                      <a:endParaRPr sz="1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800" dirty="0" smtClean="0">
                          <a:latin typeface="Lucida Sans Typewriter"/>
                          <a:cs typeface="Lucida Sans Typewriter"/>
                        </a:rPr>
                        <a:t>=</a:t>
                      </a:r>
                      <a:endParaRPr sz="1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800" dirty="0" smtClean="0">
                          <a:latin typeface="Lucida Sans Typewriter"/>
                          <a:cs typeface="Lucida Sans Typewriter"/>
                        </a:rPr>
                        <a:t>x</a:t>
                      </a:r>
                      <a:r>
                        <a:rPr sz="1800" spc="5" dirty="0" smtClean="0">
                          <a:latin typeface="Lucida Sans Typewriter"/>
                          <a:cs typeface="Lucida Sans Typewriter"/>
                        </a:rPr>
                        <a:t> </a:t>
                      </a:r>
                      <a:r>
                        <a:rPr sz="1800" spc="0" dirty="0" smtClean="0">
                          <a:latin typeface="Lucida Sans Typewriter"/>
                          <a:cs typeface="Lucida Sans Typewriter"/>
                        </a:rPr>
                        <a:t>+ 1</a:t>
                      </a:r>
                      <a:endParaRPr sz="1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T="0" marB="0"/>
                </a:tc>
              </a:tr>
              <a:tr h="329526">
                <a:tc>
                  <a:txBody>
                    <a:bodyPr/>
                    <a:lstStyle/>
                    <a:p>
                      <a:pPr marR="68580" algn="r">
                        <a:lnSpc>
                          <a:spcPct val="100000"/>
                        </a:lnSpc>
                      </a:pPr>
                      <a:r>
                        <a:rPr sz="1800" dirty="0" smtClean="0">
                          <a:latin typeface="Lucida Sans Typewriter"/>
                          <a:cs typeface="Lucida Sans Typewriter"/>
                        </a:rPr>
                        <a:t>y</a:t>
                      </a:r>
                      <a:endParaRPr sz="1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800" dirty="0" smtClean="0">
                          <a:latin typeface="Lucida Sans Typewriter"/>
                          <a:cs typeface="Lucida Sans Typewriter"/>
                        </a:rPr>
                        <a:t>=</a:t>
                      </a:r>
                      <a:endParaRPr sz="1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800" dirty="0" smtClean="0">
                          <a:latin typeface="Lucida Sans Typewriter"/>
                          <a:cs typeface="Lucida Sans Typewriter"/>
                        </a:rPr>
                        <a:t>y</a:t>
                      </a:r>
                      <a:r>
                        <a:rPr sz="1800" spc="10" dirty="0" smtClean="0">
                          <a:latin typeface="Lucida Sans Typewriter"/>
                          <a:cs typeface="Lucida Sans Typewriter"/>
                        </a:rPr>
                        <a:t> </a:t>
                      </a:r>
                      <a:r>
                        <a:rPr sz="1800" spc="0" dirty="0" smtClean="0">
                          <a:latin typeface="Lucida Sans Typewriter"/>
                          <a:cs typeface="Lucida Sans Typewriter"/>
                        </a:rPr>
                        <a:t>+ </a:t>
                      </a:r>
                      <a:r>
                        <a:rPr sz="1800" spc="0" dirty="0" smtClean="0">
                          <a:solidFill>
                            <a:srgbClr val="33CC33"/>
                          </a:solidFill>
                          <a:latin typeface="Lucida Sans Typewriter"/>
                          <a:cs typeface="Lucida Sans Typewriter"/>
                        </a:rPr>
                        <a:t>“ </a:t>
                      </a:r>
                      <a:r>
                        <a:rPr sz="1800" spc="5" dirty="0" smtClean="0">
                          <a:solidFill>
                            <a:srgbClr val="33CC33"/>
                          </a:solidFill>
                          <a:latin typeface="Lucida Sans Typewriter"/>
                          <a:cs typeface="Lucida Sans Typewriter"/>
                        </a:rPr>
                        <a:t>W</a:t>
                      </a:r>
                      <a:r>
                        <a:rPr sz="1800" spc="0" dirty="0" smtClean="0">
                          <a:solidFill>
                            <a:srgbClr val="33CC33"/>
                          </a:solidFill>
                          <a:latin typeface="Lucida Sans Typewriter"/>
                          <a:cs typeface="Lucida Sans Typewriter"/>
                        </a:rPr>
                        <a:t>or</a:t>
                      </a:r>
                      <a:r>
                        <a:rPr sz="1800" spc="5" dirty="0" smtClean="0">
                          <a:solidFill>
                            <a:srgbClr val="33CC33"/>
                          </a:solidFill>
                          <a:latin typeface="Lucida Sans Typewriter"/>
                          <a:cs typeface="Lucida Sans Typewriter"/>
                        </a:rPr>
                        <a:t>l</a:t>
                      </a:r>
                      <a:r>
                        <a:rPr sz="1800" spc="0" dirty="0" smtClean="0">
                          <a:solidFill>
                            <a:srgbClr val="33CC33"/>
                          </a:solidFill>
                          <a:latin typeface="Lucida Sans Typewriter"/>
                          <a:cs typeface="Lucida Sans Typewriter"/>
                        </a:rPr>
                        <a:t>d”</a:t>
                      </a:r>
                      <a:endParaRPr sz="1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T="0" marB="0"/>
                </a:tc>
              </a:tr>
              <a:tr h="329347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800" spc="5" dirty="0" smtClean="0">
                          <a:solidFill>
                            <a:srgbClr val="FF6600"/>
                          </a:solidFill>
                          <a:latin typeface="Lucida Sans Typewriter"/>
                          <a:cs typeface="Lucida Sans Typewriter"/>
                        </a:rPr>
                        <a:t>p</a:t>
                      </a:r>
                      <a:r>
                        <a:rPr sz="1800" spc="0" dirty="0" smtClean="0">
                          <a:solidFill>
                            <a:srgbClr val="FF6600"/>
                          </a:solidFill>
                          <a:latin typeface="Lucida Sans Typewriter"/>
                          <a:cs typeface="Lucida Sans Typewriter"/>
                        </a:rPr>
                        <a:t>ri</a:t>
                      </a:r>
                      <a:r>
                        <a:rPr sz="1800" spc="5" dirty="0" smtClean="0">
                          <a:solidFill>
                            <a:srgbClr val="FF6600"/>
                          </a:solidFill>
                          <a:latin typeface="Lucida Sans Typewriter"/>
                          <a:cs typeface="Lucida Sans Typewriter"/>
                        </a:rPr>
                        <a:t>n</a:t>
                      </a:r>
                      <a:r>
                        <a:rPr sz="1800" spc="0" dirty="0" smtClean="0">
                          <a:solidFill>
                            <a:srgbClr val="FF6600"/>
                          </a:solidFill>
                          <a:latin typeface="Lucida Sans Typewriter"/>
                          <a:cs typeface="Lucida Sans Typewriter"/>
                        </a:rPr>
                        <a:t>t</a:t>
                      </a:r>
                      <a:endParaRPr sz="1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800" dirty="0" smtClean="0">
                          <a:latin typeface="Lucida Sans Typewriter"/>
                          <a:cs typeface="Lucida Sans Typewriter"/>
                        </a:rPr>
                        <a:t>x</a:t>
                      </a:r>
                      <a:endParaRPr sz="1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T="0" marB="0"/>
                </a:tc>
              </a:tr>
              <a:tr h="342392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800" spc="5" dirty="0" smtClean="0">
                          <a:solidFill>
                            <a:srgbClr val="FF6600"/>
                          </a:solidFill>
                          <a:latin typeface="Lucida Sans Typewriter"/>
                          <a:cs typeface="Lucida Sans Typewriter"/>
                        </a:rPr>
                        <a:t>p</a:t>
                      </a:r>
                      <a:r>
                        <a:rPr sz="1800" spc="0" dirty="0" smtClean="0">
                          <a:solidFill>
                            <a:srgbClr val="FF6600"/>
                          </a:solidFill>
                          <a:latin typeface="Lucida Sans Typewriter"/>
                          <a:cs typeface="Lucida Sans Typewriter"/>
                        </a:rPr>
                        <a:t>ri</a:t>
                      </a:r>
                      <a:r>
                        <a:rPr sz="1800" spc="5" dirty="0" smtClean="0">
                          <a:solidFill>
                            <a:srgbClr val="FF6600"/>
                          </a:solidFill>
                          <a:latin typeface="Lucida Sans Typewriter"/>
                          <a:cs typeface="Lucida Sans Typewriter"/>
                        </a:rPr>
                        <a:t>n</a:t>
                      </a:r>
                      <a:r>
                        <a:rPr sz="1800" spc="0" dirty="0" smtClean="0">
                          <a:solidFill>
                            <a:srgbClr val="FF6600"/>
                          </a:solidFill>
                          <a:latin typeface="Lucida Sans Typewriter"/>
                          <a:cs typeface="Lucida Sans Typewriter"/>
                        </a:rPr>
                        <a:t>t</a:t>
                      </a:r>
                      <a:endParaRPr sz="1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800" dirty="0" smtClean="0">
                          <a:latin typeface="Lucida Sans Typewriter"/>
                          <a:cs typeface="Lucida Sans Typewriter"/>
                        </a:rPr>
                        <a:t>y</a:t>
                      </a:r>
                      <a:endParaRPr sz="1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8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965442" y="6366255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18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5454" y="551941"/>
            <a:ext cx="7035800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2399665" algn="l"/>
                <a:tab pos="5067300" algn="l"/>
                <a:tab pos="5878830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Eno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u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gh</a:t>
            </a:r>
            <a:r>
              <a:rPr sz="3600" b="1" spc="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to	Under</a:t>
            </a:r>
            <a:r>
              <a:rPr sz="3600" b="1" spc="5" dirty="0" smtClean="0">
                <a:solidFill>
                  <a:srgbClr val="000066"/>
                </a:solidFill>
                <a:latin typeface="Arial"/>
                <a:cs typeface="Arial"/>
              </a:rPr>
              <a:t>s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tand	t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h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e	Code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278763"/>
            <a:ext cx="6492875" cy="38766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Indentation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matt</a:t>
            </a:r>
            <a:r>
              <a:rPr sz="2000" b="1" spc="5" dirty="0" smtClean="0">
                <a:latin typeface="Arial"/>
                <a:cs typeface="Arial"/>
              </a:rPr>
              <a:t>e</a:t>
            </a:r>
            <a:r>
              <a:rPr sz="2000" b="1" spc="0" dirty="0" smtClean="0">
                <a:latin typeface="Arial"/>
                <a:cs typeface="Arial"/>
              </a:rPr>
              <a:t>rs</a:t>
            </a:r>
            <a:r>
              <a:rPr sz="2000" b="1" spc="-4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to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mean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ng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code: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0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756285" algn="l"/>
              </a:tabLst>
            </a:pPr>
            <a:r>
              <a:rPr sz="1800" dirty="0" smtClean="0">
                <a:latin typeface="Arial"/>
                <a:cs typeface="Arial"/>
              </a:rPr>
              <a:t>B</a:t>
            </a:r>
            <a:r>
              <a:rPr sz="1800" spc="-10" dirty="0" smtClean="0">
                <a:latin typeface="Arial"/>
                <a:cs typeface="Arial"/>
              </a:rPr>
              <a:t>lo</a:t>
            </a:r>
            <a:r>
              <a:rPr sz="1800" spc="0" dirty="0" smtClean="0">
                <a:latin typeface="Arial"/>
                <a:cs typeface="Arial"/>
              </a:rPr>
              <a:t>ck struct</a:t>
            </a:r>
            <a:r>
              <a:rPr sz="1800" spc="-10" dirty="0" smtClean="0">
                <a:latin typeface="Arial"/>
                <a:cs typeface="Arial"/>
              </a:rPr>
              <a:t>u</a:t>
            </a:r>
            <a:r>
              <a:rPr sz="1800" spc="0" dirty="0" smtClean="0">
                <a:latin typeface="Arial"/>
                <a:cs typeface="Arial"/>
              </a:rPr>
              <a:t>re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i</a:t>
            </a:r>
            <a:r>
              <a:rPr sz="1800" spc="-10" dirty="0" smtClean="0">
                <a:latin typeface="Arial"/>
                <a:cs typeface="Arial"/>
              </a:rPr>
              <a:t>nd</a:t>
            </a:r>
            <a:r>
              <a:rPr sz="1800" spc="0" dirty="0" smtClean="0">
                <a:latin typeface="Arial"/>
                <a:cs typeface="Arial"/>
              </a:rPr>
              <a:t>ic</a:t>
            </a:r>
            <a:r>
              <a:rPr sz="1800" spc="-15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ted</a:t>
            </a:r>
            <a:r>
              <a:rPr sz="1800" spc="15" dirty="0" smtClean="0">
                <a:latin typeface="Arial"/>
                <a:cs typeface="Arial"/>
              </a:rPr>
              <a:t> </a:t>
            </a:r>
            <a:r>
              <a:rPr sz="1800" spc="-10" dirty="0" smtClean="0">
                <a:latin typeface="Arial"/>
                <a:cs typeface="Arial"/>
              </a:rPr>
              <a:t>b</a:t>
            </a:r>
            <a:r>
              <a:rPr sz="1800" spc="0" dirty="0" smtClean="0">
                <a:latin typeface="Arial"/>
                <a:cs typeface="Arial"/>
              </a:rPr>
              <a:t>y i</a:t>
            </a:r>
            <a:r>
              <a:rPr sz="1800" spc="-15" dirty="0" smtClean="0">
                <a:latin typeface="Arial"/>
                <a:cs typeface="Arial"/>
              </a:rPr>
              <a:t>n</a:t>
            </a:r>
            <a:r>
              <a:rPr sz="1800" spc="-10" dirty="0" smtClean="0">
                <a:latin typeface="Arial"/>
                <a:cs typeface="Arial"/>
              </a:rPr>
              <a:t>den</a:t>
            </a:r>
            <a:r>
              <a:rPr sz="1800" spc="0" dirty="0" smtClean="0">
                <a:latin typeface="Arial"/>
                <a:cs typeface="Arial"/>
              </a:rPr>
              <a:t>tati</a:t>
            </a:r>
            <a:r>
              <a:rPr sz="1800" spc="-15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n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The first</a:t>
            </a:r>
            <a:r>
              <a:rPr sz="2000" b="1" spc="-4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assign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ent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to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 </a:t>
            </a:r>
            <a:r>
              <a:rPr sz="2000" b="1" spc="-30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ariab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e crea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es</a:t>
            </a:r>
            <a:r>
              <a:rPr sz="2000" b="1" spc="-4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it.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0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756285" algn="l"/>
              </a:tabLst>
            </a:pPr>
            <a:r>
              <a:rPr sz="1800" dirty="0" smtClean="0">
                <a:latin typeface="Arial"/>
                <a:cs typeface="Arial"/>
              </a:rPr>
              <a:t>V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ri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b</a:t>
            </a:r>
            <a:r>
              <a:rPr sz="1800" spc="-10" dirty="0" smtClean="0">
                <a:latin typeface="Arial"/>
                <a:cs typeface="Arial"/>
              </a:rPr>
              <a:t>l</a:t>
            </a:r>
            <a:r>
              <a:rPr sz="1800" spc="0" dirty="0" smtClean="0">
                <a:latin typeface="Arial"/>
                <a:cs typeface="Arial"/>
              </a:rPr>
              <a:t>e</a:t>
            </a:r>
            <a:r>
              <a:rPr sz="1800" spc="2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t</a:t>
            </a:r>
            <a:r>
              <a:rPr sz="1800" spc="-20" dirty="0" smtClean="0">
                <a:latin typeface="Arial"/>
                <a:cs typeface="Arial"/>
              </a:rPr>
              <a:t>y</a:t>
            </a:r>
            <a:r>
              <a:rPr sz="1800" spc="0" dirty="0" smtClean="0">
                <a:latin typeface="Arial"/>
                <a:cs typeface="Arial"/>
              </a:rPr>
              <a:t>p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2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d</a:t>
            </a:r>
            <a:r>
              <a:rPr sz="1800" spc="-10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n</a:t>
            </a:r>
            <a:r>
              <a:rPr sz="1800" spc="-10" dirty="0" smtClean="0">
                <a:latin typeface="Arial"/>
                <a:cs typeface="Arial"/>
              </a:rPr>
              <a:t>’</a:t>
            </a:r>
            <a:r>
              <a:rPr sz="1800" spc="0" dirty="0" smtClean="0">
                <a:latin typeface="Arial"/>
                <a:cs typeface="Arial"/>
              </a:rPr>
              <a:t>t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n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ed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to be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d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cl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re</a:t>
            </a:r>
            <a:r>
              <a:rPr sz="1800" spc="-10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5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756285" algn="l"/>
              </a:tabLst>
            </a:pPr>
            <a:r>
              <a:rPr sz="1800" dirty="0" smtClean="0">
                <a:latin typeface="Arial"/>
                <a:cs typeface="Arial"/>
              </a:rPr>
              <a:t>P</a:t>
            </a:r>
            <a:r>
              <a:rPr sz="1800" spc="-30" dirty="0" smtClean="0">
                <a:latin typeface="Arial"/>
                <a:cs typeface="Arial"/>
              </a:rPr>
              <a:t>y</a:t>
            </a:r>
            <a:r>
              <a:rPr sz="1800" spc="0" dirty="0" smtClean="0">
                <a:latin typeface="Arial"/>
                <a:cs typeface="Arial"/>
              </a:rPr>
              <a:t>th</a:t>
            </a:r>
            <a:r>
              <a:rPr sz="1800" spc="-10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n</a:t>
            </a:r>
            <a:r>
              <a:rPr sz="1800" spc="2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fig</a:t>
            </a:r>
            <a:r>
              <a:rPr sz="1800" spc="-10" dirty="0" smtClean="0">
                <a:latin typeface="Arial"/>
                <a:cs typeface="Arial"/>
              </a:rPr>
              <a:t>u</a:t>
            </a:r>
            <a:r>
              <a:rPr sz="1800" spc="0" dirty="0" smtClean="0">
                <a:latin typeface="Arial"/>
                <a:cs typeface="Arial"/>
              </a:rPr>
              <a:t>res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-10" dirty="0" smtClean="0">
                <a:latin typeface="Arial"/>
                <a:cs typeface="Arial"/>
              </a:rPr>
              <a:t>u</a:t>
            </a:r>
            <a:r>
              <a:rPr sz="1800" spc="0" dirty="0" smtClean="0">
                <a:latin typeface="Arial"/>
                <a:cs typeface="Arial"/>
              </a:rPr>
              <a:t>t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the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vari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b</a:t>
            </a:r>
            <a:r>
              <a:rPr sz="1800" spc="-10" dirty="0" smtClean="0">
                <a:latin typeface="Arial"/>
                <a:cs typeface="Arial"/>
              </a:rPr>
              <a:t>l</a:t>
            </a:r>
            <a:r>
              <a:rPr sz="1800" spc="0" dirty="0" smtClean="0">
                <a:latin typeface="Arial"/>
                <a:cs typeface="Arial"/>
              </a:rPr>
              <a:t>e</a:t>
            </a:r>
            <a:r>
              <a:rPr sz="1800" spc="2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t</a:t>
            </a:r>
            <a:r>
              <a:rPr sz="1800" spc="-20" dirty="0" smtClean="0">
                <a:latin typeface="Arial"/>
                <a:cs typeface="Arial"/>
              </a:rPr>
              <a:t>y</a:t>
            </a:r>
            <a:r>
              <a:rPr sz="1800" spc="0" dirty="0" smtClean="0">
                <a:latin typeface="Arial"/>
                <a:cs typeface="Arial"/>
              </a:rPr>
              <a:t>p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2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on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its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-45" dirty="0" smtClean="0">
                <a:latin typeface="Arial"/>
                <a:cs typeface="Arial"/>
              </a:rPr>
              <a:t>w</a:t>
            </a:r>
            <a:r>
              <a:rPr sz="1800" spc="0" dirty="0" smtClean="0">
                <a:latin typeface="Arial"/>
                <a:cs typeface="Arial"/>
              </a:rPr>
              <a:t>n.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Assign</a:t>
            </a:r>
            <a:r>
              <a:rPr sz="2000" b="1" spc="-15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ent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uses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2000" b="1" i="1" spc="-15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and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co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par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son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uses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2000" b="1" i="1" spc="5" dirty="0" smtClean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r>
              <a:rPr sz="2000" b="1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For n</a:t>
            </a:r>
            <a:r>
              <a:rPr sz="2000" b="1" spc="-10" dirty="0" smtClean="0">
                <a:latin typeface="Arial"/>
                <a:cs typeface="Arial"/>
              </a:rPr>
              <a:t>u</a:t>
            </a:r>
            <a:r>
              <a:rPr sz="2000" b="1" spc="0" dirty="0" smtClean="0">
                <a:latin typeface="Arial"/>
                <a:cs typeface="Arial"/>
              </a:rPr>
              <a:t>mbers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+</a:t>
            </a:r>
            <a:r>
              <a:rPr sz="2000" b="1" i="1" spc="-25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-</a:t>
            </a:r>
            <a:r>
              <a:rPr sz="2000" b="1" i="1" spc="-15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* /</a:t>
            </a:r>
            <a:r>
              <a:rPr sz="2000" b="1" i="1" spc="-3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%</a:t>
            </a:r>
            <a:r>
              <a:rPr sz="2000" b="1" i="1" spc="-1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are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expected.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00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756285" algn="l"/>
              </a:tabLst>
            </a:pPr>
            <a:r>
              <a:rPr sz="1800" dirty="0" smtClean="0">
                <a:latin typeface="Arial"/>
                <a:cs typeface="Arial"/>
              </a:rPr>
              <a:t>S</a:t>
            </a:r>
            <a:r>
              <a:rPr sz="1800" spc="-10" dirty="0" smtClean="0">
                <a:latin typeface="Arial"/>
                <a:cs typeface="Arial"/>
              </a:rPr>
              <a:t>p</a:t>
            </a:r>
            <a:r>
              <a:rPr sz="1800" spc="0" dirty="0" smtClean="0">
                <a:latin typeface="Arial"/>
                <a:cs typeface="Arial"/>
              </a:rPr>
              <a:t>ec</a:t>
            </a:r>
            <a:r>
              <a:rPr sz="1800" spc="-10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al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use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of</a:t>
            </a:r>
            <a:r>
              <a:rPr sz="1800" spc="-5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+</a:t>
            </a:r>
            <a:r>
              <a:rPr sz="2000" b="1" i="1" spc="-6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for s</a:t>
            </a:r>
            <a:r>
              <a:rPr sz="1800" spc="5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ri</a:t>
            </a:r>
            <a:r>
              <a:rPr sz="1800" spc="-10" dirty="0" smtClean="0">
                <a:latin typeface="Arial"/>
                <a:cs typeface="Arial"/>
              </a:rPr>
              <a:t>n</a:t>
            </a:r>
            <a:r>
              <a:rPr sz="1800" spc="0" dirty="0" smtClean="0">
                <a:latin typeface="Arial"/>
                <a:cs typeface="Arial"/>
              </a:rPr>
              <a:t>g c</a:t>
            </a:r>
            <a:r>
              <a:rPr sz="1800" spc="-10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nc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te</a:t>
            </a:r>
            <a:r>
              <a:rPr sz="1800" spc="-10" dirty="0" smtClean="0">
                <a:latin typeface="Arial"/>
                <a:cs typeface="Arial"/>
              </a:rPr>
              <a:t>n</a:t>
            </a:r>
            <a:r>
              <a:rPr sz="1800" spc="0" dirty="0" smtClean="0">
                <a:latin typeface="Arial"/>
                <a:cs typeface="Arial"/>
              </a:rPr>
              <a:t>ati</a:t>
            </a:r>
            <a:r>
              <a:rPr sz="1800" spc="-10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n.</a:t>
            </a:r>
            <a:endParaRPr sz="1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756285" algn="l"/>
              </a:tabLst>
            </a:pPr>
            <a:r>
              <a:rPr sz="1800" dirty="0" smtClean="0">
                <a:latin typeface="Arial"/>
                <a:cs typeface="Arial"/>
              </a:rPr>
              <a:t>S</a:t>
            </a:r>
            <a:r>
              <a:rPr sz="1800" spc="-10" dirty="0" smtClean="0">
                <a:latin typeface="Arial"/>
                <a:cs typeface="Arial"/>
              </a:rPr>
              <a:t>p</a:t>
            </a:r>
            <a:r>
              <a:rPr sz="1800" spc="0" dirty="0" smtClean="0">
                <a:latin typeface="Arial"/>
                <a:cs typeface="Arial"/>
              </a:rPr>
              <a:t>ec</a:t>
            </a:r>
            <a:r>
              <a:rPr sz="1800" spc="-10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al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use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of</a:t>
            </a:r>
            <a:r>
              <a:rPr sz="1800" spc="-5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%</a:t>
            </a:r>
            <a:r>
              <a:rPr sz="2000" b="1" i="1" spc="-6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for s</a:t>
            </a:r>
            <a:r>
              <a:rPr sz="1800" spc="5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ri</a:t>
            </a:r>
            <a:r>
              <a:rPr sz="1800" spc="-10" dirty="0" smtClean="0">
                <a:latin typeface="Arial"/>
                <a:cs typeface="Arial"/>
              </a:rPr>
              <a:t>n</a:t>
            </a:r>
            <a:r>
              <a:rPr sz="1800" spc="0" dirty="0" smtClean="0">
                <a:latin typeface="Arial"/>
                <a:cs typeface="Arial"/>
              </a:rPr>
              <a:t>g form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t</a:t>
            </a:r>
            <a:r>
              <a:rPr sz="1800" spc="5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i</a:t>
            </a:r>
            <a:r>
              <a:rPr sz="1800" spc="-10" dirty="0" smtClean="0">
                <a:latin typeface="Arial"/>
                <a:cs typeface="Arial"/>
              </a:rPr>
              <a:t>n</a:t>
            </a:r>
            <a:r>
              <a:rPr sz="1800" spc="0" dirty="0" smtClean="0">
                <a:latin typeface="Arial"/>
                <a:cs typeface="Arial"/>
              </a:rPr>
              <a:t>g (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s </a:t>
            </a:r>
            <a:r>
              <a:rPr sz="1800" spc="-40" dirty="0" smtClean="0">
                <a:latin typeface="Arial"/>
                <a:cs typeface="Arial"/>
              </a:rPr>
              <a:t>w</a:t>
            </a:r>
            <a:r>
              <a:rPr sz="1800" spc="0" dirty="0" smtClean="0">
                <a:latin typeface="Arial"/>
                <a:cs typeface="Arial"/>
              </a:rPr>
              <a:t>ith</a:t>
            </a:r>
            <a:r>
              <a:rPr sz="1800" spc="4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pr</a:t>
            </a:r>
            <a:r>
              <a:rPr sz="1800" spc="-10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ntf in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C)</a:t>
            </a:r>
            <a:endParaRPr sz="1800">
              <a:latin typeface="Arial"/>
              <a:cs typeface="Arial"/>
            </a:endParaRPr>
          </a:p>
          <a:p>
            <a:pPr marL="355600" indent="-342900">
              <a:lnSpc>
                <a:spcPts val="2595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Log</a:t>
            </a:r>
            <a:r>
              <a:rPr sz="2000" b="1" spc="-15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cal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operators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are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3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o</a:t>
            </a:r>
            <a:r>
              <a:rPr sz="2000" b="1" spc="-15" dirty="0" smtClean="0">
                <a:latin typeface="Arial"/>
                <a:cs typeface="Arial"/>
              </a:rPr>
              <a:t>r</a:t>
            </a:r>
            <a:r>
              <a:rPr sz="2000" b="1" spc="0" dirty="0" smtClean="0">
                <a:latin typeface="Arial"/>
                <a:cs typeface="Arial"/>
              </a:rPr>
              <a:t>ds</a:t>
            </a:r>
            <a:r>
              <a:rPr sz="2000" b="1" spc="-45" dirty="0" smtClean="0">
                <a:latin typeface="Arial"/>
                <a:cs typeface="Arial"/>
              </a:rPr>
              <a:t> </a:t>
            </a:r>
            <a:r>
              <a:rPr sz="2000" b="1" spc="10" dirty="0" smtClean="0">
                <a:latin typeface="Arial"/>
                <a:cs typeface="Arial"/>
              </a:rPr>
              <a:t>(</a:t>
            </a:r>
            <a:r>
              <a:rPr sz="20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a</a:t>
            </a:r>
            <a:r>
              <a:rPr sz="20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n</a:t>
            </a:r>
            <a:r>
              <a:rPr sz="20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d,</a:t>
            </a:r>
            <a:r>
              <a:rPr sz="2000" b="1" spc="-2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0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o</a:t>
            </a:r>
            <a:r>
              <a:rPr sz="20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r</a:t>
            </a:r>
            <a:r>
              <a:rPr sz="20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,</a:t>
            </a: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0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n</a:t>
            </a:r>
            <a:r>
              <a:rPr sz="20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o</a:t>
            </a:r>
            <a:r>
              <a:rPr sz="20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ts val="2205"/>
              </a:lnSpc>
            </a:pPr>
            <a:r>
              <a:rPr sz="2000" b="1" i="1" dirty="0" smtClean="0">
                <a:latin typeface="Arial"/>
                <a:cs typeface="Arial"/>
              </a:rPr>
              <a:t>not</a:t>
            </a:r>
            <a:r>
              <a:rPr sz="2000" b="1" i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</a:t>
            </a:r>
            <a:r>
              <a:rPr sz="2000" b="1" spc="-35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mb</a:t>
            </a:r>
            <a:r>
              <a:rPr sz="2000" b="1" spc="-10" dirty="0" smtClean="0">
                <a:latin typeface="Arial"/>
                <a:cs typeface="Arial"/>
              </a:rPr>
              <a:t>o</a:t>
            </a:r>
            <a:r>
              <a:rPr sz="2000" b="1" spc="0" dirty="0" smtClean="0">
                <a:latin typeface="Arial"/>
                <a:cs typeface="Arial"/>
              </a:rPr>
              <a:t>ls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ts val="2595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S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mp</a:t>
            </a:r>
            <a:r>
              <a:rPr sz="2000" b="1" spc="-15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e pr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nting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can be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done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3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i</a:t>
            </a:r>
            <a:r>
              <a:rPr sz="2000" b="1" spc="-1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h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print</a:t>
            </a:r>
            <a:r>
              <a:rPr sz="2000" b="1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/>
          <p:nvPr/>
        </p:nvSpPr>
        <p:spPr>
          <a:xfrm>
            <a:off x="6965442" y="6366255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19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5454" y="551941"/>
            <a:ext cx="3557270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359535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Basic	Datatypes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309242"/>
            <a:ext cx="3977640" cy="34544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Integers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(de</a:t>
            </a:r>
            <a:r>
              <a:rPr sz="2000" b="1" spc="5" dirty="0" smtClean="0">
                <a:latin typeface="Arial"/>
                <a:cs typeface="Arial"/>
              </a:rPr>
              <a:t>f</a:t>
            </a:r>
            <a:r>
              <a:rPr sz="2000" b="1" spc="0" dirty="0" smtClean="0">
                <a:latin typeface="Arial"/>
                <a:cs typeface="Arial"/>
              </a:rPr>
              <a:t>ault</a:t>
            </a:r>
            <a:r>
              <a:rPr sz="2000" b="1" spc="-4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for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nu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bers)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5454" y="1696846"/>
            <a:ext cx="1725295" cy="13481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69900">
              <a:lnSpc>
                <a:spcPct val="100000"/>
              </a:lnSpc>
            </a:pPr>
            <a:r>
              <a:rPr sz="180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z</a:t>
            </a:r>
            <a:r>
              <a:rPr sz="1800" spc="-5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1800" spc="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= 5 /</a:t>
            </a:r>
            <a:r>
              <a:rPr sz="1800" spc="1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1800" spc="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2</a:t>
            </a:r>
            <a:endParaRPr sz="1800">
              <a:latin typeface="Lucida Sans Typewriter"/>
              <a:cs typeface="Lucida Sans Typewriter"/>
            </a:endParaRPr>
          </a:p>
          <a:p>
            <a:pPr marL="355600" indent="-342900">
              <a:lnSpc>
                <a:spcPct val="100000"/>
              </a:lnSpc>
              <a:spcBef>
                <a:spcPts val="26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Floats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409"/>
              </a:spcBef>
            </a:pPr>
            <a:r>
              <a:rPr sz="1800" spc="-15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x = </a:t>
            </a:r>
            <a:r>
              <a:rPr sz="1800" spc="-1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3</a:t>
            </a:r>
            <a:r>
              <a:rPr sz="1800" spc="-15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.4</a:t>
            </a:r>
            <a:r>
              <a:rPr sz="1800" spc="-1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5</a:t>
            </a:r>
            <a:r>
              <a:rPr sz="1800" spc="-15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6</a:t>
            </a:r>
            <a:endParaRPr sz="1800">
              <a:latin typeface="Lucida Sans Typewriter"/>
              <a:cs typeface="Lucida Sans Typewriter"/>
            </a:endParaRPr>
          </a:p>
          <a:p>
            <a:pPr marL="355600" indent="-342900">
              <a:lnSpc>
                <a:spcPct val="100000"/>
              </a:lnSpc>
              <a:spcBef>
                <a:spcPts val="259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Strings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16581" y="1696846"/>
            <a:ext cx="1958339" cy="2825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# </a:t>
            </a:r>
            <a:r>
              <a:rPr sz="1800" spc="5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A</a:t>
            </a:r>
            <a:r>
              <a:rPr sz="1800" spc="-1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n</a:t>
            </a:r>
            <a:r>
              <a:rPr sz="1800" spc="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s</a:t>
            </a:r>
            <a:r>
              <a:rPr sz="1800" spc="1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w</a:t>
            </a:r>
            <a:r>
              <a:rPr sz="1800" spc="-1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e</a:t>
            </a:r>
            <a:r>
              <a:rPr sz="1800" spc="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r</a:t>
            </a:r>
            <a:r>
              <a:rPr sz="1800" spc="1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1800" spc="-1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i</a:t>
            </a:r>
            <a:r>
              <a:rPr sz="1800" spc="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s 2,</a:t>
            </a:r>
            <a:endParaRPr sz="1800">
              <a:latin typeface="Lucida Sans Typewriter"/>
              <a:cs typeface="Lucida Sans Typewriter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87483" y="1696846"/>
            <a:ext cx="992505" cy="2825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i</a:t>
            </a:r>
            <a:r>
              <a:rPr sz="1800" spc="1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n</a:t>
            </a:r>
            <a:r>
              <a:rPr sz="1800" spc="-1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t</a:t>
            </a:r>
            <a:r>
              <a:rPr sz="1800" spc="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e</a:t>
            </a:r>
            <a:r>
              <a:rPr sz="1800" spc="1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g</a:t>
            </a:r>
            <a:r>
              <a:rPr sz="1800" spc="-1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e</a:t>
            </a:r>
            <a:r>
              <a:rPr sz="1800" spc="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r</a:t>
            </a:r>
            <a:endParaRPr sz="1800">
              <a:latin typeface="Lucida Sans Typewriter"/>
              <a:cs typeface="Lucida Sans Typewriter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92177" y="1696846"/>
            <a:ext cx="1269365" cy="2825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d</a:t>
            </a:r>
            <a:r>
              <a:rPr sz="1800" spc="5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i</a:t>
            </a:r>
            <a:r>
              <a:rPr sz="1800" spc="-1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v</a:t>
            </a:r>
            <a:r>
              <a:rPr sz="1800" spc="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i</a:t>
            </a:r>
            <a:r>
              <a:rPr sz="1800" spc="1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s</a:t>
            </a:r>
            <a:r>
              <a:rPr sz="1800" spc="-1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i</a:t>
            </a:r>
            <a:r>
              <a:rPr sz="1800" spc="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o</a:t>
            </a:r>
            <a:r>
              <a:rPr sz="1800" spc="1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n</a:t>
            </a:r>
            <a:r>
              <a:rPr sz="1800" spc="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.</a:t>
            </a:r>
            <a:endParaRPr sz="1800">
              <a:latin typeface="Lucida Sans Typewriter"/>
              <a:cs typeface="Lucida Sans Typewriter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22654" y="3066415"/>
            <a:ext cx="6929755" cy="20593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99085" indent="-287020">
              <a:lnSpc>
                <a:spcPct val="100000"/>
              </a:lnSpc>
              <a:buClr>
                <a:srgbClr val="FF0000"/>
              </a:buClr>
              <a:buSzPct val="108333"/>
              <a:buFont typeface="Wingdings"/>
              <a:buChar char=""/>
              <a:tabLst>
                <a:tab pos="299085" algn="l"/>
              </a:tabLst>
            </a:pPr>
            <a:r>
              <a:rPr sz="1800" b="1" dirty="0" smtClean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1800" b="1" spc="-15" dirty="0" smtClean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n use</a:t>
            </a:r>
            <a:r>
              <a:rPr sz="1800" b="1" spc="-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“” or</a:t>
            </a:r>
            <a:r>
              <a:rPr sz="18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‘’</a:t>
            </a:r>
            <a:r>
              <a:rPr sz="1800" b="1" spc="-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to </a:t>
            </a:r>
            <a:r>
              <a:rPr sz="1800" b="1" spc="-10" dirty="0" smtClean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pe</a:t>
            </a:r>
            <a:r>
              <a:rPr sz="1800" b="1" spc="-10" dirty="0" smtClean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if</a:t>
            </a:r>
            <a:r>
              <a:rPr sz="1800" b="1" spc="-20" dirty="0" smtClean="0">
                <a:solidFill>
                  <a:srgbClr val="C00000"/>
                </a:solidFill>
                <a:latin typeface="Arial"/>
                <a:cs typeface="Arial"/>
              </a:rPr>
              <a:t>y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299085">
              <a:lnSpc>
                <a:spcPts val="2135"/>
              </a:lnSpc>
              <a:tabLst>
                <a:tab pos="1265555" algn="l"/>
              </a:tabLst>
            </a:pPr>
            <a:r>
              <a:rPr sz="1800" spc="-10" dirty="0" smtClean="0">
                <a:solidFill>
                  <a:srgbClr val="C00000"/>
                </a:solidFill>
                <a:latin typeface="Lucida Sans Typewriter"/>
                <a:cs typeface="Lucida Sans Typewriter"/>
              </a:rPr>
              <a:t>“</a:t>
            </a:r>
            <a:r>
              <a:rPr sz="1800" spc="-25" dirty="0" smtClean="0">
                <a:solidFill>
                  <a:srgbClr val="C00000"/>
                </a:solidFill>
                <a:latin typeface="Lucida Sans Typewriter"/>
                <a:cs typeface="Lucida Sans Typewriter"/>
              </a:rPr>
              <a:t>ab</a:t>
            </a:r>
            <a:r>
              <a:rPr sz="1800" spc="-20" dirty="0" smtClean="0">
                <a:solidFill>
                  <a:srgbClr val="C00000"/>
                </a:solidFill>
                <a:latin typeface="Lucida Sans Typewriter"/>
                <a:cs typeface="Lucida Sans Typewriter"/>
              </a:rPr>
              <a:t>c</a:t>
            </a:r>
            <a:r>
              <a:rPr sz="1800" spc="0" dirty="0" smtClean="0">
                <a:solidFill>
                  <a:srgbClr val="C00000"/>
                </a:solidFill>
                <a:latin typeface="Lucida Sans Typewriter"/>
                <a:cs typeface="Lucida Sans Typewriter"/>
              </a:rPr>
              <a:t>”	</a:t>
            </a:r>
            <a:r>
              <a:rPr sz="1800" spc="-10" dirty="0" smtClean="0">
                <a:solidFill>
                  <a:srgbClr val="C00000"/>
                </a:solidFill>
                <a:latin typeface="Lucida Sans Typewriter"/>
                <a:cs typeface="Lucida Sans Typewriter"/>
              </a:rPr>
              <a:t>‘</a:t>
            </a:r>
            <a:r>
              <a:rPr sz="1800" spc="-20" dirty="0" smtClean="0">
                <a:solidFill>
                  <a:srgbClr val="C00000"/>
                </a:solidFill>
                <a:latin typeface="Lucida Sans Typewriter"/>
                <a:cs typeface="Lucida Sans Typewriter"/>
              </a:rPr>
              <a:t>abc</a:t>
            </a:r>
            <a:r>
              <a:rPr sz="1800" spc="0" dirty="0" smtClean="0">
                <a:solidFill>
                  <a:srgbClr val="C00000"/>
                </a:solidFill>
                <a:latin typeface="Lucida Sans Typewriter"/>
                <a:cs typeface="Lucida Sans Typewriter"/>
              </a:rPr>
              <a:t>’</a:t>
            </a:r>
            <a:r>
              <a:rPr sz="1800" spc="-50" dirty="0" smtClean="0">
                <a:solidFill>
                  <a:srgbClr val="C00000"/>
                </a:solidFill>
                <a:latin typeface="Lucida Sans Typewriter"/>
                <a:cs typeface="Lucida Sans Typewriter"/>
              </a:rPr>
              <a:t> 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(Sa</a:t>
            </a:r>
            <a:r>
              <a:rPr sz="1800" b="1" spc="-10" dirty="0" smtClean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800" b="1" spc="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th</a:t>
            </a:r>
            <a:r>
              <a:rPr sz="1800" b="1" spc="5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1800" b="1" spc="5" dirty="0" smtClean="0">
                <a:solidFill>
                  <a:srgbClr val="C00000"/>
                </a:solidFill>
                <a:latin typeface="Arial"/>
                <a:cs typeface="Arial"/>
              </a:rPr>
              <a:t>g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.)</a:t>
            </a:r>
            <a:endParaRPr sz="180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spcBef>
                <a:spcPts val="280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299085" algn="l"/>
              </a:tabLst>
            </a:pPr>
            <a:r>
              <a:rPr sz="1800" b="1" dirty="0" smtClean="0">
                <a:solidFill>
                  <a:srgbClr val="C00000"/>
                </a:solidFill>
                <a:latin typeface="Arial"/>
                <a:cs typeface="Arial"/>
              </a:rPr>
              <a:t>Unm</a:t>
            </a:r>
            <a:r>
              <a:rPr sz="1800" b="1" spc="-10" dirty="0" smtClean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tched c</a:t>
            </a:r>
            <a:r>
              <a:rPr sz="1800" b="1" spc="-10" dirty="0" smtClean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1800" b="1" spc="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oc</a:t>
            </a:r>
            <a:r>
              <a:rPr sz="1800" b="1" spc="-10" dirty="0" smtClean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ur </a:t>
            </a:r>
            <a:r>
              <a:rPr sz="1800" b="1" spc="40" dirty="0" smtClean="0">
                <a:solidFill>
                  <a:srgbClr val="C00000"/>
                </a:solidFill>
                <a:latin typeface="Arial"/>
                <a:cs typeface="Arial"/>
              </a:rPr>
              <a:t>w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ithin</a:t>
            </a:r>
            <a:r>
              <a:rPr sz="1800" b="1" spc="-4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the strin</a:t>
            </a:r>
            <a:r>
              <a:rPr sz="1800" b="1" spc="5" dirty="0" smtClean="0">
                <a:solidFill>
                  <a:srgbClr val="C00000"/>
                </a:solidFill>
                <a:latin typeface="Arial"/>
                <a:cs typeface="Arial"/>
              </a:rPr>
              <a:t>g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299085">
              <a:lnSpc>
                <a:spcPts val="2140"/>
              </a:lnSpc>
            </a:pPr>
            <a:r>
              <a:rPr sz="1800" dirty="0" smtClean="0">
                <a:solidFill>
                  <a:srgbClr val="C00000"/>
                </a:solidFill>
                <a:latin typeface="Lucida Sans Typewriter"/>
                <a:cs typeface="Lucida Sans Typewriter"/>
              </a:rPr>
              <a:t>“mat</a:t>
            </a:r>
            <a:r>
              <a:rPr sz="1800" spc="5" dirty="0" smtClean="0">
                <a:solidFill>
                  <a:srgbClr val="C00000"/>
                </a:solidFill>
                <a:latin typeface="Lucida Sans Typewriter"/>
                <a:cs typeface="Lucida Sans Typewriter"/>
              </a:rPr>
              <a:t>t</a:t>
            </a:r>
            <a:r>
              <a:rPr sz="1800" spc="0" dirty="0" smtClean="0">
                <a:solidFill>
                  <a:srgbClr val="C00000"/>
                </a:solidFill>
                <a:latin typeface="Lucida Sans Typewriter"/>
                <a:cs typeface="Lucida Sans Typewriter"/>
              </a:rPr>
              <a:t>’s”</a:t>
            </a:r>
            <a:endParaRPr sz="1800">
              <a:latin typeface="Lucida Sans Typewriter"/>
              <a:cs typeface="Lucida Sans Typewriter"/>
            </a:endParaRPr>
          </a:p>
          <a:p>
            <a:pPr marL="299085" indent="-287020">
              <a:lnSpc>
                <a:spcPct val="100000"/>
              </a:lnSpc>
              <a:spcBef>
                <a:spcPts val="270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299085" algn="l"/>
              </a:tabLst>
            </a:pPr>
            <a:r>
              <a:rPr sz="1800" b="1" dirty="0" smtClean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1800" b="1" spc="-15" dirty="0" smtClean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800" b="1" spc="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triple</a:t>
            </a:r>
            <a:r>
              <a:rPr sz="18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doubl</a:t>
            </a:r>
            <a:r>
              <a:rPr sz="1800" b="1" spc="5" dirty="0" smtClean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1800" b="1" spc="-5" dirty="0" smtClean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quotes</a:t>
            </a:r>
            <a:r>
              <a:rPr sz="1800" b="1" spc="-3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for </a:t>
            </a:r>
            <a:r>
              <a:rPr sz="1800" b="1" spc="-10" dirty="0" smtClean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ult</a:t>
            </a:r>
            <a:r>
              <a:rPr sz="1800" b="1" spc="5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1800" b="1" spc="-5" dirty="0" smtClean="0">
                <a:solidFill>
                  <a:srgbClr val="C00000"/>
                </a:solidFill>
                <a:latin typeface="Arial"/>
                <a:cs typeface="Arial"/>
              </a:rPr>
              <a:t>-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line</a:t>
            </a:r>
            <a:r>
              <a:rPr sz="1800" b="1" spc="-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0" dirty="0" smtClean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trings or</a:t>
            </a:r>
            <a:r>
              <a:rPr sz="18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-10" dirty="0" smtClean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trings than</a:t>
            </a:r>
            <a:endParaRPr sz="1800">
              <a:latin typeface="Arial"/>
              <a:cs typeface="Arial"/>
            </a:endParaRPr>
          </a:p>
          <a:p>
            <a:pPr marL="299085">
              <a:lnSpc>
                <a:spcPts val="2130"/>
              </a:lnSpc>
            </a:pPr>
            <a:r>
              <a:rPr sz="1800" b="1" dirty="0" smtClean="0">
                <a:solidFill>
                  <a:srgbClr val="C00000"/>
                </a:solidFill>
                <a:latin typeface="Arial"/>
                <a:cs typeface="Arial"/>
              </a:rPr>
              <a:t>contain</a:t>
            </a:r>
            <a:r>
              <a:rPr sz="1800" b="1" spc="-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b</a:t>
            </a:r>
            <a:r>
              <a:rPr sz="1800" b="1" spc="5" dirty="0" smtClean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th ‘</a:t>
            </a:r>
            <a:r>
              <a:rPr sz="1800" b="1" spc="-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and “ i</a:t>
            </a:r>
            <a:r>
              <a:rPr sz="1800" b="1" spc="5" dirty="0" smtClean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side</a:t>
            </a:r>
            <a:r>
              <a:rPr sz="18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of the</a:t>
            </a:r>
            <a:r>
              <a:rPr sz="1800" b="1" spc="-10" dirty="0" smtClean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1800" b="1" spc="0" dirty="0" smtClean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299085">
              <a:lnSpc>
                <a:spcPct val="100000"/>
              </a:lnSpc>
              <a:spcBef>
                <a:spcPts val="10"/>
              </a:spcBef>
            </a:pPr>
            <a:r>
              <a:rPr sz="1800" dirty="0" smtClean="0">
                <a:solidFill>
                  <a:srgbClr val="C00000"/>
                </a:solidFill>
                <a:latin typeface="Lucida Sans Typewriter"/>
                <a:cs typeface="Lucida Sans Typewriter"/>
              </a:rPr>
              <a:t>““</a:t>
            </a:r>
            <a:r>
              <a:rPr sz="1800" spc="-5" dirty="0" smtClean="0">
                <a:solidFill>
                  <a:srgbClr val="C00000"/>
                </a:solidFill>
                <a:latin typeface="Lucida Sans Typewriter"/>
                <a:cs typeface="Lucida Sans Typewriter"/>
              </a:rPr>
              <a:t>“</a:t>
            </a:r>
            <a:r>
              <a:rPr sz="1800" spc="5" dirty="0" smtClean="0">
                <a:solidFill>
                  <a:srgbClr val="C00000"/>
                </a:solidFill>
                <a:latin typeface="Lucida Sans Typewriter"/>
                <a:cs typeface="Lucida Sans Typewriter"/>
              </a:rPr>
              <a:t>a‘</a:t>
            </a:r>
            <a:r>
              <a:rPr sz="1800" spc="0" dirty="0" smtClean="0">
                <a:solidFill>
                  <a:srgbClr val="C00000"/>
                </a:solidFill>
                <a:latin typeface="Lucida Sans Typewriter"/>
                <a:cs typeface="Lucida Sans Typewriter"/>
              </a:rPr>
              <a:t>b“</a:t>
            </a:r>
            <a:r>
              <a:rPr sz="1800" spc="10" dirty="0" smtClean="0">
                <a:solidFill>
                  <a:srgbClr val="C00000"/>
                </a:solidFill>
                <a:latin typeface="Lucida Sans Typewriter"/>
                <a:cs typeface="Lucida Sans Typewriter"/>
              </a:rPr>
              <a:t>c</a:t>
            </a:r>
            <a:r>
              <a:rPr sz="1800" spc="0" dirty="0" smtClean="0">
                <a:solidFill>
                  <a:srgbClr val="C00000"/>
                </a:solidFill>
                <a:latin typeface="Lucida Sans Typewriter"/>
                <a:cs typeface="Lucida Sans Typewriter"/>
              </a:rPr>
              <a:t>”””</a:t>
            </a:r>
            <a:endParaRPr sz="1800">
              <a:latin typeface="Lucida Sans Typewriter"/>
              <a:cs typeface="Lucida Sans Typewri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965442" y="6366255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20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320" rIns="0" bIns="0" rtlCol="0">
            <a:noAutofit/>
          </a:bodyPr>
          <a:lstStyle/>
          <a:p>
            <a:pPr marL="12700">
              <a:lnSpc>
                <a:spcPts val="4285"/>
              </a:lnSpc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Wh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i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tespace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334134"/>
            <a:ext cx="7516495" cy="388810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 smtClean="0">
                <a:latin typeface="Arial"/>
                <a:cs typeface="Arial"/>
              </a:rPr>
              <a:t>Whitesp</a:t>
            </a:r>
            <a:r>
              <a:rPr sz="2400" b="1" spc="-10" dirty="0" smtClean="0">
                <a:latin typeface="Arial"/>
                <a:cs typeface="Arial"/>
              </a:rPr>
              <a:t>a</a:t>
            </a:r>
            <a:r>
              <a:rPr sz="2400" b="1" spc="0" dirty="0" smtClean="0">
                <a:latin typeface="Arial"/>
                <a:cs typeface="Arial"/>
              </a:rPr>
              <a:t>ce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is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mea</a:t>
            </a:r>
            <a:r>
              <a:rPr sz="2400" b="1" spc="-15" dirty="0" smtClean="0">
                <a:latin typeface="Arial"/>
                <a:cs typeface="Arial"/>
              </a:rPr>
              <a:t>n</a:t>
            </a:r>
            <a:r>
              <a:rPr sz="2400" b="1" spc="0" dirty="0" smtClean="0">
                <a:latin typeface="Arial"/>
                <a:cs typeface="Arial"/>
              </a:rPr>
              <a:t>ingful</a:t>
            </a:r>
            <a:r>
              <a:rPr sz="2400" b="1" spc="-3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in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P</a:t>
            </a:r>
            <a:r>
              <a:rPr sz="2400" b="1" spc="-35" dirty="0" smtClean="0">
                <a:latin typeface="Arial"/>
                <a:cs typeface="Arial"/>
              </a:rPr>
              <a:t>y</a:t>
            </a:r>
            <a:r>
              <a:rPr sz="2400" b="1" spc="0" dirty="0" smtClean="0">
                <a:latin typeface="Arial"/>
                <a:cs typeface="Arial"/>
              </a:rPr>
              <a:t>tho</a:t>
            </a:r>
            <a:r>
              <a:rPr sz="2400" b="1" spc="-10" dirty="0" smtClean="0">
                <a:latin typeface="Arial"/>
                <a:cs typeface="Arial"/>
              </a:rPr>
              <a:t>n</a:t>
            </a:r>
            <a:r>
              <a:rPr sz="2400" b="1" spc="0" dirty="0" smtClean="0">
                <a:latin typeface="Arial"/>
                <a:cs typeface="Arial"/>
              </a:rPr>
              <a:t>:</a:t>
            </a:r>
            <a:r>
              <a:rPr sz="2400" b="1" spc="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e</a:t>
            </a:r>
            <a:r>
              <a:rPr sz="2400" b="1" spc="-10" dirty="0" smtClean="0">
                <a:latin typeface="Arial"/>
                <a:cs typeface="Arial"/>
              </a:rPr>
              <a:t>s</a:t>
            </a:r>
            <a:r>
              <a:rPr sz="2400" b="1" spc="0" dirty="0" smtClean="0">
                <a:latin typeface="Arial"/>
                <a:cs typeface="Arial"/>
              </a:rPr>
              <a:t>p</a:t>
            </a:r>
            <a:r>
              <a:rPr sz="2400" b="1" spc="-10" dirty="0" smtClean="0">
                <a:latin typeface="Arial"/>
                <a:cs typeface="Arial"/>
              </a:rPr>
              <a:t>e</a:t>
            </a:r>
            <a:r>
              <a:rPr sz="2400" b="1" spc="0" dirty="0" smtClean="0">
                <a:latin typeface="Arial"/>
                <a:cs typeface="Arial"/>
              </a:rPr>
              <a:t>cially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400" b="1" dirty="0" smtClean="0">
                <a:latin typeface="Arial"/>
                <a:cs typeface="Arial"/>
              </a:rPr>
              <a:t>indentation</a:t>
            </a:r>
            <a:r>
              <a:rPr sz="2400" b="1" spc="-4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and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placement of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ne</a:t>
            </a:r>
            <a:r>
              <a:rPr sz="2400" b="1" spc="20" dirty="0" smtClean="0">
                <a:latin typeface="Arial"/>
                <a:cs typeface="Arial"/>
              </a:rPr>
              <a:t>w</a:t>
            </a:r>
            <a:r>
              <a:rPr sz="2400" b="1" spc="0" dirty="0" smtClean="0">
                <a:latin typeface="Arial"/>
                <a:cs typeface="Arial"/>
              </a:rPr>
              <a:t>lin</a:t>
            </a:r>
            <a:r>
              <a:rPr sz="2400" b="1" spc="-10" dirty="0" smtClean="0">
                <a:latin typeface="Arial"/>
                <a:cs typeface="Arial"/>
              </a:rPr>
              <a:t>e</a:t>
            </a:r>
            <a:r>
              <a:rPr sz="2400" b="1" spc="0" dirty="0" smtClean="0">
                <a:latin typeface="Arial"/>
                <a:cs typeface="Arial"/>
              </a:rPr>
              <a:t>s.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75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354965" algn="l"/>
              </a:tabLst>
            </a:pPr>
            <a:r>
              <a:rPr sz="2400" b="1" i="1" dirty="0" smtClean="0">
                <a:latin typeface="Arial"/>
                <a:cs typeface="Arial"/>
              </a:rPr>
              <a:t>U</a:t>
            </a:r>
            <a:r>
              <a:rPr sz="2400" b="1" i="1" spc="-10" dirty="0" smtClean="0">
                <a:latin typeface="Arial"/>
                <a:cs typeface="Arial"/>
              </a:rPr>
              <a:t>s</a:t>
            </a:r>
            <a:r>
              <a:rPr sz="2400" b="1" i="1" spc="0" dirty="0" smtClean="0">
                <a:latin typeface="Arial"/>
                <a:cs typeface="Arial"/>
              </a:rPr>
              <a:t>e</a:t>
            </a:r>
            <a:r>
              <a:rPr sz="2400" b="1" i="1" spc="1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a newline</a:t>
            </a:r>
            <a:r>
              <a:rPr sz="2400" b="1" i="1" spc="-35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to e</a:t>
            </a:r>
            <a:r>
              <a:rPr sz="2400" b="1" i="1" spc="-10" dirty="0" smtClean="0">
                <a:latin typeface="Arial"/>
                <a:cs typeface="Arial"/>
              </a:rPr>
              <a:t>n</a:t>
            </a:r>
            <a:r>
              <a:rPr sz="2400" b="1" i="1" spc="0" dirty="0" smtClean="0">
                <a:latin typeface="Arial"/>
                <a:cs typeface="Arial"/>
              </a:rPr>
              <a:t>d</a:t>
            </a:r>
            <a:r>
              <a:rPr sz="2400" b="1" i="1" spc="-1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a line</a:t>
            </a:r>
            <a:r>
              <a:rPr sz="2400" b="1" i="1" spc="-2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of c</a:t>
            </a:r>
            <a:r>
              <a:rPr sz="2400" b="1" i="1" spc="-10" dirty="0" smtClean="0">
                <a:latin typeface="Arial"/>
                <a:cs typeface="Arial"/>
              </a:rPr>
              <a:t>o</a:t>
            </a:r>
            <a:r>
              <a:rPr sz="2400" b="1" i="1" spc="0" dirty="0" smtClean="0">
                <a:latin typeface="Arial"/>
                <a:cs typeface="Arial"/>
              </a:rPr>
              <a:t>de.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44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dirty="0" smtClean="0">
                <a:latin typeface="Arial"/>
                <a:cs typeface="Arial"/>
              </a:rPr>
              <a:t>U</a:t>
            </a:r>
            <a:r>
              <a:rPr sz="2000" spc="10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1800" spc="-15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\ </a:t>
            </a:r>
            <a:r>
              <a:rPr sz="2000" spc="-15" dirty="0" smtClean="0">
                <a:latin typeface="Arial"/>
                <a:cs typeface="Arial"/>
              </a:rPr>
              <a:t>when </a:t>
            </a:r>
            <a:r>
              <a:rPr sz="2000" spc="0" dirty="0" smtClean="0">
                <a:latin typeface="Arial"/>
                <a:cs typeface="Arial"/>
              </a:rPr>
              <a:t>must</a:t>
            </a:r>
            <a:r>
              <a:rPr sz="2000" spc="-3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go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to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next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line prematurely.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80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latin typeface="Arial"/>
                <a:cs typeface="Arial"/>
              </a:rPr>
              <a:t>No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brac</a:t>
            </a:r>
            <a:r>
              <a:rPr sz="2400" b="1" spc="-10" dirty="0" smtClean="0">
                <a:latin typeface="Arial"/>
                <a:cs typeface="Arial"/>
              </a:rPr>
              <a:t>e</a:t>
            </a:r>
            <a:r>
              <a:rPr sz="2400" b="1" spc="0" dirty="0" smtClean="0">
                <a:latin typeface="Arial"/>
                <a:cs typeface="Arial"/>
              </a:rPr>
              <a:t>s</a:t>
            </a:r>
            <a:r>
              <a:rPr sz="2400" b="1" spc="1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{</a:t>
            </a:r>
            <a:r>
              <a:rPr sz="1800" spc="-5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1800" spc="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}</a:t>
            </a:r>
            <a:r>
              <a:rPr sz="1800" spc="-415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to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mark blo</a:t>
            </a:r>
            <a:r>
              <a:rPr sz="2400" b="1" spc="-10" dirty="0" smtClean="0">
                <a:latin typeface="Arial"/>
                <a:cs typeface="Arial"/>
              </a:rPr>
              <a:t>c</a:t>
            </a:r>
            <a:r>
              <a:rPr sz="2400" b="1" spc="0" dirty="0" smtClean="0">
                <a:latin typeface="Arial"/>
                <a:cs typeface="Arial"/>
              </a:rPr>
              <a:t>ks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of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c</a:t>
            </a:r>
            <a:r>
              <a:rPr sz="2400" b="1" spc="-10" dirty="0" smtClean="0">
                <a:latin typeface="Arial"/>
                <a:cs typeface="Arial"/>
              </a:rPr>
              <a:t>o</a:t>
            </a:r>
            <a:r>
              <a:rPr sz="2400" b="1" spc="0" dirty="0" smtClean="0">
                <a:latin typeface="Arial"/>
                <a:cs typeface="Arial"/>
              </a:rPr>
              <a:t>de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in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P</a:t>
            </a:r>
            <a:r>
              <a:rPr sz="2400" b="1" spc="-35" dirty="0" smtClean="0">
                <a:latin typeface="Arial"/>
                <a:cs typeface="Arial"/>
              </a:rPr>
              <a:t>y</a:t>
            </a:r>
            <a:r>
              <a:rPr sz="2400" b="1" spc="0" dirty="0" smtClean="0">
                <a:latin typeface="Arial"/>
                <a:cs typeface="Arial"/>
              </a:rPr>
              <a:t>tho</a:t>
            </a:r>
            <a:r>
              <a:rPr sz="2400" b="1" spc="-10" dirty="0" smtClean="0">
                <a:latin typeface="Arial"/>
                <a:cs typeface="Arial"/>
              </a:rPr>
              <a:t>n</a:t>
            </a:r>
            <a:r>
              <a:rPr sz="2400" b="1" spc="0" dirty="0" smtClean="0">
                <a:latin typeface="Arial"/>
                <a:cs typeface="Arial"/>
              </a:rPr>
              <a:t>…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ts val="2835"/>
              </a:lnSpc>
            </a:pPr>
            <a:r>
              <a:rPr sz="2400" b="1" i="1" dirty="0" smtClean="0">
                <a:latin typeface="Arial"/>
                <a:cs typeface="Arial"/>
              </a:rPr>
              <a:t>U</a:t>
            </a:r>
            <a:r>
              <a:rPr sz="2400" b="1" i="1" spc="-10" dirty="0" smtClean="0">
                <a:latin typeface="Arial"/>
                <a:cs typeface="Arial"/>
              </a:rPr>
              <a:t>s</a:t>
            </a:r>
            <a:r>
              <a:rPr sz="2400" b="1" i="1" spc="0" dirty="0" smtClean="0">
                <a:latin typeface="Arial"/>
                <a:cs typeface="Arial"/>
              </a:rPr>
              <a:t>e</a:t>
            </a:r>
            <a:r>
              <a:rPr sz="2400" b="1" i="1" spc="1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co</a:t>
            </a:r>
            <a:r>
              <a:rPr sz="2400" b="1" i="1" spc="-10" dirty="0" smtClean="0">
                <a:latin typeface="Arial"/>
                <a:cs typeface="Arial"/>
              </a:rPr>
              <a:t>n</a:t>
            </a:r>
            <a:r>
              <a:rPr sz="2400" b="1" i="1" spc="0" dirty="0" smtClean="0">
                <a:latin typeface="Arial"/>
                <a:cs typeface="Arial"/>
              </a:rPr>
              <a:t>sistent indentation</a:t>
            </a:r>
            <a:r>
              <a:rPr sz="2400" b="1" i="1" spc="-35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instead.</a:t>
            </a:r>
            <a:endParaRPr sz="2400">
              <a:latin typeface="Arial"/>
              <a:cs typeface="Arial"/>
            </a:endParaRPr>
          </a:p>
          <a:p>
            <a:pPr marL="756285" lvl="1" indent="-287020" algn="ctr">
              <a:lnSpc>
                <a:spcPct val="100000"/>
              </a:lnSpc>
              <a:spcBef>
                <a:spcPts val="28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316230" algn="l"/>
                <a:tab pos="756285" algn="l"/>
              </a:tabLst>
            </a:pPr>
            <a:r>
              <a:rPr sz="2000" i="1" dirty="0" smtClean="0">
                <a:latin typeface="Arial"/>
                <a:cs typeface="Arial"/>
              </a:rPr>
              <a:t>The</a:t>
            </a:r>
            <a:r>
              <a:rPr sz="2000" i="1" spc="-1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first</a:t>
            </a:r>
            <a:r>
              <a:rPr sz="2000" i="1" spc="-20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line with</a:t>
            </a:r>
            <a:r>
              <a:rPr sz="2000" i="1" spc="-10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less</a:t>
            </a:r>
            <a:r>
              <a:rPr sz="2000" i="1" spc="-1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indenta</a:t>
            </a:r>
            <a:r>
              <a:rPr sz="2000" i="1" spc="-10" dirty="0" smtClean="0">
                <a:latin typeface="Arial"/>
                <a:cs typeface="Arial"/>
              </a:rPr>
              <a:t>t</a:t>
            </a:r>
            <a:r>
              <a:rPr sz="2000" i="1" spc="0" dirty="0" smtClean="0">
                <a:latin typeface="Arial"/>
                <a:cs typeface="Arial"/>
              </a:rPr>
              <a:t>ion</a:t>
            </a:r>
            <a:r>
              <a:rPr sz="2000" i="1" spc="-2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is outside</a:t>
            </a:r>
            <a:r>
              <a:rPr sz="2000" i="1" spc="-2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of</a:t>
            </a:r>
            <a:r>
              <a:rPr sz="2000" i="1" spc="-20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the</a:t>
            </a:r>
            <a:r>
              <a:rPr sz="2000" i="1" spc="-20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blo</a:t>
            </a:r>
            <a:r>
              <a:rPr sz="2000" i="1" spc="5" dirty="0" smtClean="0">
                <a:latin typeface="Arial"/>
                <a:cs typeface="Arial"/>
              </a:rPr>
              <a:t>c</a:t>
            </a:r>
            <a:r>
              <a:rPr sz="2000" i="1" spc="0" dirty="0" smtClean="0">
                <a:latin typeface="Arial"/>
                <a:cs typeface="Arial"/>
              </a:rPr>
              <a:t>k.</a:t>
            </a:r>
            <a:endParaRPr sz="2000">
              <a:latin typeface="Arial"/>
              <a:cs typeface="Arial"/>
            </a:endParaRPr>
          </a:p>
          <a:p>
            <a:pPr marL="756285" marR="28575" lvl="1" indent="-287020" algn="ctr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286385" algn="l"/>
                <a:tab pos="756285" algn="l"/>
              </a:tabLst>
            </a:pPr>
            <a:r>
              <a:rPr sz="2000" i="1" dirty="0" smtClean="0">
                <a:latin typeface="Arial"/>
                <a:cs typeface="Arial"/>
              </a:rPr>
              <a:t>The</a:t>
            </a:r>
            <a:r>
              <a:rPr sz="2000" i="1" spc="-1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first</a:t>
            </a:r>
            <a:r>
              <a:rPr sz="2000" i="1" spc="-20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line with</a:t>
            </a:r>
            <a:r>
              <a:rPr sz="2000" i="1" spc="-10" dirty="0" smtClean="0">
                <a:latin typeface="Arial"/>
                <a:cs typeface="Arial"/>
              </a:rPr>
              <a:t> </a:t>
            </a:r>
            <a:r>
              <a:rPr sz="2000" i="1" spc="-15" dirty="0" smtClean="0">
                <a:latin typeface="Arial"/>
                <a:cs typeface="Arial"/>
              </a:rPr>
              <a:t>m</a:t>
            </a:r>
            <a:r>
              <a:rPr sz="2000" i="1" spc="0" dirty="0" smtClean="0">
                <a:latin typeface="Arial"/>
                <a:cs typeface="Arial"/>
              </a:rPr>
              <a:t>ore</a:t>
            </a:r>
            <a:r>
              <a:rPr sz="2000" i="1" spc="-1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indenta</a:t>
            </a:r>
            <a:r>
              <a:rPr sz="2000" i="1" spc="-10" dirty="0" smtClean="0">
                <a:latin typeface="Arial"/>
                <a:cs typeface="Arial"/>
              </a:rPr>
              <a:t>t</a:t>
            </a:r>
            <a:r>
              <a:rPr sz="2000" i="1" spc="0" dirty="0" smtClean="0">
                <a:latin typeface="Arial"/>
                <a:cs typeface="Arial"/>
              </a:rPr>
              <a:t>ion</a:t>
            </a:r>
            <a:r>
              <a:rPr sz="2000" i="1" spc="-2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sta</a:t>
            </a:r>
            <a:r>
              <a:rPr sz="2000" i="1" spc="5" dirty="0" smtClean="0">
                <a:latin typeface="Arial"/>
                <a:cs typeface="Arial"/>
              </a:rPr>
              <a:t>r</a:t>
            </a:r>
            <a:r>
              <a:rPr sz="2000" i="1" spc="0" dirty="0" smtClean="0">
                <a:latin typeface="Arial"/>
                <a:cs typeface="Arial"/>
              </a:rPr>
              <a:t>ts</a:t>
            </a:r>
            <a:r>
              <a:rPr sz="2000" i="1" spc="-40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a nested</a:t>
            </a:r>
            <a:r>
              <a:rPr sz="2000" i="1" spc="-30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blo</a:t>
            </a:r>
            <a:r>
              <a:rPr sz="2000" i="1" spc="5" dirty="0" smtClean="0">
                <a:latin typeface="Arial"/>
                <a:cs typeface="Arial"/>
              </a:rPr>
              <a:t>c</a:t>
            </a:r>
            <a:r>
              <a:rPr sz="2000" i="1" spc="0" dirty="0" smtClean="0">
                <a:latin typeface="Arial"/>
                <a:cs typeface="Arial"/>
              </a:rPr>
              <a:t>k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84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latin typeface="Arial"/>
                <a:cs typeface="Arial"/>
              </a:rPr>
              <a:t>O</a:t>
            </a:r>
            <a:r>
              <a:rPr sz="2400" b="1" spc="5" dirty="0" smtClean="0">
                <a:latin typeface="Arial"/>
                <a:cs typeface="Arial"/>
              </a:rPr>
              <a:t>f</a:t>
            </a:r>
            <a:r>
              <a:rPr sz="2400" b="1" spc="0" dirty="0" smtClean="0">
                <a:latin typeface="Arial"/>
                <a:cs typeface="Arial"/>
              </a:rPr>
              <a:t>ten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 colon</a:t>
            </a:r>
            <a:r>
              <a:rPr sz="2400" b="1" spc="-2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ap</a:t>
            </a:r>
            <a:r>
              <a:rPr sz="2400" b="1" spc="-10" dirty="0" smtClean="0">
                <a:latin typeface="Arial"/>
                <a:cs typeface="Arial"/>
              </a:rPr>
              <a:t>p</a:t>
            </a:r>
            <a:r>
              <a:rPr sz="2400" b="1" spc="0" dirty="0" smtClean="0">
                <a:latin typeface="Arial"/>
                <a:cs typeface="Arial"/>
              </a:rPr>
              <a:t>ears</a:t>
            </a:r>
            <a:r>
              <a:rPr sz="2400" b="1" spc="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at </a:t>
            </a:r>
            <a:r>
              <a:rPr sz="2400" b="1" spc="5" dirty="0" smtClean="0">
                <a:latin typeface="Arial"/>
                <a:cs typeface="Arial"/>
              </a:rPr>
              <a:t>t</a:t>
            </a:r>
            <a:r>
              <a:rPr sz="2400" b="1" spc="0" dirty="0" smtClean="0">
                <a:latin typeface="Arial"/>
                <a:cs typeface="Arial"/>
              </a:rPr>
              <a:t>he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start </a:t>
            </a:r>
            <a:r>
              <a:rPr sz="2400" b="1" spc="-10" dirty="0" smtClean="0">
                <a:latin typeface="Arial"/>
                <a:cs typeface="Arial"/>
              </a:rPr>
              <a:t>o</a:t>
            </a:r>
            <a:r>
              <a:rPr sz="2400" b="1" spc="0" dirty="0" smtClean="0">
                <a:latin typeface="Arial"/>
                <a:cs typeface="Arial"/>
              </a:rPr>
              <a:t>f a new</a:t>
            </a:r>
            <a:r>
              <a:rPr sz="2400" b="1" spc="-2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block.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ts val="2830"/>
              </a:lnSpc>
              <a:tabLst>
                <a:tab pos="1181735" algn="l"/>
              </a:tabLst>
            </a:pPr>
            <a:r>
              <a:rPr sz="2400" b="1" dirty="0" smtClean="0">
                <a:latin typeface="Arial"/>
                <a:cs typeface="Arial"/>
              </a:rPr>
              <a:t>(E.g.	</a:t>
            </a:r>
            <a:r>
              <a:rPr sz="2400" b="1" spc="5" dirty="0" smtClean="0">
                <a:latin typeface="Arial"/>
                <a:cs typeface="Arial"/>
              </a:rPr>
              <a:t>f</a:t>
            </a:r>
            <a:r>
              <a:rPr sz="2400" b="1" spc="0" dirty="0" smtClean="0">
                <a:latin typeface="Arial"/>
                <a:cs typeface="Arial"/>
              </a:rPr>
              <a:t>or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function</a:t>
            </a:r>
            <a:r>
              <a:rPr sz="2400" b="1" spc="-4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and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class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def</a:t>
            </a:r>
            <a:r>
              <a:rPr sz="2400" b="1" spc="5" dirty="0" smtClean="0">
                <a:latin typeface="Arial"/>
                <a:cs typeface="Arial"/>
              </a:rPr>
              <a:t>i</a:t>
            </a:r>
            <a:r>
              <a:rPr sz="2400" b="1" spc="0" dirty="0" smtClean="0">
                <a:latin typeface="Arial"/>
                <a:cs typeface="Arial"/>
              </a:rPr>
              <a:t>nitions.)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965442" y="6366255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21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32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 smtClean="0">
                <a:solidFill>
                  <a:srgbClr val="C00000"/>
                </a:solidFill>
                <a:latin typeface="Arial"/>
                <a:cs typeface="Arial"/>
              </a:rPr>
              <a:t>Comm</a:t>
            </a:r>
            <a:r>
              <a:rPr sz="3600" b="1" spc="5" dirty="0" smtClean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nts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309242"/>
            <a:ext cx="7613015" cy="28867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Start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com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ents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2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i</a:t>
            </a:r>
            <a:r>
              <a:rPr sz="2000" b="1" spc="-1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h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0000FF"/>
                </a:solidFill>
                <a:latin typeface="Arial"/>
                <a:cs typeface="Arial"/>
              </a:rPr>
              <a:t>#</a:t>
            </a:r>
            <a:r>
              <a:rPr sz="2000" b="1" spc="-5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–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rest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l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ne 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ign</a:t>
            </a:r>
            <a:r>
              <a:rPr sz="2000" b="1" spc="-10" dirty="0" smtClean="0">
                <a:latin typeface="Arial"/>
                <a:cs typeface="Arial"/>
              </a:rPr>
              <a:t>o</a:t>
            </a:r>
            <a:r>
              <a:rPr sz="2000" b="1" spc="0" dirty="0" smtClean="0">
                <a:latin typeface="Arial"/>
                <a:cs typeface="Arial"/>
              </a:rPr>
              <a:t>red.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500"/>
              </a:lnSpc>
              <a:spcBef>
                <a:spcPts val="22"/>
              </a:spcBef>
              <a:buClr>
                <a:srgbClr val="FF0000"/>
              </a:buClr>
              <a:buFont typeface="Wingdings"/>
              <a:buChar char=""/>
            </a:pPr>
            <a:endParaRPr sz="500"/>
          </a:p>
          <a:p>
            <a:pPr marL="355600" marR="12700" indent="-342900">
              <a:lnSpc>
                <a:spcPts val="24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Can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inc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ude a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“documentation</a:t>
            </a:r>
            <a:r>
              <a:rPr sz="2000" b="1" spc="-5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string”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first</a:t>
            </a:r>
            <a:r>
              <a:rPr sz="2000" b="1" spc="-4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l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ne of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any n</a:t>
            </a:r>
            <a:r>
              <a:rPr sz="2000" b="1" spc="-10" dirty="0" smtClean="0">
                <a:latin typeface="Arial"/>
                <a:cs typeface="Arial"/>
              </a:rPr>
              <a:t>e</a:t>
            </a:r>
            <a:r>
              <a:rPr sz="2000" b="1" spc="0" dirty="0" smtClean="0">
                <a:latin typeface="Arial"/>
                <a:cs typeface="Arial"/>
              </a:rPr>
              <a:t>w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func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ion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or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class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that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-35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ou</a:t>
            </a:r>
            <a:r>
              <a:rPr sz="2000" b="1" spc="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define.</a:t>
            </a:r>
            <a:endParaRPr sz="2000">
              <a:latin typeface="Arial"/>
              <a:cs typeface="Arial"/>
            </a:endParaRPr>
          </a:p>
          <a:p>
            <a:pPr marL="355600" marR="299720" indent="-342900">
              <a:lnSpc>
                <a:spcPts val="2400"/>
              </a:lnSpc>
              <a:spcBef>
                <a:spcPts val="48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The de</a:t>
            </a:r>
            <a:r>
              <a:rPr sz="2000" b="1" spc="-30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elop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ent en</a:t>
            </a:r>
            <a:r>
              <a:rPr sz="2000" b="1" spc="-20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iron</a:t>
            </a:r>
            <a:r>
              <a:rPr sz="2000" b="1" spc="-15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ent,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debugger,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and other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tools use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it: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it’s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good</a:t>
            </a:r>
            <a:r>
              <a:rPr sz="2000" b="1" spc="-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st</a:t>
            </a:r>
            <a:r>
              <a:rPr sz="2000" b="1" spc="-35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le 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o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inc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ude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one.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90"/>
              </a:spcBef>
            </a:pPr>
            <a:r>
              <a:rPr sz="18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de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f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CC00CC"/>
                </a:solidFill>
                <a:latin typeface="Courier New"/>
                <a:cs typeface="Courier New"/>
              </a:rPr>
              <a:t>m</a:t>
            </a:r>
            <a:r>
              <a:rPr sz="1800" b="1" spc="0" dirty="0" smtClean="0">
                <a:solidFill>
                  <a:srgbClr val="CC00CC"/>
                </a:solidFill>
                <a:latin typeface="Courier New"/>
                <a:cs typeface="Courier New"/>
              </a:rPr>
              <a:t>y_</a:t>
            </a:r>
            <a:r>
              <a:rPr sz="1800" b="1" spc="-20" dirty="0" smtClean="0">
                <a:solidFill>
                  <a:srgbClr val="CC00CC"/>
                </a:solidFill>
                <a:latin typeface="Courier New"/>
                <a:cs typeface="Courier New"/>
              </a:rPr>
              <a:t>f</a:t>
            </a:r>
            <a:r>
              <a:rPr sz="1800" b="1" spc="0" dirty="0" smtClean="0">
                <a:solidFill>
                  <a:srgbClr val="CC00CC"/>
                </a:solidFill>
                <a:latin typeface="Courier New"/>
                <a:cs typeface="Courier New"/>
              </a:rPr>
              <a:t>u</a:t>
            </a:r>
            <a:r>
              <a:rPr sz="1800" b="1" spc="-15" dirty="0" smtClean="0">
                <a:solidFill>
                  <a:srgbClr val="CC00CC"/>
                </a:solidFill>
                <a:latin typeface="Courier New"/>
                <a:cs typeface="Courier New"/>
              </a:rPr>
              <a:t>nc</a:t>
            </a:r>
            <a:r>
              <a:rPr sz="1800" b="1" spc="0" dirty="0" smtClean="0">
                <a:solidFill>
                  <a:srgbClr val="CC00CC"/>
                </a:solidFill>
                <a:latin typeface="Courier New"/>
                <a:cs typeface="Courier New"/>
              </a:rPr>
              <a:t>ti</a:t>
            </a:r>
            <a:r>
              <a:rPr sz="1800" b="1" spc="-20" dirty="0" smtClean="0">
                <a:solidFill>
                  <a:srgbClr val="CC00CC"/>
                </a:solidFill>
                <a:latin typeface="Courier New"/>
                <a:cs typeface="Courier New"/>
              </a:rPr>
              <a:t>o</a:t>
            </a:r>
            <a:r>
              <a:rPr sz="1800" b="1" spc="-5" dirty="0" smtClean="0">
                <a:solidFill>
                  <a:srgbClr val="CC00CC"/>
                </a:solidFill>
                <a:latin typeface="Courier New"/>
                <a:cs typeface="Courier New"/>
              </a:rPr>
              <a:t>n</a:t>
            </a:r>
            <a:r>
              <a:rPr sz="1800" b="1" spc="-15" dirty="0" smtClean="0">
                <a:latin typeface="Courier New"/>
                <a:cs typeface="Courier New"/>
              </a:rPr>
              <a:t>(</a:t>
            </a:r>
            <a:r>
              <a:rPr sz="1800" b="1" spc="0" dirty="0" smtClean="0">
                <a:latin typeface="Courier New"/>
                <a:cs typeface="Courier New"/>
              </a:rPr>
              <a:t>x,</a:t>
            </a:r>
            <a:r>
              <a:rPr sz="1800" b="1" spc="-2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y</a:t>
            </a:r>
            <a:r>
              <a:rPr sz="1800" b="1" spc="-15" dirty="0" smtClean="0">
                <a:latin typeface="Courier New"/>
                <a:cs typeface="Courier New"/>
              </a:rPr>
              <a:t>)</a:t>
            </a:r>
            <a:r>
              <a:rPr sz="1800" b="1" spc="0" dirty="0" smtClean="0">
                <a:latin typeface="Courier New"/>
                <a:cs typeface="Courier New"/>
              </a:rPr>
              <a:t>:</a:t>
            </a:r>
            <a:endParaRPr sz="1800">
              <a:latin typeface="Courier New"/>
              <a:cs typeface="Courier New"/>
            </a:endParaRPr>
          </a:p>
          <a:p>
            <a:pPr marL="756285" marR="2487295" indent="-12700">
              <a:lnSpc>
                <a:spcPct val="100000"/>
              </a:lnSpc>
              <a:spcBef>
                <a:spcPts val="434"/>
              </a:spcBef>
              <a:tabLst>
                <a:tab pos="2244725" algn="l"/>
                <a:tab pos="4031615" algn="l"/>
              </a:tabLst>
            </a:pP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“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“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“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Th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i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s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 i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s	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t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he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d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o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c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st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ri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n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g.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T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h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is fu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n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c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t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ion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 do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es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b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l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ah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b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la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h	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b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l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a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h.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”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””</a:t>
            </a:r>
            <a:endParaRPr sz="1800">
              <a:latin typeface="Courier New"/>
              <a:cs typeface="Courier New"/>
            </a:endParaRPr>
          </a:p>
          <a:p>
            <a:pPr marL="756285">
              <a:lnSpc>
                <a:spcPct val="100000"/>
              </a:lnSpc>
            </a:pPr>
            <a:r>
              <a:rPr sz="1800" b="1" dirty="0" smtClean="0">
                <a:solidFill>
                  <a:srgbClr val="FF3300"/>
                </a:solidFill>
                <a:latin typeface="Courier New"/>
                <a:cs typeface="Courier New"/>
              </a:rPr>
              <a:t>#</a:t>
            </a:r>
            <a:r>
              <a:rPr sz="1800" b="1" spc="-5" dirty="0" smtClean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T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he</a:t>
            </a: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c</a:t>
            </a: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o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de</a:t>
            </a:r>
            <a:r>
              <a:rPr sz="1800" b="1" spc="-30" dirty="0" smtClean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wo</a:t>
            </a: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u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ld</a:t>
            </a: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go</a:t>
            </a: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 he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re</a:t>
            </a: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.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..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965442" y="6366255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22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32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Assignment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265809"/>
            <a:ext cx="7254875" cy="44081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i="1" dirty="0" smtClean="0">
                <a:latin typeface="Arial"/>
                <a:cs typeface="Arial"/>
              </a:rPr>
              <a:t>Binding</a:t>
            </a:r>
            <a:r>
              <a:rPr sz="2400" b="1" i="1" spc="-25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a variable</a:t>
            </a:r>
            <a:r>
              <a:rPr sz="2400" b="1" i="1" spc="-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in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P</a:t>
            </a:r>
            <a:r>
              <a:rPr sz="2400" b="1" spc="-35" dirty="0" smtClean="0">
                <a:latin typeface="Arial"/>
                <a:cs typeface="Arial"/>
              </a:rPr>
              <a:t>y</a:t>
            </a:r>
            <a:r>
              <a:rPr sz="2400" b="1" spc="0" dirty="0" smtClean="0">
                <a:latin typeface="Arial"/>
                <a:cs typeface="Arial"/>
              </a:rPr>
              <a:t>thon</a:t>
            </a:r>
            <a:r>
              <a:rPr sz="2400" b="1" spc="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means setting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ts val="2540"/>
              </a:lnSpc>
            </a:pPr>
            <a:r>
              <a:rPr sz="2400" b="1" i="1" dirty="0" smtClean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2400" b="1" i="1" spc="-10" dirty="0" smtClean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24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me </a:t>
            </a:r>
            <a:r>
              <a:rPr sz="2400" b="1" spc="0" dirty="0" smtClean="0">
                <a:latin typeface="Arial"/>
                <a:cs typeface="Arial"/>
              </a:rPr>
              <a:t>to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h</a:t>
            </a:r>
            <a:r>
              <a:rPr sz="2400" b="1" spc="-10" dirty="0" smtClean="0">
                <a:latin typeface="Arial"/>
                <a:cs typeface="Arial"/>
              </a:rPr>
              <a:t>o</a:t>
            </a:r>
            <a:r>
              <a:rPr sz="2400" b="1" spc="0" dirty="0" smtClean="0">
                <a:latin typeface="Arial"/>
                <a:cs typeface="Arial"/>
              </a:rPr>
              <a:t>ld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 </a:t>
            </a:r>
            <a:r>
              <a:rPr sz="24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refere</a:t>
            </a:r>
            <a:r>
              <a:rPr sz="2400" b="1" i="1" spc="-10" dirty="0" smtClean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24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ce</a:t>
            </a:r>
            <a:r>
              <a:rPr sz="2400" b="1" i="1" spc="1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to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s</a:t>
            </a:r>
            <a:r>
              <a:rPr sz="2400" b="1" spc="-10" dirty="0" smtClean="0">
                <a:latin typeface="Arial"/>
                <a:cs typeface="Arial"/>
              </a:rPr>
              <a:t>o</a:t>
            </a:r>
            <a:r>
              <a:rPr sz="2400" b="1" spc="0" dirty="0" smtClean="0">
                <a:latin typeface="Arial"/>
                <a:cs typeface="Arial"/>
              </a:rPr>
              <a:t>me </a:t>
            </a:r>
            <a:r>
              <a:rPr sz="24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2400" b="1" i="1" spc="-10" dirty="0" smtClean="0">
                <a:solidFill>
                  <a:srgbClr val="0000FF"/>
                </a:solidFill>
                <a:latin typeface="Arial"/>
                <a:cs typeface="Arial"/>
              </a:rPr>
              <a:t>b</a:t>
            </a:r>
            <a:r>
              <a:rPr sz="24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ject</a:t>
            </a:r>
            <a:r>
              <a:rPr sz="2400" b="1" spc="0" dirty="0" smtClean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75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i="1" dirty="0" smtClean="0">
                <a:solidFill>
                  <a:srgbClr val="C00000"/>
                </a:solidFill>
                <a:latin typeface="Arial"/>
                <a:cs typeface="Arial"/>
              </a:rPr>
              <a:t>As</a:t>
            </a:r>
            <a:r>
              <a:rPr sz="2000" i="1" spc="5" dirty="0" smtClean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ign</a:t>
            </a:r>
            <a:r>
              <a:rPr sz="2000" i="1" spc="-10" dirty="0" smtClean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ent</a:t>
            </a:r>
            <a:r>
              <a:rPr sz="2000" i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2000" i="1" spc="5" dirty="0" smtClean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eates</a:t>
            </a:r>
            <a:r>
              <a:rPr sz="2000" i="1" spc="-5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referen</a:t>
            </a:r>
            <a:r>
              <a:rPr sz="2000" i="1" spc="5" dirty="0" smtClean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2000" i="1" spc="-10" dirty="0" smtClean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s,</a:t>
            </a:r>
            <a:r>
              <a:rPr sz="2000" i="1" spc="-5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not</a:t>
            </a:r>
            <a:r>
              <a:rPr sz="2000" i="1" spc="-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2000" i="1" spc="5" dirty="0" smtClean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pies</a:t>
            </a:r>
            <a:r>
              <a:rPr sz="2000" i="1" spc="-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(li</a:t>
            </a:r>
            <a:r>
              <a:rPr sz="2000" i="1" spc="5" dirty="0" smtClean="0">
                <a:solidFill>
                  <a:srgbClr val="C00000"/>
                </a:solidFill>
                <a:latin typeface="Arial"/>
                <a:cs typeface="Arial"/>
              </a:rPr>
              <a:t>k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i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J</a:t>
            </a:r>
            <a:r>
              <a:rPr sz="2000" i="1" spc="5" dirty="0" smtClean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v</a:t>
            </a:r>
            <a:r>
              <a:rPr sz="2000" i="1" spc="5" dirty="0" smtClean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00"/>
              </a:spcBef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latin typeface="Arial"/>
                <a:cs typeface="Arial"/>
              </a:rPr>
              <a:t>A variable is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created</a:t>
            </a:r>
            <a:r>
              <a:rPr sz="2400" b="1" spc="1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the</a:t>
            </a:r>
            <a:r>
              <a:rPr sz="2400" b="1" i="1" spc="-1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f</a:t>
            </a:r>
            <a:r>
              <a:rPr sz="2400" b="1" i="1" spc="5" dirty="0" smtClean="0">
                <a:latin typeface="Arial"/>
                <a:cs typeface="Arial"/>
              </a:rPr>
              <a:t>i</a:t>
            </a:r>
            <a:r>
              <a:rPr sz="2400" b="1" i="1" spc="0" dirty="0" smtClean="0">
                <a:latin typeface="Arial"/>
                <a:cs typeface="Arial"/>
              </a:rPr>
              <a:t>rst time</a:t>
            </a:r>
            <a:r>
              <a:rPr sz="2400" b="1" i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it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ap</a:t>
            </a:r>
            <a:r>
              <a:rPr sz="2400" b="1" spc="-10" dirty="0" smtClean="0">
                <a:latin typeface="Arial"/>
                <a:cs typeface="Arial"/>
              </a:rPr>
              <a:t>p</a:t>
            </a:r>
            <a:r>
              <a:rPr sz="2400" b="1" spc="0" dirty="0" smtClean="0">
                <a:latin typeface="Arial"/>
                <a:cs typeface="Arial"/>
              </a:rPr>
              <a:t>ears</a:t>
            </a:r>
            <a:r>
              <a:rPr sz="2400" b="1" spc="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on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ts val="2550"/>
              </a:lnSpc>
            </a:pPr>
            <a:r>
              <a:rPr sz="2400" b="1" dirty="0" smtClean="0">
                <a:latin typeface="Arial"/>
                <a:cs typeface="Arial"/>
              </a:rPr>
              <a:t>the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left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side of</a:t>
            </a:r>
            <a:r>
              <a:rPr sz="2400" b="1" spc="-2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an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assig</a:t>
            </a:r>
            <a:r>
              <a:rPr sz="2400" b="1" spc="-10" dirty="0" smtClean="0">
                <a:latin typeface="Arial"/>
                <a:cs typeface="Arial"/>
              </a:rPr>
              <a:t>n</a:t>
            </a:r>
            <a:r>
              <a:rPr sz="2400" b="1" spc="0" dirty="0" smtClean="0">
                <a:latin typeface="Arial"/>
                <a:cs typeface="Arial"/>
              </a:rPr>
              <a:t>me</a:t>
            </a:r>
            <a:r>
              <a:rPr sz="2400" b="1" spc="-10" dirty="0" smtClean="0">
                <a:latin typeface="Arial"/>
                <a:cs typeface="Arial"/>
              </a:rPr>
              <a:t>n</a:t>
            </a:r>
            <a:r>
              <a:rPr sz="2400" b="1" spc="0" dirty="0" smtClean="0">
                <a:latin typeface="Arial"/>
                <a:cs typeface="Arial"/>
              </a:rPr>
              <a:t>t</a:t>
            </a:r>
            <a:r>
              <a:rPr sz="2400" b="1" spc="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e</a:t>
            </a:r>
            <a:r>
              <a:rPr sz="2400" b="1" spc="-10" dirty="0" smtClean="0">
                <a:latin typeface="Arial"/>
                <a:cs typeface="Arial"/>
              </a:rPr>
              <a:t>x</a:t>
            </a:r>
            <a:r>
              <a:rPr sz="2400" b="1" spc="0" dirty="0" smtClean="0">
                <a:latin typeface="Arial"/>
                <a:cs typeface="Arial"/>
              </a:rPr>
              <a:t>pre</a:t>
            </a:r>
            <a:r>
              <a:rPr sz="2400" b="1" spc="-10" dirty="0" smtClean="0">
                <a:latin typeface="Arial"/>
                <a:cs typeface="Arial"/>
              </a:rPr>
              <a:t>s</a:t>
            </a:r>
            <a:r>
              <a:rPr sz="2400" b="1" spc="0" dirty="0" smtClean="0">
                <a:latin typeface="Arial"/>
                <a:cs typeface="Arial"/>
              </a:rPr>
              <a:t>sio</a:t>
            </a:r>
            <a:r>
              <a:rPr sz="2400" b="1" spc="-10" dirty="0" smtClean="0">
                <a:latin typeface="Arial"/>
                <a:cs typeface="Arial"/>
              </a:rPr>
              <a:t>n</a:t>
            </a:r>
            <a:r>
              <a:rPr sz="2400" b="1" spc="0" dirty="0" smtClean="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  <a:p>
            <a:pPr marL="926465">
              <a:lnSpc>
                <a:spcPts val="2190"/>
              </a:lnSpc>
            </a:pPr>
            <a:r>
              <a:rPr sz="200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x</a:t>
            </a:r>
            <a:r>
              <a:rPr sz="2000" spc="-15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2000" spc="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=</a:t>
            </a:r>
            <a:r>
              <a:rPr sz="2000" spc="-15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 </a:t>
            </a:r>
            <a:r>
              <a:rPr sz="2000" spc="0" dirty="0" smtClean="0">
                <a:solidFill>
                  <a:srgbClr val="0000FF"/>
                </a:solidFill>
                <a:latin typeface="Lucida Sans Typewriter"/>
                <a:cs typeface="Lucida Sans Typewriter"/>
              </a:rPr>
              <a:t>3</a:t>
            </a:r>
            <a:endParaRPr sz="2000">
              <a:latin typeface="Lucida Sans Typewriter"/>
              <a:cs typeface="Lucida Sans Typewriter"/>
            </a:endParaRPr>
          </a:p>
          <a:p>
            <a:pPr>
              <a:lnSpc>
                <a:spcPts val="900"/>
              </a:lnSpc>
              <a:spcBef>
                <a:spcPts val="48"/>
              </a:spcBef>
            </a:pPr>
            <a:endParaRPr sz="900"/>
          </a:p>
          <a:p>
            <a:pPr marL="355600" marR="214629" indent="-342900">
              <a:lnSpc>
                <a:spcPts val="259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solidFill>
                  <a:srgbClr val="C00000"/>
                </a:solidFill>
                <a:latin typeface="Arial"/>
                <a:cs typeface="Arial"/>
              </a:rPr>
              <a:t>An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object is 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eleted (by</a:t>
            </a:r>
            <a:r>
              <a:rPr sz="2400" b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garb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ge collector) once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5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4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be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omes</a:t>
            </a:r>
            <a:r>
              <a:rPr sz="2400" b="1" spc="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unre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ch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ble.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30"/>
              </a:spcBef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i="1" dirty="0" smtClean="0">
                <a:latin typeface="Arial"/>
                <a:cs typeface="Arial"/>
              </a:rPr>
              <a:t>N</a:t>
            </a:r>
            <a:r>
              <a:rPr sz="2400" b="1" i="1" spc="-10" dirty="0" smtClean="0">
                <a:latin typeface="Arial"/>
                <a:cs typeface="Arial"/>
              </a:rPr>
              <a:t>a</a:t>
            </a:r>
            <a:r>
              <a:rPr sz="2400" b="1" i="1" spc="0" dirty="0" smtClean="0">
                <a:latin typeface="Arial"/>
                <a:cs typeface="Arial"/>
              </a:rPr>
              <a:t>mes</a:t>
            </a:r>
            <a:r>
              <a:rPr sz="2400" b="1" i="1" spc="5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in</a:t>
            </a:r>
            <a:r>
              <a:rPr sz="2400" b="1" i="1" spc="-1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P</a:t>
            </a:r>
            <a:r>
              <a:rPr sz="2400" b="1" i="1" spc="-10" dirty="0" smtClean="0">
                <a:latin typeface="Arial"/>
                <a:cs typeface="Arial"/>
              </a:rPr>
              <a:t>y</a:t>
            </a:r>
            <a:r>
              <a:rPr sz="2400" b="1" i="1" spc="0" dirty="0" smtClean="0">
                <a:latin typeface="Arial"/>
                <a:cs typeface="Arial"/>
              </a:rPr>
              <a:t>thon</a:t>
            </a:r>
            <a:r>
              <a:rPr sz="2400" b="1" i="1" spc="-15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do</a:t>
            </a:r>
            <a:r>
              <a:rPr sz="2400" b="1" i="1" spc="-15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n</a:t>
            </a:r>
            <a:r>
              <a:rPr sz="2400" b="1" i="1" spc="-10" dirty="0" smtClean="0">
                <a:latin typeface="Arial"/>
                <a:cs typeface="Arial"/>
              </a:rPr>
              <a:t>o</a:t>
            </a:r>
            <a:r>
              <a:rPr sz="2400" b="1" i="1" spc="0" dirty="0" smtClean="0">
                <a:latin typeface="Arial"/>
                <a:cs typeface="Arial"/>
              </a:rPr>
              <a:t>t </a:t>
            </a:r>
            <a:r>
              <a:rPr sz="2400" b="1" i="1" spc="-10" dirty="0" smtClean="0">
                <a:latin typeface="Arial"/>
                <a:cs typeface="Arial"/>
              </a:rPr>
              <a:t>h</a:t>
            </a:r>
            <a:r>
              <a:rPr sz="2400" b="1" i="1" spc="0" dirty="0" smtClean="0">
                <a:latin typeface="Arial"/>
                <a:cs typeface="Arial"/>
              </a:rPr>
              <a:t>a</a:t>
            </a:r>
            <a:r>
              <a:rPr sz="2400" b="1" i="1" spc="-10" dirty="0" smtClean="0">
                <a:latin typeface="Arial"/>
                <a:cs typeface="Arial"/>
              </a:rPr>
              <a:t>v</a:t>
            </a:r>
            <a:r>
              <a:rPr sz="2400" b="1" i="1" spc="0" dirty="0" smtClean="0">
                <a:latin typeface="Arial"/>
                <a:cs typeface="Arial"/>
              </a:rPr>
              <a:t>e an intrinsic</a:t>
            </a:r>
            <a:r>
              <a:rPr sz="2400" b="1" i="1" spc="-35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typ</a:t>
            </a:r>
            <a:r>
              <a:rPr sz="2400" b="1" i="1" spc="-10" dirty="0" smtClean="0">
                <a:latin typeface="Arial"/>
                <a:cs typeface="Arial"/>
              </a:rPr>
              <a:t>e</a:t>
            </a:r>
            <a:r>
              <a:rPr sz="2400" b="1" i="1" spc="0" dirty="0" smtClean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ts val="2545"/>
              </a:lnSpc>
            </a:pPr>
            <a:r>
              <a:rPr sz="2400" b="1" i="1" dirty="0" smtClean="0">
                <a:latin typeface="Arial"/>
                <a:cs typeface="Arial"/>
              </a:rPr>
              <a:t>Objects</a:t>
            </a:r>
            <a:r>
              <a:rPr sz="2400" b="1" i="1" spc="-1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ha</a:t>
            </a:r>
            <a:r>
              <a:rPr sz="2400" b="1" i="1" spc="-10" dirty="0" smtClean="0">
                <a:latin typeface="Arial"/>
                <a:cs typeface="Arial"/>
              </a:rPr>
              <a:t>v</a:t>
            </a:r>
            <a:r>
              <a:rPr sz="2400" b="1" i="1" spc="0" dirty="0" smtClean="0">
                <a:latin typeface="Arial"/>
                <a:cs typeface="Arial"/>
              </a:rPr>
              <a:t>e typ</a:t>
            </a:r>
            <a:r>
              <a:rPr sz="2400" b="1" i="1" spc="-10" dirty="0" smtClean="0">
                <a:latin typeface="Arial"/>
                <a:cs typeface="Arial"/>
              </a:rPr>
              <a:t>e</a:t>
            </a:r>
            <a:r>
              <a:rPr sz="2400" b="1" i="1" spc="0" dirty="0" smtClean="0">
                <a:latin typeface="Arial"/>
                <a:cs typeface="Arial"/>
              </a:rPr>
              <a:t>s.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900"/>
              </a:lnSpc>
              <a:spcBef>
                <a:spcPts val="47"/>
              </a:spcBef>
            </a:pPr>
            <a:endParaRPr sz="900"/>
          </a:p>
          <a:p>
            <a:pPr marL="756285" marR="12700" lvl="1" indent="-287020">
              <a:lnSpc>
                <a:spcPts val="216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dirty="0" smtClean="0">
                <a:latin typeface="Arial"/>
                <a:cs typeface="Arial"/>
              </a:rPr>
              <a:t>P</a:t>
            </a:r>
            <a:r>
              <a:rPr sz="2000" spc="-10" dirty="0" smtClean="0">
                <a:latin typeface="Arial"/>
                <a:cs typeface="Arial"/>
              </a:rPr>
              <a:t>y</a:t>
            </a:r>
            <a:r>
              <a:rPr sz="2000" spc="0" dirty="0" smtClean="0">
                <a:latin typeface="Arial"/>
                <a:cs typeface="Arial"/>
              </a:rPr>
              <a:t>thon de</a:t>
            </a:r>
            <a:r>
              <a:rPr sz="2000" spc="-10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ermines</a:t>
            </a:r>
            <a:r>
              <a:rPr sz="2000" spc="-5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the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</a:t>
            </a:r>
            <a:r>
              <a:rPr sz="2000" spc="-15" dirty="0" smtClean="0">
                <a:latin typeface="Arial"/>
                <a:cs typeface="Arial"/>
              </a:rPr>
              <a:t>y</a:t>
            </a:r>
            <a:r>
              <a:rPr sz="2000" spc="0" dirty="0" smtClean="0">
                <a:latin typeface="Arial"/>
                <a:cs typeface="Arial"/>
              </a:rPr>
              <a:t>pe of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the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referen</a:t>
            </a:r>
            <a:r>
              <a:rPr sz="2000" spc="5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5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automatically ba</a:t>
            </a:r>
            <a:r>
              <a:rPr sz="2000" spc="5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ed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on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what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data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is a</a:t>
            </a:r>
            <a:r>
              <a:rPr sz="2000" spc="5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signed</a:t>
            </a:r>
            <a:r>
              <a:rPr sz="2000" spc="-3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to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it.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965442" y="6366255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23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32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 smtClean="0">
                <a:solidFill>
                  <a:srgbClr val="C00000"/>
                </a:solidFill>
                <a:latin typeface="Arial"/>
                <a:cs typeface="Arial"/>
              </a:rPr>
              <a:t>(Multi</a:t>
            </a:r>
            <a:r>
              <a:rPr sz="3600" b="1" spc="-15" dirty="0" smtClean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le</a:t>
            </a:r>
            <a:r>
              <a:rPr sz="3600" b="1" spc="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Assignment)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278763"/>
            <a:ext cx="7164705" cy="21901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solidFill>
                  <a:srgbClr val="C00000"/>
                </a:solidFill>
                <a:latin typeface="Arial"/>
                <a:cs typeface="Arial"/>
              </a:rPr>
              <a:t>You</a:t>
            </a:r>
            <a:r>
              <a:rPr sz="2000" b="1" spc="-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can also</a:t>
            </a:r>
            <a:r>
              <a:rPr sz="2000" b="1" spc="-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assign</a:t>
            </a:r>
            <a:r>
              <a:rPr sz="2000" b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mu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tiple</a:t>
            </a:r>
            <a:r>
              <a:rPr sz="2000" b="1" spc="-3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names</a:t>
            </a:r>
            <a:r>
              <a:rPr sz="2000" b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at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same</a:t>
            </a:r>
            <a:r>
              <a:rPr sz="2000" b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time.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700"/>
              </a:lnSpc>
              <a:spcBef>
                <a:spcPts val="17"/>
              </a:spcBef>
            </a:pPr>
            <a:endParaRPr sz="7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C00000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C00000"/>
                </a:solidFill>
                <a:latin typeface="Courier New"/>
                <a:cs typeface="Courier New"/>
              </a:rPr>
              <a:t> x</a:t>
            </a:r>
            <a:r>
              <a:rPr sz="1800" b="1" spc="0" dirty="0" smtClean="0">
                <a:solidFill>
                  <a:srgbClr val="C00000"/>
                </a:solidFill>
                <a:latin typeface="Courier New"/>
                <a:cs typeface="Courier New"/>
              </a:rPr>
              <a:t>,</a:t>
            </a:r>
            <a:r>
              <a:rPr sz="1800" b="1" spc="-5" dirty="0" smtClean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C00000"/>
                </a:solidFill>
                <a:latin typeface="Courier New"/>
                <a:cs typeface="Courier New"/>
              </a:rPr>
              <a:t>y</a:t>
            </a:r>
            <a:r>
              <a:rPr sz="1800" b="1" spc="-15" dirty="0" smtClean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C00000"/>
                </a:solidFill>
                <a:latin typeface="Courier New"/>
                <a:cs typeface="Courier New"/>
              </a:rPr>
              <a:t>=</a:t>
            </a:r>
            <a:r>
              <a:rPr sz="1800" b="1" spc="-30" dirty="0" smtClean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C00000"/>
                </a:solidFill>
                <a:latin typeface="Courier New"/>
                <a:cs typeface="Courier New"/>
              </a:rPr>
              <a:t>2,</a:t>
            </a:r>
            <a:r>
              <a:rPr sz="1800" b="1" spc="-15" dirty="0" smtClean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C00000"/>
                </a:solidFill>
                <a:latin typeface="Courier New"/>
                <a:cs typeface="Courier New"/>
              </a:rPr>
              <a:t>3</a:t>
            </a:r>
            <a:endParaRPr sz="1800">
              <a:latin typeface="Courier New"/>
              <a:cs typeface="Courier New"/>
            </a:endParaRPr>
          </a:p>
          <a:p>
            <a:pPr marL="12700" marR="6466840">
              <a:lnSpc>
                <a:spcPct val="110000"/>
              </a:lnSpc>
            </a:pPr>
            <a:r>
              <a:rPr sz="1800" b="1" dirty="0" smtClean="0">
                <a:solidFill>
                  <a:srgbClr val="C00000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C00000"/>
                </a:solidFill>
                <a:latin typeface="Courier New"/>
                <a:cs typeface="Courier New"/>
              </a:rPr>
              <a:t>x 2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dirty="0" smtClean="0">
                <a:solidFill>
                  <a:srgbClr val="C00000"/>
                </a:solidFill>
                <a:latin typeface="Courier New"/>
                <a:cs typeface="Courier New"/>
              </a:rPr>
              <a:t>&gt;&gt;&gt;</a:t>
            </a:r>
            <a:r>
              <a:rPr sz="1800" b="1" spc="-20" dirty="0" smtClean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C00000"/>
                </a:solidFill>
                <a:latin typeface="Courier New"/>
                <a:cs typeface="Courier New"/>
              </a:rPr>
              <a:t>y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1800" b="1" dirty="0" smtClean="0">
                <a:solidFill>
                  <a:srgbClr val="C00000"/>
                </a:solidFill>
                <a:latin typeface="Courier New"/>
                <a:cs typeface="Courier New"/>
              </a:rPr>
              <a:t>3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6965442" y="6366255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24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32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 smtClean="0">
                <a:solidFill>
                  <a:srgbClr val="C00000"/>
                </a:solidFill>
                <a:latin typeface="Arial"/>
                <a:cs typeface="Arial"/>
              </a:rPr>
              <a:t>Na</a:t>
            </a:r>
            <a:r>
              <a:rPr sz="3600" b="1" spc="5" dirty="0" smtClean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ing</a:t>
            </a:r>
            <a:r>
              <a:rPr sz="36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Rules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278763"/>
            <a:ext cx="7346315" cy="12573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solidFill>
                  <a:srgbClr val="C00000"/>
                </a:solidFill>
                <a:latin typeface="Arial"/>
                <a:cs typeface="Arial"/>
              </a:rPr>
              <a:t>Names</a:t>
            </a:r>
            <a:r>
              <a:rPr sz="2000" b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are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case</a:t>
            </a:r>
            <a:r>
              <a:rPr sz="2000" b="1" spc="-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sensiti</a:t>
            </a:r>
            <a:r>
              <a:rPr sz="2000" b="1" spc="-25" dirty="0" smtClean="0">
                <a:solidFill>
                  <a:srgbClr val="C00000"/>
                </a:solidFill>
                <a:latin typeface="Arial"/>
                <a:cs typeface="Arial"/>
              </a:rPr>
              <a:t>v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e and</a:t>
            </a:r>
            <a:r>
              <a:rPr sz="2000" b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cannot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start</a:t>
            </a:r>
            <a:r>
              <a:rPr sz="2000" b="1" spc="-4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20" dirty="0" smtClean="0">
                <a:solidFill>
                  <a:srgbClr val="C00000"/>
                </a:solidFill>
                <a:latin typeface="Arial"/>
                <a:cs typeface="Arial"/>
              </a:rPr>
              <a:t>w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h</a:t>
            </a:r>
            <a:r>
              <a:rPr sz="2000" b="1" spc="-4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a nu</a:t>
            </a:r>
            <a:r>
              <a:rPr sz="2000" b="1" spc="-10" dirty="0" smtClean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ber.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ts val="2120"/>
              </a:lnSpc>
            </a:pPr>
            <a:r>
              <a:rPr sz="2000" b="1" dirty="0" smtClean="0">
                <a:solidFill>
                  <a:srgbClr val="C00000"/>
                </a:solidFill>
                <a:latin typeface="Arial"/>
                <a:cs typeface="Arial"/>
              </a:rPr>
              <a:t>They</a:t>
            </a:r>
            <a:r>
              <a:rPr sz="2000" b="1" spc="-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can</a:t>
            </a:r>
            <a:r>
              <a:rPr sz="2000" b="1" spc="-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contain</a:t>
            </a:r>
            <a:r>
              <a:rPr sz="2000" b="1" spc="-3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letters,</a:t>
            </a:r>
            <a:r>
              <a:rPr sz="2000" b="1" spc="-4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nu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bers,</a:t>
            </a:r>
            <a:r>
              <a:rPr sz="2000" b="1" spc="-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sz="2000" b="1" spc="-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undersc</a:t>
            </a:r>
            <a:r>
              <a:rPr sz="2000" b="1" spc="-10" dirty="0" smtClean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res.</a:t>
            </a:r>
            <a:endParaRPr sz="2000">
              <a:latin typeface="Arial"/>
              <a:cs typeface="Arial"/>
            </a:endParaRPr>
          </a:p>
          <a:p>
            <a:pPr marL="606425">
              <a:lnSpc>
                <a:spcPct val="100000"/>
              </a:lnSpc>
              <a:spcBef>
                <a:spcPts val="114"/>
              </a:spcBef>
              <a:tabLst>
                <a:tab pos="1289685" algn="l"/>
                <a:tab pos="1971039" algn="l"/>
                <a:tab pos="2790825" algn="l"/>
                <a:tab pos="4018915" algn="l"/>
                <a:tab pos="4973320" algn="l"/>
              </a:tabLst>
            </a:pPr>
            <a:r>
              <a:rPr sz="1800" b="1" dirty="0" smtClean="0">
                <a:solidFill>
                  <a:srgbClr val="C00000"/>
                </a:solidFill>
                <a:latin typeface="Courier New"/>
                <a:cs typeface="Courier New"/>
              </a:rPr>
              <a:t>b</a:t>
            </a:r>
            <a:r>
              <a:rPr sz="1800" b="1" spc="-15" dirty="0" smtClean="0">
                <a:solidFill>
                  <a:srgbClr val="C00000"/>
                </a:solidFill>
                <a:latin typeface="Courier New"/>
                <a:cs typeface="Courier New"/>
              </a:rPr>
              <a:t>o</a:t>
            </a:r>
            <a:r>
              <a:rPr sz="1800" b="1" spc="0" dirty="0" smtClean="0">
                <a:solidFill>
                  <a:srgbClr val="C00000"/>
                </a:solidFill>
                <a:latin typeface="Courier New"/>
                <a:cs typeface="Courier New"/>
              </a:rPr>
              <a:t>b	B</a:t>
            </a:r>
            <a:r>
              <a:rPr sz="1800" b="1" spc="-15" dirty="0" smtClean="0">
                <a:solidFill>
                  <a:srgbClr val="C00000"/>
                </a:solidFill>
                <a:latin typeface="Courier New"/>
                <a:cs typeface="Courier New"/>
              </a:rPr>
              <a:t>o</a:t>
            </a:r>
            <a:r>
              <a:rPr sz="1800" b="1" spc="0" dirty="0" smtClean="0">
                <a:solidFill>
                  <a:srgbClr val="C00000"/>
                </a:solidFill>
                <a:latin typeface="Courier New"/>
                <a:cs typeface="Courier New"/>
              </a:rPr>
              <a:t>b	_b</a:t>
            </a:r>
            <a:r>
              <a:rPr sz="1800" b="1" spc="-15" dirty="0" smtClean="0">
                <a:solidFill>
                  <a:srgbClr val="C00000"/>
                </a:solidFill>
                <a:latin typeface="Courier New"/>
                <a:cs typeface="Courier New"/>
              </a:rPr>
              <a:t>o</a:t>
            </a:r>
            <a:r>
              <a:rPr sz="1800" b="1" spc="0" dirty="0" smtClean="0">
                <a:solidFill>
                  <a:srgbClr val="C00000"/>
                </a:solidFill>
                <a:latin typeface="Courier New"/>
                <a:cs typeface="Courier New"/>
              </a:rPr>
              <a:t>b	_</a:t>
            </a:r>
            <a:r>
              <a:rPr sz="1800" b="1" spc="-15" dirty="0" smtClean="0">
                <a:solidFill>
                  <a:srgbClr val="C00000"/>
                </a:solidFill>
                <a:latin typeface="Courier New"/>
                <a:cs typeface="Courier New"/>
              </a:rPr>
              <a:t>2</a:t>
            </a:r>
            <a:r>
              <a:rPr sz="1800" b="1" spc="0" dirty="0" smtClean="0">
                <a:solidFill>
                  <a:srgbClr val="C00000"/>
                </a:solidFill>
                <a:latin typeface="Courier New"/>
                <a:cs typeface="Courier New"/>
              </a:rPr>
              <a:t>_</a:t>
            </a:r>
            <a:r>
              <a:rPr sz="1800" b="1" spc="-15" dirty="0" smtClean="0">
                <a:solidFill>
                  <a:srgbClr val="C00000"/>
                </a:solidFill>
                <a:latin typeface="Courier New"/>
                <a:cs typeface="Courier New"/>
              </a:rPr>
              <a:t>bo</a:t>
            </a:r>
            <a:r>
              <a:rPr sz="1800" b="1" spc="0" dirty="0" smtClean="0">
                <a:solidFill>
                  <a:srgbClr val="C00000"/>
                </a:solidFill>
                <a:latin typeface="Courier New"/>
                <a:cs typeface="Courier New"/>
              </a:rPr>
              <a:t>b_	</a:t>
            </a:r>
            <a:r>
              <a:rPr sz="1800" b="1" spc="-15" dirty="0" smtClean="0">
                <a:solidFill>
                  <a:srgbClr val="C00000"/>
                </a:solidFill>
                <a:latin typeface="Courier New"/>
                <a:cs typeface="Courier New"/>
              </a:rPr>
              <a:t>b</a:t>
            </a:r>
            <a:r>
              <a:rPr sz="1800" b="1" spc="0" dirty="0" smtClean="0">
                <a:solidFill>
                  <a:srgbClr val="C00000"/>
                </a:solidFill>
                <a:latin typeface="Courier New"/>
                <a:cs typeface="Courier New"/>
              </a:rPr>
              <a:t>ob</a:t>
            </a:r>
            <a:r>
              <a:rPr sz="1800" b="1" spc="-15" dirty="0" smtClean="0">
                <a:solidFill>
                  <a:srgbClr val="C00000"/>
                </a:solidFill>
                <a:latin typeface="Courier New"/>
                <a:cs typeface="Courier New"/>
              </a:rPr>
              <a:t>_</a:t>
            </a:r>
            <a:r>
              <a:rPr sz="1800" b="1" spc="0" dirty="0" smtClean="0">
                <a:solidFill>
                  <a:srgbClr val="C00000"/>
                </a:solidFill>
                <a:latin typeface="Courier New"/>
                <a:cs typeface="Courier New"/>
              </a:rPr>
              <a:t>2	BoB</a:t>
            </a:r>
            <a:endParaRPr sz="180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14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solidFill>
                  <a:srgbClr val="C00000"/>
                </a:solidFill>
                <a:latin typeface="Arial"/>
                <a:cs typeface="Arial"/>
              </a:rPr>
              <a:t>There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are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some</a:t>
            </a:r>
            <a:r>
              <a:rPr sz="2000" b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reser</a:t>
            </a:r>
            <a:r>
              <a:rPr sz="2000" b="1" spc="-25" dirty="0" smtClean="0">
                <a:solidFill>
                  <a:srgbClr val="C00000"/>
                </a:solidFill>
                <a:latin typeface="Arial"/>
                <a:cs typeface="Arial"/>
              </a:rPr>
              <a:t>v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ed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30" dirty="0" smtClean="0">
                <a:solidFill>
                  <a:srgbClr val="C00000"/>
                </a:solidFill>
                <a:latin typeface="Arial"/>
                <a:cs typeface="Arial"/>
              </a:rPr>
              <a:t>w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ord</a:t>
            </a:r>
            <a:r>
              <a:rPr sz="2000" b="1" spc="-10" dirty="0" smtClean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09141" y="2566797"/>
            <a:ext cx="2621915" cy="76454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lnSpc>
                <a:spcPts val="1939"/>
              </a:lnSpc>
            </a:pPr>
            <a:r>
              <a:rPr sz="1800" b="1" dirty="0" smtClean="0">
                <a:solidFill>
                  <a:srgbClr val="FF6600"/>
                </a:solidFill>
                <a:latin typeface="Courier New"/>
                <a:cs typeface="Courier New"/>
              </a:rPr>
              <a:t>an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d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,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as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s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e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rt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,</a:t>
            </a:r>
            <a:r>
              <a:rPr sz="18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b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r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e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ak, el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i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f,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e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l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s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e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,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e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x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c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e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pt, gl</a:t>
            </a:r>
            <a:r>
              <a:rPr sz="1800" b="1" spc="-20" dirty="0" smtClean="0">
                <a:solidFill>
                  <a:srgbClr val="FF6600"/>
                </a:solidFill>
                <a:latin typeface="Courier New"/>
                <a:cs typeface="Courier New"/>
              </a:rPr>
              <a:t>o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b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a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l,</a:t>
            </a:r>
            <a:r>
              <a:rPr sz="1800" b="1" spc="-20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i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f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,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i</a:t>
            </a:r>
            <a:r>
              <a:rPr sz="1800" b="1" spc="-20" dirty="0" smtClean="0">
                <a:solidFill>
                  <a:srgbClr val="FF6600"/>
                </a:solidFill>
                <a:latin typeface="Courier New"/>
                <a:cs typeface="Courier New"/>
              </a:rPr>
              <a:t>m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p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o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rt,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39539" y="2566797"/>
            <a:ext cx="4121150" cy="76454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560705" indent="-635">
              <a:lnSpc>
                <a:spcPts val="1939"/>
              </a:lnSpc>
            </a:pP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cl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as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s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,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co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n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t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in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ue,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 d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ef,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 de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l, 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ex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ec,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 f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in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a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l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ly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,</a:t>
            </a:r>
            <a:r>
              <a:rPr sz="18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f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o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r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,</a:t>
            </a:r>
            <a:r>
              <a:rPr sz="18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f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r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om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,</a:t>
            </a:r>
            <a:endParaRPr sz="1800">
              <a:latin typeface="Courier New"/>
              <a:cs typeface="Courier New"/>
            </a:endParaRPr>
          </a:p>
          <a:p>
            <a:pPr marL="13335">
              <a:lnSpc>
                <a:spcPts val="1914"/>
              </a:lnSpc>
            </a:pP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in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, </a:t>
            </a:r>
            <a:r>
              <a:rPr sz="1800" b="1" spc="-20" dirty="0" smtClean="0">
                <a:solidFill>
                  <a:srgbClr val="FF6600"/>
                </a:solidFill>
                <a:latin typeface="Courier New"/>
                <a:cs typeface="Courier New"/>
              </a:rPr>
              <a:t>i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s,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l</a:t>
            </a:r>
            <a:r>
              <a:rPr sz="1800" b="1" spc="-20" dirty="0" smtClean="0">
                <a:solidFill>
                  <a:srgbClr val="FF6600"/>
                </a:solidFill>
                <a:latin typeface="Courier New"/>
                <a:cs typeface="Courier New"/>
              </a:rPr>
              <a:t>a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m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bd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a,</a:t>
            </a:r>
            <a:r>
              <a:rPr sz="1800" b="1" spc="-20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n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o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t,</a:t>
            </a:r>
            <a:r>
              <a:rPr sz="1800" b="1" spc="-20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o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r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,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p</a:t>
            </a:r>
            <a:r>
              <a:rPr sz="1800" b="1" spc="-20" dirty="0" smtClean="0">
                <a:solidFill>
                  <a:srgbClr val="FF6600"/>
                </a:solidFill>
                <a:latin typeface="Courier New"/>
                <a:cs typeface="Courier New"/>
              </a:rPr>
              <a:t>a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s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s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,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09141" y="3276346"/>
            <a:ext cx="4394200" cy="302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FF6600"/>
                </a:solidFill>
                <a:latin typeface="Courier New"/>
                <a:cs typeface="Courier New"/>
              </a:rPr>
              <a:t>pr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i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n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t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,</a:t>
            </a:r>
            <a:r>
              <a:rPr sz="18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r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a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is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e,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r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e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tu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r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n,</a:t>
            </a:r>
            <a:r>
              <a:rPr sz="1800" b="1" spc="-30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tr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y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,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wh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i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le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5454" y="2358771"/>
            <a:ext cx="5878195" cy="984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 smtClean="0">
                <a:solidFill>
                  <a:srgbClr val="000066"/>
                </a:solidFill>
                <a:latin typeface="Arial"/>
                <a:cs typeface="Arial"/>
              </a:rPr>
              <a:t>Seq</a:t>
            </a:r>
            <a:r>
              <a:rPr sz="3200" b="1" spc="-10" dirty="0" smtClean="0">
                <a:solidFill>
                  <a:srgbClr val="000066"/>
                </a:solidFill>
                <a:latin typeface="Arial"/>
                <a:cs typeface="Arial"/>
              </a:rPr>
              <a:t>u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en</a:t>
            </a:r>
            <a:r>
              <a:rPr sz="3200" b="1" spc="-15" dirty="0" smtClean="0">
                <a:solidFill>
                  <a:srgbClr val="000066"/>
                </a:solidFill>
                <a:latin typeface="Arial"/>
                <a:cs typeface="Arial"/>
              </a:rPr>
              <a:t>c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e</a:t>
            </a:r>
            <a:r>
              <a:rPr sz="3200" b="1" spc="-3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typ</a:t>
            </a:r>
            <a:r>
              <a:rPr sz="3200" b="1" spc="-15" dirty="0" smtClean="0">
                <a:solidFill>
                  <a:srgbClr val="000066"/>
                </a:solidFill>
                <a:latin typeface="Arial"/>
                <a:cs typeface="Arial"/>
              </a:rPr>
              <a:t>e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s:</a:t>
            </a:r>
            <a:endParaRPr sz="3200">
              <a:latin typeface="Arial"/>
              <a:cs typeface="Arial"/>
            </a:endParaRPr>
          </a:p>
          <a:p>
            <a:pPr marL="926465">
              <a:lnSpc>
                <a:spcPct val="100000"/>
              </a:lnSpc>
            </a:pPr>
            <a:r>
              <a:rPr sz="3200" b="1" dirty="0" smtClean="0">
                <a:solidFill>
                  <a:srgbClr val="000066"/>
                </a:solidFill>
                <a:latin typeface="Arial"/>
                <a:cs typeface="Arial"/>
              </a:rPr>
              <a:t>Tup</a:t>
            </a:r>
            <a:r>
              <a:rPr sz="3200" b="1" spc="-15" dirty="0" smtClean="0">
                <a:solidFill>
                  <a:srgbClr val="000066"/>
                </a:solidFill>
                <a:latin typeface="Arial"/>
                <a:cs typeface="Arial"/>
              </a:rPr>
              <a:t>l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e</a:t>
            </a:r>
            <a:r>
              <a:rPr sz="3200" b="1" spc="-15" dirty="0" smtClean="0">
                <a:solidFill>
                  <a:srgbClr val="000066"/>
                </a:solidFill>
                <a:latin typeface="Arial"/>
                <a:cs typeface="Arial"/>
              </a:rPr>
              <a:t>s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,</a:t>
            </a:r>
            <a:r>
              <a:rPr sz="3200" b="1" spc="-3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Li</a:t>
            </a:r>
            <a:r>
              <a:rPr sz="3200" b="1" spc="-15" dirty="0" smtClean="0">
                <a:solidFill>
                  <a:srgbClr val="000066"/>
                </a:solidFill>
                <a:latin typeface="Arial"/>
                <a:cs typeface="Arial"/>
              </a:rPr>
              <a:t>s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ts,</a:t>
            </a:r>
            <a:r>
              <a:rPr sz="3200" b="1" spc="-2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a</a:t>
            </a:r>
            <a:r>
              <a:rPr sz="3200" b="1" spc="-10" dirty="0" smtClean="0">
                <a:solidFill>
                  <a:srgbClr val="000066"/>
                </a:solidFill>
                <a:latin typeface="Arial"/>
                <a:cs typeface="Arial"/>
              </a:rPr>
              <a:t>n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d</a:t>
            </a:r>
            <a:r>
              <a:rPr sz="3200" b="1" spc="-20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Strin</a:t>
            </a:r>
            <a:r>
              <a:rPr sz="3200" b="1" spc="-15" dirty="0" smtClean="0">
                <a:solidFill>
                  <a:srgbClr val="000066"/>
                </a:solidFill>
                <a:latin typeface="Arial"/>
                <a:cs typeface="Arial"/>
              </a:rPr>
              <a:t>g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3067" y="5407093"/>
            <a:ext cx="2666999" cy="12700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5454" y="1265809"/>
            <a:ext cx="7588884" cy="53251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69900" indent="-457200">
              <a:lnSpc>
                <a:spcPct val="100000"/>
              </a:lnSpc>
              <a:buClr>
                <a:srgbClr val="FF0000"/>
              </a:buClr>
              <a:buSzPct val="110416"/>
              <a:buFont typeface="Arial"/>
              <a:buAutoNum type="arabicPeriod"/>
              <a:tabLst>
                <a:tab pos="469265" algn="l"/>
              </a:tabLst>
            </a:pPr>
            <a:r>
              <a:rPr sz="2400" spc="0" dirty="0" smtClean="0">
                <a:latin typeface="Arial"/>
                <a:cs typeface="Arial"/>
              </a:rPr>
              <a:t>Tu</a:t>
            </a:r>
            <a:r>
              <a:rPr sz="2400" spc="-10" dirty="0" smtClean="0">
                <a:latin typeface="Arial"/>
                <a:cs typeface="Arial"/>
              </a:rPr>
              <a:t>p</a:t>
            </a:r>
            <a:r>
              <a:rPr sz="2400" spc="0" dirty="0" smtClean="0">
                <a:latin typeface="Arial"/>
                <a:cs typeface="Arial"/>
              </a:rPr>
              <a:t>le</a:t>
            </a:r>
            <a:endParaRPr sz="2400">
              <a:latin typeface="Arial"/>
              <a:cs typeface="Arial"/>
            </a:endParaRPr>
          </a:p>
          <a:p>
            <a:pPr marL="850265" lvl="1" indent="-38100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SzPct val="110000"/>
              <a:buFont typeface="Symbol"/>
              <a:buChar char=""/>
              <a:tabLst>
                <a:tab pos="850265" algn="l"/>
              </a:tabLst>
            </a:pPr>
            <a:r>
              <a:rPr sz="2000" dirty="0" smtClean="0">
                <a:latin typeface="Arial"/>
                <a:cs typeface="Arial"/>
              </a:rPr>
              <a:t>A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simple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im</a:t>
            </a:r>
            <a:r>
              <a:rPr sz="2400" b="1" i="1" spc="5" dirty="0" smtClean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24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utable</a:t>
            </a:r>
            <a:r>
              <a:rPr sz="2400" b="1" i="1" spc="-125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orde</a:t>
            </a:r>
            <a:r>
              <a:rPr sz="2000" spc="5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ed</a:t>
            </a:r>
            <a:r>
              <a:rPr sz="2000" spc="-4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5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que</a:t>
            </a:r>
            <a:r>
              <a:rPr sz="2000" spc="5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ce</a:t>
            </a:r>
            <a:r>
              <a:rPr sz="2000" spc="-3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of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items</a:t>
            </a:r>
            <a:endParaRPr sz="2000">
              <a:latin typeface="Arial"/>
              <a:cs typeface="Arial"/>
            </a:endParaRPr>
          </a:p>
          <a:p>
            <a:pPr marL="1251585" lvl="2" indent="-381000">
              <a:lnSpc>
                <a:spcPct val="100000"/>
              </a:lnSpc>
              <a:spcBef>
                <a:spcPts val="75"/>
              </a:spcBef>
              <a:buClr>
                <a:srgbClr val="FF0000"/>
              </a:buClr>
              <a:buSzPct val="108333"/>
              <a:buFont typeface="Symbol"/>
              <a:buChar char=""/>
              <a:tabLst>
                <a:tab pos="1251585" algn="l"/>
              </a:tabLst>
            </a:pPr>
            <a:r>
              <a:rPr sz="1800" dirty="0" smtClean="0">
                <a:latin typeface="Arial"/>
                <a:cs typeface="Arial"/>
              </a:rPr>
              <a:t>Immuta</a:t>
            </a:r>
            <a:r>
              <a:rPr sz="1800" spc="-10" dirty="0" smtClean="0">
                <a:latin typeface="Arial"/>
                <a:cs typeface="Arial"/>
              </a:rPr>
              <a:t>b</a:t>
            </a:r>
            <a:r>
              <a:rPr sz="1800" spc="0" dirty="0" smtClean="0">
                <a:latin typeface="Arial"/>
                <a:cs typeface="Arial"/>
              </a:rPr>
              <a:t>l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: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a tu</a:t>
            </a:r>
            <a:r>
              <a:rPr sz="1800" spc="-10" dirty="0" smtClean="0">
                <a:latin typeface="Arial"/>
                <a:cs typeface="Arial"/>
              </a:rPr>
              <a:t>p</a:t>
            </a:r>
            <a:r>
              <a:rPr sz="1800" spc="0" dirty="0" smtClean="0">
                <a:latin typeface="Arial"/>
                <a:cs typeface="Arial"/>
              </a:rPr>
              <a:t>le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ca</a:t>
            </a:r>
            <a:r>
              <a:rPr sz="1800" spc="-10" dirty="0" smtClean="0">
                <a:latin typeface="Arial"/>
                <a:cs typeface="Arial"/>
              </a:rPr>
              <a:t>n</a:t>
            </a:r>
            <a:r>
              <a:rPr sz="1800" spc="0" dirty="0" smtClean="0">
                <a:latin typeface="Arial"/>
                <a:cs typeface="Arial"/>
              </a:rPr>
              <a:t>n</a:t>
            </a:r>
            <a:r>
              <a:rPr sz="1800" spc="-10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t</a:t>
            </a:r>
            <a:r>
              <a:rPr sz="1800" spc="1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be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mo</a:t>
            </a:r>
            <a:r>
              <a:rPr sz="1800" spc="-10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ifi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d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-10" dirty="0" smtClean="0">
                <a:latin typeface="Arial"/>
                <a:cs typeface="Arial"/>
              </a:rPr>
              <a:t>n</a:t>
            </a:r>
            <a:r>
              <a:rPr sz="1800" spc="0" dirty="0" smtClean="0">
                <a:latin typeface="Arial"/>
                <a:cs typeface="Arial"/>
              </a:rPr>
              <a:t>ce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cre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te</a:t>
            </a:r>
            <a:r>
              <a:rPr sz="1800" spc="-10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.</a:t>
            </a:r>
            <a:r>
              <a:rPr sz="1800" spc="5" dirty="0" smtClean="0">
                <a:latin typeface="Arial"/>
                <a:cs typeface="Arial"/>
              </a:rPr>
              <a:t>.</a:t>
            </a:r>
            <a:r>
              <a:rPr sz="1800" spc="0" dirty="0" smtClean="0">
                <a:latin typeface="Arial"/>
                <a:cs typeface="Arial"/>
              </a:rPr>
              <a:t>..</a:t>
            </a:r>
            <a:endParaRPr sz="1800">
              <a:latin typeface="Arial"/>
              <a:cs typeface="Arial"/>
            </a:endParaRPr>
          </a:p>
          <a:p>
            <a:pPr marL="850265" lvl="1" indent="-381000">
              <a:lnSpc>
                <a:spcPct val="100000"/>
              </a:lnSpc>
              <a:buClr>
                <a:srgbClr val="FF0000"/>
              </a:buClr>
              <a:buSzPct val="110000"/>
              <a:buFont typeface="Symbol"/>
              <a:buChar char=""/>
              <a:tabLst>
                <a:tab pos="850265" algn="l"/>
              </a:tabLst>
            </a:pPr>
            <a:r>
              <a:rPr sz="2000" dirty="0" smtClean="0">
                <a:latin typeface="Arial"/>
                <a:cs typeface="Arial"/>
              </a:rPr>
              <a:t>I</a:t>
            </a:r>
            <a:r>
              <a:rPr sz="2000" spc="-10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ems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c</a:t>
            </a:r>
            <a:r>
              <a:rPr sz="2000" spc="5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be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of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mi</a:t>
            </a:r>
            <a:r>
              <a:rPr sz="2000" spc="-10" dirty="0" smtClean="0">
                <a:latin typeface="Arial"/>
                <a:cs typeface="Arial"/>
              </a:rPr>
              <a:t>x</a:t>
            </a:r>
            <a:r>
              <a:rPr sz="2000" spc="0" dirty="0" smtClean="0">
                <a:latin typeface="Arial"/>
                <a:cs typeface="Arial"/>
              </a:rPr>
              <a:t>ed </a:t>
            </a:r>
            <a:r>
              <a:rPr sz="2000" spc="-10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ypes,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including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c</a:t>
            </a:r>
            <a:r>
              <a:rPr sz="2000" spc="5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llection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</a:t>
            </a:r>
            <a:r>
              <a:rPr sz="2000" spc="-15" dirty="0" smtClean="0">
                <a:latin typeface="Arial"/>
                <a:cs typeface="Arial"/>
              </a:rPr>
              <a:t>y</a:t>
            </a:r>
            <a:r>
              <a:rPr sz="2000" spc="0" dirty="0" smtClean="0">
                <a:latin typeface="Arial"/>
                <a:cs typeface="Arial"/>
              </a:rPr>
              <a:t>pes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ts val="600"/>
              </a:lnSpc>
              <a:spcBef>
                <a:spcPts val="37"/>
              </a:spcBef>
              <a:buClr>
                <a:srgbClr val="FF0000"/>
              </a:buClr>
              <a:buFont typeface="Symbol"/>
              <a:buChar char=""/>
            </a:pPr>
            <a:endParaRPr sz="600"/>
          </a:p>
          <a:p>
            <a:pPr lvl="1">
              <a:lnSpc>
                <a:spcPts val="1000"/>
              </a:lnSpc>
              <a:buClr>
                <a:srgbClr val="FF0000"/>
              </a:buClr>
              <a:buFont typeface="Symbol"/>
              <a:buChar char=""/>
            </a:pPr>
            <a:endParaRPr sz="1000"/>
          </a:p>
          <a:p>
            <a:pPr lvl="1">
              <a:lnSpc>
                <a:spcPts val="1000"/>
              </a:lnSpc>
              <a:buClr>
                <a:srgbClr val="FF0000"/>
              </a:buClr>
              <a:buFont typeface="Symbol"/>
              <a:buChar char=""/>
            </a:pPr>
            <a:endParaRPr sz="1000"/>
          </a:p>
          <a:p>
            <a:pPr marL="469900" indent="-457200">
              <a:lnSpc>
                <a:spcPct val="100000"/>
              </a:lnSpc>
              <a:buClr>
                <a:srgbClr val="FF0000"/>
              </a:buClr>
              <a:buSzPct val="110416"/>
              <a:buFont typeface="Arial"/>
              <a:buAutoNum type="arabicPeriod"/>
              <a:tabLst>
                <a:tab pos="469265" algn="l"/>
              </a:tabLst>
            </a:pPr>
            <a:r>
              <a:rPr sz="2400" spc="0" dirty="0" smtClean="0">
                <a:solidFill>
                  <a:srgbClr val="C00000"/>
                </a:solidFill>
                <a:latin typeface="Arial"/>
                <a:cs typeface="Arial"/>
              </a:rPr>
              <a:t>Strings</a:t>
            </a:r>
            <a:endParaRPr sz="2400">
              <a:latin typeface="Arial"/>
              <a:cs typeface="Arial"/>
            </a:endParaRPr>
          </a:p>
          <a:p>
            <a:pPr marL="850265" indent="-381000">
              <a:lnSpc>
                <a:spcPts val="317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850265" algn="l"/>
              </a:tabLst>
            </a:pPr>
            <a:r>
              <a:rPr sz="2400" b="1" i="1" dirty="0" smtClean="0">
                <a:solidFill>
                  <a:srgbClr val="0000FF"/>
                </a:solidFill>
                <a:latin typeface="Arial"/>
                <a:cs typeface="Arial"/>
              </a:rPr>
              <a:t>Im</a:t>
            </a:r>
            <a:r>
              <a:rPr sz="2400" b="1" i="1" spc="5" dirty="0" smtClean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24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utable</a:t>
            </a:r>
            <a:endParaRPr sz="2400">
              <a:latin typeface="Arial"/>
              <a:cs typeface="Arial"/>
            </a:endParaRPr>
          </a:p>
          <a:p>
            <a:pPr marL="850265" indent="-381000">
              <a:lnSpc>
                <a:spcPts val="317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850265" algn="l"/>
              </a:tabLst>
            </a:pPr>
            <a:r>
              <a:rPr sz="2400" dirty="0" smtClean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2400" spc="-10" dirty="0" smtClean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400" spc="0" dirty="0" smtClean="0">
                <a:solidFill>
                  <a:srgbClr val="C00000"/>
                </a:solidFill>
                <a:latin typeface="Arial"/>
                <a:cs typeface="Arial"/>
              </a:rPr>
              <a:t>nceptua</a:t>
            </a:r>
            <a:r>
              <a:rPr sz="2400" spc="-15" dirty="0" smtClean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2400" spc="0" dirty="0" smtClean="0">
                <a:solidFill>
                  <a:srgbClr val="C00000"/>
                </a:solidFill>
                <a:latin typeface="Arial"/>
                <a:cs typeface="Arial"/>
              </a:rPr>
              <a:t>ly</a:t>
            </a:r>
            <a:r>
              <a:rPr sz="2400" spc="4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0" dirty="0" smtClean="0">
                <a:solidFill>
                  <a:srgbClr val="C00000"/>
                </a:solidFill>
                <a:latin typeface="Arial"/>
                <a:cs typeface="Arial"/>
              </a:rPr>
              <a:t>very much l</a:t>
            </a:r>
            <a:r>
              <a:rPr sz="2400" spc="-10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400" spc="0" dirty="0" smtClean="0">
                <a:solidFill>
                  <a:srgbClr val="C00000"/>
                </a:solidFill>
                <a:latin typeface="Arial"/>
                <a:cs typeface="Arial"/>
              </a:rPr>
              <a:t>ke</a:t>
            </a:r>
            <a:r>
              <a:rPr sz="2400" spc="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0" dirty="0" smtClean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400" spc="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spc="0" dirty="0" smtClean="0">
                <a:solidFill>
                  <a:srgbClr val="C00000"/>
                </a:solidFill>
                <a:latin typeface="Arial"/>
                <a:cs typeface="Arial"/>
              </a:rPr>
              <a:t>tuple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550"/>
              </a:lnSpc>
              <a:spcBef>
                <a:spcPts val="15"/>
              </a:spcBef>
              <a:buClr>
                <a:srgbClr val="FF0000"/>
              </a:buClr>
              <a:buFont typeface="Wingdings"/>
              <a:buChar char=""/>
            </a:pPr>
            <a:endParaRPr sz="550"/>
          </a:p>
          <a:p>
            <a:pPr marL="850265" marR="12700" indent="-381000">
              <a:lnSpc>
                <a:spcPts val="259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850265" algn="l"/>
                <a:tab pos="5018405" algn="l"/>
              </a:tabLst>
            </a:pPr>
            <a:r>
              <a:rPr sz="2400" dirty="0" smtClean="0">
                <a:latin typeface="Arial"/>
                <a:cs typeface="Arial"/>
              </a:rPr>
              <a:t>R</a:t>
            </a:r>
            <a:r>
              <a:rPr sz="2400" spc="-10" dirty="0" smtClean="0">
                <a:latin typeface="Arial"/>
                <a:cs typeface="Arial"/>
              </a:rPr>
              <a:t>e</a:t>
            </a:r>
            <a:r>
              <a:rPr sz="2400" spc="0" dirty="0" smtClean="0">
                <a:latin typeface="Arial"/>
                <a:cs typeface="Arial"/>
              </a:rPr>
              <a:t>g</a:t>
            </a:r>
            <a:r>
              <a:rPr sz="2400" spc="-10" dirty="0" smtClean="0">
                <a:latin typeface="Arial"/>
                <a:cs typeface="Arial"/>
              </a:rPr>
              <a:t>u</a:t>
            </a:r>
            <a:r>
              <a:rPr sz="2400" spc="0" dirty="0" smtClean="0">
                <a:latin typeface="Arial"/>
                <a:cs typeface="Arial"/>
              </a:rPr>
              <a:t>l</a:t>
            </a:r>
            <a:r>
              <a:rPr sz="2400" spc="-10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r</a:t>
            </a:r>
            <a:r>
              <a:rPr sz="2400" spc="25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strings u</a:t>
            </a:r>
            <a:r>
              <a:rPr sz="2400" spc="-10" dirty="0" smtClean="0">
                <a:latin typeface="Arial"/>
                <a:cs typeface="Arial"/>
              </a:rPr>
              <a:t>s</a:t>
            </a:r>
            <a:r>
              <a:rPr sz="2400" spc="0" dirty="0" smtClean="0">
                <a:latin typeface="Arial"/>
                <a:cs typeface="Arial"/>
              </a:rPr>
              <a:t>e 8</a:t>
            </a:r>
            <a:r>
              <a:rPr sz="2400" spc="5" dirty="0" smtClean="0">
                <a:latin typeface="Arial"/>
                <a:cs typeface="Arial"/>
              </a:rPr>
              <a:t>-</a:t>
            </a:r>
            <a:r>
              <a:rPr sz="2400" spc="0" dirty="0" smtClean="0">
                <a:latin typeface="Arial"/>
                <a:cs typeface="Arial"/>
              </a:rPr>
              <a:t>b</a:t>
            </a:r>
            <a:r>
              <a:rPr sz="2400" spc="-10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t</a:t>
            </a:r>
            <a:r>
              <a:rPr sz="2400" spc="5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ch</a:t>
            </a:r>
            <a:r>
              <a:rPr sz="2400" spc="-10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racters.</a:t>
            </a:r>
            <a:r>
              <a:rPr sz="2400" spc="5" dirty="0" smtClean="0">
                <a:latin typeface="Arial"/>
                <a:cs typeface="Arial"/>
              </a:rPr>
              <a:t> </a:t>
            </a:r>
            <a:r>
              <a:rPr sz="2400" i="1" spc="0" dirty="0" smtClean="0">
                <a:latin typeface="Arial"/>
                <a:cs typeface="Arial"/>
              </a:rPr>
              <a:t>U</a:t>
            </a:r>
            <a:r>
              <a:rPr sz="2400" i="1" spc="-10" dirty="0" smtClean="0">
                <a:latin typeface="Arial"/>
                <a:cs typeface="Arial"/>
              </a:rPr>
              <a:t>n</a:t>
            </a:r>
            <a:r>
              <a:rPr sz="2400" i="1" spc="0" dirty="0" smtClean="0">
                <a:latin typeface="Arial"/>
                <a:cs typeface="Arial"/>
              </a:rPr>
              <a:t>ic</a:t>
            </a:r>
            <a:r>
              <a:rPr sz="2400" i="1" spc="-10" dirty="0" smtClean="0">
                <a:latin typeface="Arial"/>
                <a:cs typeface="Arial"/>
              </a:rPr>
              <a:t>o</a:t>
            </a:r>
            <a:r>
              <a:rPr sz="2400" i="1" spc="0" dirty="0" smtClean="0">
                <a:latin typeface="Arial"/>
                <a:cs typeface="Arial"/>
              </a:rPr>
              <a:t>de st</a:t>
            </a:r>
            <a:r>
              <a:rPr sz="2400" i="1" spc="5" dirty="0" smtClean="0">
                <a:latin typeface="Arial"/>
                <a:cs typeface="Arial"/>
              </a:rPr>
              <a:t>r</a:t>
            </a:r>
            <a:r>
              <a:rPr sz="2400" i="1" spc="0" dirty="0" smtClean="0">
                <a:latin typeface="Arial"/>
                <a:cs typeface="Arial"/>
              </a:rPr>
              <a:t>i</a:t>
            </a:r>
            <a:r>
              <a:rPr sz="2400" i="1" spc="-10" dirty="0" smtClean="0">
                <a:latin typeface="Arial"/>
                <a:cs typeface="Arial"/>
              </a:rPr>
              <a:t>n</a:t>
            </a:r>
            <a:r>
              <a:rPr sz="2400" i="1" spc="0" dirty="0" smtClean="0">
                <a:latin typeface="Arial"/>
                <a:cs typeface="Arial"/>
              </a:rPr>
              <a:t>gs </a:t>
            </a:r>
            <a:r>
              <a:rPr sz="2400" spc="0" dirty="0" smtClean="0">
                <a:latin typeface="Arial"/>
                <a:cs typeface="Arial"/>
              </a:rPr>
              <a:t>use</a:t>
            </a:r>
            <a:r>
              <a:rPr sz="2400" spc="5" dirty="0" smtClean="0">
                <a:latin typeface="Arial"/>
                <a:cs typeface="Arial"/>
              </a:rPr>
              <a:t> </a:t>
            </a:r>
            <a:r>
              <a:rPr sz="2400" spc="-10" dirty="0" smtClean="0">
                <a:latin typeface="Arial"/>
                <a:cs typeface="Arial"/>
              </a:rPr>
              <a:t>2</a:t>
            </a:r>
            <a:r>
              <a:rPr sz="2400" spc="0" dirty="0" smtClean="0">
                <a:latin typeface="Arial"/>
                <a:cs typeface="Arial"/>
              </a:rPr>
              <a:t>-byte c</a:t>
            </a:r>
            <a:r>
              <a:rPr sz="2400" spc="-10" dirty="0" smtClean="0">
                <a:latin typeface="Arial"/>
                <a:cs typeface="Arial"/>
              </a:rPr>
              <a:t>h</a:t>
            </a:r>
            <a:r>
              <a:rPr sz="2400" spc="0" dirty="0" smtClean="0">
                <a:latin typeface="Arial"/>
                <a:cs typeface="Arial"/>
              </a:rPr>
              <a:t>aracters.	(All</a:t>
            </a:r>
            <a:r>
              <a:rPr sz="2400" spc="-10" dirty="0" smtClean="0">
                <a:latin typeface="Arial"/>
                <a:cs typeface="Arial"/>
              </a:rPr>
              <a:t> </a:t>
            </a:r>
            <a:r>
              <a:rPr sz="2400" spc="5" dirty="0" smtClean="0">
                <a:latin typeface="Arial"/>
                <a:cs typeface="Arial"/>
              </a:rPr>
              <a:t>t</a:t>
            </a:r>
            <a:r>
              <a:rPr sz="2400" spc="0" dirty="0" smtClean="0">
                <a:latin typeface="Arial"/>
                <a:cs typeface="Arial"/>
              </a:rPr>
              <a:t>h</a:t>
            </a:r>
            <a:r>
              <a:rPr sz="2400" spc="-10" dirty="0" smtClean="0">
                <a:latin typeface="Arial"/>
                <a:cs typeface="Arial"/>
              </a:rPr>
              <a:t>i</a:t>
            </a:r>
            <a:r>
              <a:rPr sz="2400" spc="0" dirty="0" smtClean="0">
                <a:latin typeface="Arial"/>
                <a:cs typeface="Arial"/>
              </a:rPr>
              <a:t>s is changed in</a:t>
            </a:r>
            <a:r>
              <a:rPr sz="2400" spc="-1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Python</a:t>
            </a:r>
            <a:r>
              <a:rPr sz="2400" spc="1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3.)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100"/>
              </a:lnSpc>
              <a:spcBef>
                <a:spcPts val="68"/>
              </a:spcBef>
            </a:pPr>
            <a:endParaRPr sz="1100"/>
          </a:p>
          <a:p>
            <a:pPr marL="469900" indent="-457200">
              <a:lnSpc>
                <a:spcPct val="100000"/>
              </a:lnSpc>
              <a:buClr>
                <a:srgbClr val="FF0000"/>
              </a:buClr>
              <a:buSzPct val="110416"/>
              <a:buFont typeface="Arial"/>
              <a:buAutoNum type="arabicPeriod" startAt="3"/>
              <a:tabLst>
                <a:tab pos="469265" algn="l"/>
              </a:tabLst>
            </a:pPr>
            <a:r>
              <a:rPr sz="2400" spc="0" dirty="0" smtClean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2400" spc="-10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400" spc="0" dirty="0" smtClean="0">
                <a:solidFill>
                  <a:srgbClr val="C00000"/>
                </a:solidFill>
                <a:latin typeface="Arial"/>
                <a:cs typeface="Arial"/>
              </a:rPr>
              <a:t>st</a:t>
            </a:r>
            <a:endParaRPr sz="2400">
              <a:latin typeface="Arial"/>
              <a:cs typeface="Arial"/>
            </a:endParaRPr>
          </a:p>
          <a:p>
            <a:pPr marL="850265" lvl="1" indent="-381000">
              <a:lnSpc>
                <a:spcPts val="3170"/>
              </a:lnSpc>
              <a:buClr>
                <a:srgbClr val="FF0000"/>
              </a:buClr>
              <a:buSzPct val="110416"/>
              <a:buFont typeface="Symbol"/>
              <a:buChar char=""/>
              <a:tabLst>
                <a:tab pos="850265" algn="l"/>
              </a:tabLst>
            </a:pPr>
            <a:r>
              <a:rPr sz="2400" b="1" i="1" spc="-35" dirty="0" smtClean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24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utable</a:t>
            </a:r>
            <a:r>
              <a:rPr sz="2400" b="1" i="1" spc="-9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C00000"/>
                </a:solidFill>
                <a:latin typeface="Arial"/>
                <a:cs typeface="Arial"/>
              </a:rPr>
              <a:t>orde</a:t>
            </a:r>
            <a:r>
              <a:rPr sz="2000" spc="5" dirty="0" smtClean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000" spc="0" dirty="0" smtClean="0">
                <a:solidFill>
                  <a:srgbClr val="C00000"/>
                </a:solidFill>
                <a:latin typeface="Arial"/>
                <a:cs typeface="Arial"/>
              </a:rPr>
              <a:t>ed</a:t>
            </a:r>
            <a:r>
              <a:rPr sz="2000" spc="-4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000" spc="5" dirty="0" smtClean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spc="0" dirty="0" smtClean="0">
                <a:solidFill>
                  <a:srgbClr val="C00000"/>
                </a:solidFill>
                <a:latin typeface="Arial"/>
                <a:cs typeface="Arial"/>
              </a:rPr>
              <a:t>que</a:t>
            </a:r>
            <a:r>
              <a:rPr sz="2000" spc="5" dirty="0" smtClean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000" spc="0" dirty="0" smtClean="0">
                <a:solidFill>
                  <a:srgbClr val="C00000"/>
                </a:solidFill>
                <a:latin typeface="Arial"/>
                <a:cs typeface="Arial"/>
              </a:rPr>
              <a:t>ce</a:t>
            </a:r>
            <a:r>
              <a:rPr sz="2000" spc="-3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2000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C00000"/>
                </a:solidFill>
                <a:latin typeface="Arial"/>
                <a:cs typeface="Arial"/>
              </a:rPr>
              <a:t>items</a:t>
            </a:r>
            <a:r>
              <a:rPr sz="2000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2000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C00000"/>
                </a:solidFill>
                <a:latin typeface="Arial"/>
                <a:cs typeface="Arial"/>
              </a:rPr>
              <a:t>mi</a:t>
            </a:r>
            <a:r>
              <a:rPr sz="2000" spc="-10" dirty="0" smtClean="0">
                <a:solidFill>
                  <a:srgbClr val="C00000"/>
                </a:solidFill>
                <a:latin typeface="Arial"/>
                <a:cs typeface="Arial"/>
              </a:rPr>
              <a:t>x</a:t>
            </a:r>
            <a:r>
              <a:rPr sz="2000" spc="0" dirty="0" smtClean="0">
                <a:solidFill>
                  <a:srgbClr val="C00000"/>
                </a:solidFill>
                <a:latin typeface="Arial"/>
                <a:cs typeface="Arial"/>
              </a:rPr>
              <a:t>ed </a:t>
            </a:r>
            <a:r>
              <a:rPr sz="2000" spc="-150" dirty="0" smtClean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100" spc="-960" baseline="-27777" dirty="0" smtClean="0">
                <a:latin typeface="Arial"/>
                <a:cs typeface="Arial"/>
              </a:rPr>
              <a:t>2</a:t>
            </a:r>
            <a:r>
              <a:rPr sz="2000" spc="-370" dirty="0" smtClean="0">
                <a:solidFill>
                  <a:srgbClr val="C00000"/>
                </a:solidFill>
                <a:latin typeface="Arial"/>
                <a:cs typeface="Arial"/>
              </a:rPr>
              <a:t>y</a:t>
            </a:r>
            <a:r>
              <a:rPr sz="2100" spc="-622" baseline="-27777" dirty="0" smtClean="0">
                <a:latin typeface="Arial"/>
                <a:cs typeface="Arial"/>
              </a:rPr>
              <a:t>6</a:t>
            </a:r>
            <a:r>
              <a:rPr sz="2000" spc="0" dirty="0" smtClean="0">
                <a:solidFill>
                  <a:srgbClr val="C00000"/>
                </a:solidFill>
                <a:latin typeface="Arial"/>
                <a:cs typeface="Arial"/>
              </a:rPr>
              <a:t>pes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551941"/>
            <a:ext cx="3632835" cy="5441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ts val="4285"/>
              </a:lnSpc>
              <a:tabLst>
                <a:tab pos="2299335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Sequence	Ty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p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es</a:t>
            </a:r>
            <a:endParaRPr sz="3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6965442" y="6366255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27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5454" y="551941"/>
            <a:ext cx="4013835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2299335" algn="l"/>
                <a:tab pos="3746500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Sequence	Ty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p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es	2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949" y="1461642"/>
            <a:ext cx="7378065" cy="34143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3535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5600" algn="l"/>
              </a:tabLst>
            </a:pPr>
            <a:r>
              <a:rPr sz="2000" b="1" dirty="0" smtClean="0">
                <a:latin typeface="Arial"/>
                <a:cs typeface="Arial"/>
              </a:rPr>
              <a:t>The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three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sequence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</a:t>
            </a:r>
            <a:r>
              <a:rPr sz="2000" b="1" spc="-35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pes</a:t>
            </a:r>
            <a:r>
              <a:rPr sz="2000" b="1" spc="15" dirty="0" smtClean="0">
                <a:latin typeface="Arial"/>
                <a:cs typeface="Arial"/>
              </a:rPr>
              <a:t> </a:t>
            </a:r>
            <a:r>
              <a:rPr sz="2000" b="1" spc="10" dirty="0" smtClean="0">
                <a:latin typeface="Arial"/>
                <a:cs typeface="Arial"/>
              </a:rPr>
              <a:t>(</a:t>
            </a:r>
            <a:r>
              <a:rPr sz="2000" b="1" spc="0" dirty="0" smtClean="0">
                <a:latin typeface="Arial"/>
                <a:cs typeface="Arial"/>
              </a:rPr>
              <a:t>tuple</a:t>
            </a:r>
            <a:r>
              <a:rPr sz="2000" b="1" spc="-5" dirty="0" smtClean="0">
                <a:latin typeface="Arial"/>
                <a:cs typeface="Arial"/>
              </a:rPr>
              <a:t>s</a:t>
            </a:r>
            <a:r>
              <a:rPr sz="2000" b="1" spc="0" dirty="0" smtClean="0">
                <a:latin typeface="Arial"/>
                <a:cs typeface="Arial"/>
              </a:rPr>
              <a:t>,</a:t>
            </a:r>
            <a:r>
              <a:rPr sz="2000" b="1" spc="-5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strings,</a:t>
            </a:r>
            <a:r>
              <a:rPr sz="2000" b="1" spc="-4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and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l</a:t>
            </a:r>
            <a:r>
              <a:rPr sz="2000" b="1" spc="-15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sts)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share</a:t>
            </a:r>
            <a:endParaRPr sz="2000">
              <a:latin typeface="Arial"/>
              <a:cs typeface="Arial"/>
            </a:endParaRPr>
          </a:p>
          <a:p>
            <a:pPr marR="1462405" algn="ctr">
              <a:lnSpc>
                <a:spcPts val="2360"/>
              </a:lnSpc>
            </a:pPr>
            <a:r>
              <a:rPr sz="2000" b="1" dirty="0" smtClean="0">
                <a:latin typeface="Arial"/>
                <a:cs typeface="Arial"/>
              </a:rPr>
              <a:t>much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same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</a:t>
            </a:r>
            <a:r>
              <a:rPr sz="2000" b="1" spc="-35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ntax</a:t>
            </a:r>
            <a:r>
              <a:rPr sz="2000" b="1" spc="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and functional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t</a:t>
            </a:r>
            <a:r>
              <a:rPr sz="2000" b="1" spc="-30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100"/>
              </a:lnSpc>
              <a:spcBef>
                <a:spcPts val="60"/>
              </a:spcBef>
            </a:pPr>
            <a:endParaRPr sz="1100"/>
          </a:p>
          <a:p>
            <a:pPr marL="355600" indent="-343535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5600" algn="l"/>
              </a:tabLst>
            </a:pPr>
            <a:r>
              <a:rPr sz="2000" b="1" dirty="0" smtClean="0">
                <a:latin typeface="Arial"/>
                <a:cs typeface="Arial"/>
              </a:rPr>
              <a:t>Tup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es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are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defined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using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paren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heses</a:t>
            </a:r>
            <a:r>
              <a:rPr sz="2000" b="1" spc="-4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(and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com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as</a:t>
            </a:r>
            <a:r>
              <a:rPr sz="2000" b="1" spc="5" dirty="0" smtClean="0">
                <a:latin typeface="Arial"/>
                <a:cs typeface="Arial"/>
              </a:rPr>
              <a:t>)</a:t>
            </a:r>
            <a:r>
              <a:rPr sz="2000" b="1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20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t</a:t>
            </a:r>
            <a:r>
              <a:rPr sz="1800" b="1" spc="0" dirty="0" smtClean="0">
                <a:latin typeface="Courier New"/>
                <a:cs typeface="Courier New"/>
              </a:rPr>
              <a:t>u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=</a:t>
            </a:r>
            <a:r>
              <a:rPr sz="1800" b="1" spc="-15" dirty="0" smtClean="0">
                <a:latin typeface="Courier New"/>
                <a:cs typeface="Courier New"/>
              </a:rPr>
              <a:t> (2</a:t>
            </a:r>
            <a:r>
              <a:rPr sz="1800" b="1" spc="0" dirty="0" smtClean="0">
                <a:latin typeface="Courier New"/>
                <a:cs typeface="Courier New"/>
              </a:rPr>
              <a:t>3,</a:t>
            </a:r>
            <a:r>
              <a:rPr sz="1800" b="1" spc="-2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‘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a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b</a:t>
            </a:r>
            <a:r>
              <a:rPr sz="1800" b="1" spc="-5" dirty="0" smtClean="0">
                <a:solidFill>
                  <a:srgbClr val="008000"/>
                </a:solidFill>
                <a:latin typeface="Courier New"/>
                <a:cs typeface="Courier New"/>
              </a:rPr>
              <a:t>c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’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5" dirty="0" smtClean="0">
                <a:latin typeface="Courier New"/>
                <a:cs typeface="Courier New"/>
              </a:rPr>
              <a:t> 4</a:t>
            </a:r>
            <a:r>
              <a:rPr sz="1800" b="1" spc="0" dirty="0" smtClean="0">
                <a:latin typeface="Courier New"/>
                <a:cs typeface="Courier New"/>
              </a:rPr>
              <a:t>.5</a:t>
            </a:r>
            <a:r>
              <a:rPr sz="1800" b="1" spc="-20" dirty="0" smtClean="0">
                <a:latin typeface="Courier New"/>
                <a:cs typeface="Courier New"/>
              </a:rPr>
              <a:t>6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(2</a:t>
            </a:r>
            <a:r>
              <a:rPr sz="1800" b="1" spc="-20" dirty="0" smtClean="0">
                <a:latin typeface="Courier New"/>
                <a:cs typeface="Courier New"/>
              </a:rPr>
              <a:t>,</a:t>
            </a:r>
            <a:r>
              <a:rPr sz="1800" b="1" spc="0" dirty="0" smtClean="0">
                <a:latin typeface="Courier New"/>
                <a:cs typeface="Courier New"/>
              </a:rPr>
              <a:t>3</a:t>
            </a:r>
            <a:r>
              <a:rPr sz="1800" b="1" spc="-15" dirty="0" smtClean="0">
                <a:latin typeface="Courier New"/>
                <a:cs typeface="Courier New"/>
              </a:rPr>
              <a:t>)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‘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d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e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f</a:t>
            </a:r>
            <a:r>
              <a:rPr sz="1800" b="1" spc="-5" dirty="0" smtClean="0">
                <a:solidFill>
                  <a:srgbClr val="008000"/>
                </a:solidFill>
                <a:latin typeface="Courier New"/>
                <a:cs typeface="Courier New"/>
              </a:rPr>
              <a:t>’</a:t>
            </a:r>
            <a:r>
              <a:rPr sz="1800" b="1" spc="0" dirty="0" smtClean="0"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900"/>
              </a:lnSpc>
              <a:spcBef>
                <a:spcPts val="3"/>
              </a:spcBef>
            </a:pPr>
            <a:endParaRPr sz="9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355600" indent="-343535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5600" algn="l"/>
              </a:tabLst>
            </a:pPr>
            <a:r>
              <a:rPr sz="2000" b="1" dirty="0" smtClean="0">
                <a:latin typeface="Arial"/>
                <a:cs typeface="Arial"/>
              </a:rPr>
              <a:t>Lists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are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defined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using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square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brack</a:t>
            </a:r>
            <a:r>
              <a:rPr sz="2000" b="1" spc="5" dirty="0" smtClean="0">
                <a:latin typeface="Arial"/>
                <a:cs typeface="Arial"/>
              </a:rPr>
              <a:t>e</a:t>
            </a:r>
            <a:r>
              <a:rPr sz="2000" b="1" spc="0" dirty="0" smtClean="0">
                <a:latin typeface="Arial"/>
                <a:cs typeface="Arial"/>
              </a:rPr>
              <a:t>ts</a:t>
            </a:r>
            <a:r>
              <a:rPr sz="2000" b="1" spc="-4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(and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com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as</a:t>
            </a:r>
            <a:r>
              <a:rPr sz="2000" b="1" spc="5" dirty="0" smtClean="0">
                <a:latin typeface="Arial"/>
                <a:cs typeface="Arial"/>
              </a:rPr>
              <a:t>)</a:t>
            </a:r>
            <a:r>
              <a:rPr sz="2000" b="1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l</a:t>
            </a:r>
            <a:r>
              <a:rPr sz="1800" b="1" spc="0" dirty="0" smtClean="0">
                <a:latin typeface="Courier New"/>
                <a:cs typeface="Courier New"/>
              </a:rPr>
              <a:t>i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=</a:t>
            </a:r>
            <a:r>
              <a:rPr sz="1800" b="1" spc="-15" dirty="0" smtClean="0">
                <a:latin typeface="Courier New"/>
                <a:cs typeface="Courier New"/>
              </a:rPr>
              <a:t> [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“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ab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c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”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3</a:t>
            </a:r>
            <a:r>
              <a:rPr sz="1800" b="1" spc="-15" dirty="0" smtClean="0">
                <a:latin typeface="Courier New"/>
                <a:cs typeface="Courier New"/>
              </a:rPr>
              <a:t>4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5" dirty="0" smtClean="0">
                <a:latin typeface="Courier New"/>
                <a:cs typeface="Courier New"/>
              </a:rPr>
              <a:t> 4</a:t>
            </a:r>
            <a:r>
              <a:rPr sz="1800" b="1" spc="0" dirty="0" smtClean="0">
                <a:latin typeface="Courier New"/>
                <a:cs typeface="Courier New"/>
              </a:rPr>
              <a:t>.3</a:t>
            </a:r>
            <a:r>
              <a:rPr sz="1800" b="1" spc="-15" dirty="0" smtClean="0">
                <a:latin typeface="Courier New"/>
                <a:cs typeface="Courier New"/>
              </a:rPr>
              <a:t>4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23]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900"/>
              </a:lnSpc>
              <a:spcBef>
                <a:spcPts val="1"/>
              </a:spcBef>
            </a:pPr>
            <a:endParaRPr sz="9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355600" indent="-343535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5600" algn="l"/>
              </a:tabLst>
            </a:pPr>
            <a:r>
              <a:rPr sz="2000" b="1" dirty="0" smtClean="0">
                <a:latin typeface="Arial"/>
                <a:cs typeface="Arial"/>
              </a:rPr>
              <a:t>Strings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are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defined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using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quotes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(</a:t>
            </a:r>
            <a:r>
              <a:rPr sz="2000" b="1" spc="5" dirty="0" smtClean="0">
                <a:latin typeface="Arial"/>
                <a:cs typeface="Arial"/>
              </a:rPr>
              <a:t>“</a:t>
            </a:r>
            <a:r>
              <a:rPr sz="2000" b="1" spc="0" dirty="0" smtClean="0">
                <a:latin typeface="Arial"/>
                <a:cs typeface="Arial"/>
              </a:rPr>
              <a:t>,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‘,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or “““</a:t>
            </a:r>
            <a:r>
              <a:rPr sz="2000" b="1" spc="5" dirty="0" smtClean="0">
                <a:latin typeface="Arial"/>
                <a:cs typeface="Arial"/>
              </a:rPr>
              <a:t>)</a:t>
            </a:r>
            <a:r>
              <a:rPr sz="2000" b="1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8949" y="5899708"/>
            <a:ext cx="4676140" cy="302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970915" algn="l"/>
                <a:tab pos="3295650" algn="l"/>
              </a:tabLst>
            </a:pPr>
            <a:r>
              <a:rPr sz="1800" b="1" dirty="0" smtClean="0">
                <a:solidFill>
                  <a:srgbClr val="008000"/>
                </a:solidFill>
                <a:latin typeface="Courier New"/>
                <a:cs typeface="Courier New"/>
              </a:rPr>
              <a:t>stri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n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g	th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a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t</a:t>
            </a:r>
            <a:r>
              <a:rPr sz="18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uses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tri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p</a:t>
            </a:r>
            <a:r>
              <a:rPr sz="18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l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e	qu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o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tes.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”</a:t>
            </a:r>
            <a:r>
              <a:rPr sz="18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”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”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76249" y="4908950"/>
          <a:ext cx="4421491" cy="10140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5341"/>
                <a:gridCol w="408108"/>
                <a:gridCol w="274382"/>
                <a:gridCol w="3233659"/>
              </a:tblGrid>
              <a:tr h="342392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st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800" b="1" spc="-15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“H</a:t>
                      </a:r>
                      <a:r>
                        <a:rPr sz="1800" b="1" spc="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el</a:t>
                      </a:r>
                      <a:r>
                        <a:rPr sz="1800" b="1" spc="-15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1800" b="1" spc="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800" b="1" spc="-15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Wo</a:t>
                      </a:r>
                      <a:r>
                        <a:rPr sz="1800" b="1" spc="-15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800" b="1" spc="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1800" b="1" spc="-15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800" b="1" spc="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”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29071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st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800" b="1" spc="-15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‘H</a:t>
                      </a:r>
                      <a:r>
                        <a:rPr sz="1800" b="1" spc="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el</a:t>
                      </a:r>
                      <a:r>
                        <a:rPr sz="1800" b="1" spc="-15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1800" b="1" spc="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800" b="1" spc="-15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Wo</a:t>
                      </a:r>
                      <a:r>
                        <a:rPr sz="1800" b="1" spc="-15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800" b="1" spc="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1800" b="1" spc="-15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800" b="1" spc="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42584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st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latin typeface="Courier New"/>
                          <a:cs typeface="Courier New"/>
                        </a:rPr>
                        <a:t>=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800" b="1" spc="-15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““</a:t>
                      </a:r>
                      <a:r>
                        <a:rPr sz="1800" b="1" spc="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“T</a:t>
                      </a:r>
                      <a:r>
                        <a:rPr sz="1800" b="1" spc="-2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h</a:t>
                      </a:r>
                      <a:r>
                        <a:rPr sz="1800" b="1" spc="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is</a:t>
                      </a:r>
                      <a:r>
                        <a:rPr sz="1800" b="1" spc="-15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is</a:t>
                      </a:r>
                      <a:r>
                        <a:rPr sz="1800" b="1" spc="-15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b="1" spc="-3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mu</a:t>
                      </a:r>
                      <a:r>
                        <a:rPr sz="1800" b="1" spc="-2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1800" b="1" spc="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800" b="1" spc="-2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b="1" spc="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-l</a:t>
                      </a:r>
                      <a:r>
                        <a:rPr sz="1800" b="1" spc="-15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b="1" spc="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ne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6965442" y="6366255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28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5454" y="551941"/>
            <a:ext cx="4013835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2299335" algn="l"/>
                <a:tab pos="3746500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Sequence	Ty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p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es	3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278763"/>
            <a:ext cx="7499984" cy="21964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We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can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acc</a:t>
            </a:r>
            <a:r>
              <a:rPr sz="2000" b="1" spc="5" dirty="0" smtClean="0">
                <a:latin typeface="Arial"/>
                <a:cs typeface="Arial"/>
              </a:rPr>
              <a:t>e</a:t>
            </a:r>
            <a:r>
              <a:rPr sz="2000" b="1" spc="0" dirty="0" smtClean="0">
                <a:latin typeface="Arial"/>
                <a:cs typeface="Arial"/>
              </a:rPr>
              <a:t>ss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ind</a:t>
            </a:r>
            <a:r>
              <a:rPr sz="2000" b="1" spc="-15" dirty="0" smtClean="0">
                <a:latin typeface="Arial"/>
                <a:cs typeface="Arial"/>
              </a:rPr>
              <a:t>i</a:t>
            </a:r>
            <a:r>
              <a:rPr sz="2000" b="1" spc="-25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idual</a:t>
            </a:r>
            <a:r>
              <a:rPr sz="2000" b="1" spc="-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me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bers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tuple,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l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st,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or string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ts val="2120"/>
              </a:lnSpc>
            </a:pPr>
            <a:r>
              <a:rPr sz="2000" b="1" dirty="0" smtClean="0">
                <a:latin typeface="Arial"/>
                <a:cs typeface="Arial"/>
              </a:rPr>
              <a:t>us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ng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square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bracket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“arra</a:t>
            </a:r>
            <a:r>
              <a:rPr sz="2000" b="1" spc="-30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” notatio</a:t>
            </a:r>
            <a:r>
              <a:rPr sz="2000" b="1" spc="-10" dirty="0" smtClean="0">
                <a:latin typeface="Arial"/>
                <a:cs typeface="Arial"/>
              </a:rPr>
              <a:t>n</a:t>
            </a:r>
            <a:r>
              <a:rPr sz="2000" b="1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i="1" dirty="0" smtClean="0">
                <a:latin typeface="Arial"/>
                <a:cs typeface="Arial"/>
              </a:rPr>
              <a:t>No</a:t>
            </a:r>
            <a:r>
              <a:rPr sz="2000" b="1" i="1" spc="5" dirty="0" smtClean="0">
                <a:latin typeface="Arial"/>
                <a:cs typeface="Arial"/>
              </a:rPr>
              <a:t>t</a:t>
            </a:r>
            <a:r>
              <a:rPr sz="2000" b="1" i="1" spc="0" dirty="0" smtClean="0">
                <a:latin typeface="Arial"/>
                <a:cs typeface="Arial"/>
              </a:rPr>
              <a:t>e</a:t>
            </a:r>
            <a:r>
              <a:rPr sz="2000" b="1" i="1" spc="-15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latin typeface="Arial"/>
                <a:cs typeface="Arial"/>
              </a:rPr>
              <a:t>that</a:t>
            </a:r>
            <a:r>
              <a:rPr sz="2000" b="1" i="1" spc="-25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latin typeface="Arial"/>
                <a:cs typeface="Arial"/>
              </a:rPr>
              <a:t>all</a:t>
            </a:r>
            <a:r>
              <a:rPr sz="2000" b="1" i="1" spc="-25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latin typeface="Arial"/>
                <a:cs typeface="Arial"/>
              </a:rPr>
              <a:t>are</a:t>
            </a:r>
            <a:r>
              <a:rPr sz="2000" b="1" i="1" spc="-15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latin typeface="Arial"/>
                <a:cs typeface="Arial"/>
              </a:rPr>
              <a:t>0</a:t>
            </a:r>
            <a:r>
              <a:rPr sz="2000" b="1" i="1" spc="-15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latin typeface="Arial"/>
                <a:cs typeface="Arial"/>
              </a:rPr>
              <a:t>based…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700"/>
              </a:lnSpc>
              <a:spcBef>
                <a:spcPts val="15"/>
              </a:spcBef>
            </a:pPr>
            <a:endParaRPr sz="7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t</a:t>
            </a:r>
            <a:r>
              <a:rPr sz="1800" b="1" spc="0" dirty="0" smtClean="0">
                <a:latin typeface="Courier New"/>
                <a:cs typeface="Courier New"/>
              </a:rPr>
              <a:t>u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=</a:t>
            </a:r>
            <a:r>
              <a:rPr sz="1800" b="1" spc="-15" dirty="0" smtClean="0">
                <a:latin typeface="Courier New"/>
                <a:cs typeface="Courier New"/>
              </a:rPr>
              <a:t> (2</a:t>
            </a:r>
            <a:r>
              <a:rPr sz="1800" b="1" spc="0" dirty="0" smtClean="0">
                <a:latin typeface="Courier New"/>
                <a:cs typeface="Courier New"/>
              </a:rPr>
              <a:t>3,</a:t>
            </a:r>
            <a:r>
              <a:rPr sz="1800" b="1" spc="-1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‘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a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bc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’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5" dirty="0" smtClean="0">
                <a:latin typeface="Courier New"/>
                <a:cs typeface="Courier New"/>
              </a:rPr>
              <a:t> 4</a:t>
            </a:r>
            <a:r>
              <a:rPr sz="1800" b="1" spc="0" dirty="0" smtClean="0">
                <a:latin typeface="Courier New"/>
                <a:cs typeface="Courier New"/>
              </a:rPr>
              <a:t>.5</a:t>
            </a:r>
            <a:r>
              <a:rPr sz="1800" b="1" spc="-15" dirty="0" smtClean="0">
                <a:latin typeface="Courier New"/>
                <a:cs typeface="Courier New"/>
              </a:rPr>
              <a:t>6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(2</a:t>
            </a:r>
            <a:r>
              <a:rPr sz="1800" b="1" spc="-15" dirty="0" smtClean="0">
                <a:latin typeface="Courier New"/>
                <a:cs typeface="Courier New"/>
              </a:rPr>
              <a:t>,</a:t>
            </a:r>
            <a:r>
              <a:rPr sz="1800" b="1" spc="0" dirty="0" smtClean="0">
                <a:latin typeface="Courier New"/>
                <a:cs typeface="Courier New"/>
              </a:rPr>
              <a:t>3</a:t>
            </a:r>
            <a:r>
              <a:rPr sz="1800" b="1" spc="-15" dirty="0" smtClean="0">
                <a:latin typeface="Courier New"/>
                <a:cs typeface="Courier New"/>
              </a:rPr>
              <a:t>)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‘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d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e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f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’</a:t>
            </a:r>
            <a:r>
              <a:rPr sz="1800" b="1" spc="0" dirty="0" smtClean="0"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  <a:tabLst>
                <a:tab pos="1923414" algn="l"/>
              </a:tabLst>
            </a:pPr>
            <a:r>
              <a:rPr sz="1800" b="1" spc="-5" dirty="0" smtClean="0">
                <a:solidFill>
                  <a:srgbClr val="660033"/>
                </a:solidFill>
                <a:latin typeface="Courier New"/>
                <a:cs typeface="Courier New"/>
              </a:rPr>
              <a:t>&gt;&gt;</a:t>
            </a:r>
            <a:r>
              <a:rPr sz="1800" b="1" spc="0" dirty="0" smtClean="0">
                <a:solidFill>
                  <a:srgbClr val="660033"/>
                </a:solidFill>
                <a:latin typeface="Courier New"/>
                <a:cs typeface="Courier New"/>
              </a:rPr>
              <a:t>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t</a:t>
            </a:r>
            <a:r>
              <a:rPr sz="1800" b="1" spc="0" dirty="0" smtClean="0">
                <a:latin typeface="Courier New"/>
                <a:cs typeface="Courier New"/>
              </a:rPr>
              <a:t>u[</a:t>
            </a:r>
            <a:r>
              <a:rPr sz="1800" b="1" spc="-20" dirty="0" smtClean="0">
                <a:latin typeface="Courier New"/>
                <a:cs typeface="Courier New"/>
              </a:rPr>
              <a:t>1</a:t>
            </a:r>
            <a:r>
              <a:rPr sz="1800" b="1" spc="0" dirty="0" smtClean="0">
                <a:latin typeface="Courier New"/>
                <a:cs typeface="Courier New"/>
              </a:rPr>
              <a:t>]	#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Se</a:t>
            </a:r>
            <a:r>
              <a:rPr sz="1800" b="1" spc="-20" dirty="0" smtClean="0">
                <a:latin typeface="Courier New"/>
                <a:cs typeface="Courier New"/>
              </a:rPr>
              <a:t>c</a:t>
            </a:r>
            <a:r>
              <a:rPr sz="1800" b="1" spc="0" dirty="0" smtClean="0">
                <a:latin typeface="Courier New"/>
                <a:cs typeface="Courier New"/>
              </a:rPr>
              <a:t>o</a:t>
            </a:r>
            <a:r>
              <a:rPr sz="1800" b="1" spc="-15" dirty="0" smtClean="0">
                <a:latin typeface="Courier New"/>
                <a:cs typeface="Courier New"/>
              </a:rPr>
              <a:t>n</a:t>
            </a:r>
            <a:r>
              <a:rPr sz="1800" b="1" spc="0" dirty="0" smtClean="0">
                <a:latin typeface="Courier New"/>
                <a:cs typeface="Courier New"/>
              </a:rPr>
              <a:t>d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i</a:t>
            </a:r>
            <a:r>
              <a:rPr sz="1800" b="1" spc="-20" dirty="0" smtClean="0">
                <a:latin typeface="Courier New"/>
                <a:cs typeface="Courier New"/>
              </a:rPr>
              <a:t>t</a:t>
            </a:r>
            <a:r>
              <a:rPr sz="1800" b="1" spc="0" dirty="0" smtClean="0">
                <a:latin typeface="Courier New"/>
                <a:cs typeface="Courier New"/>
              </a:rPr>
              <a:t>em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in</a:t>
            </a:r>
            <a:r>
              <a:rPr sz="1800" b="1" spc="-20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th</a:t>
            </a:r>
            <a:r>
              <a:rPr sz="1800" b="1" spc="0" dirty="0" smtClean="0">
                <a:latin typeface="Courier New"/>
                <a:cs typeface="Courier New"/>
              </a:rPr>
              <a:t>e </a:t>
            </a:r>
            <a:r>
              <a:rPr sz="1800" b="1" spc="-20" dirty="0" smtClean="0">
                <a:latin typeface="Courier New"/>
                <a:cs typeface="Courier New"/>
              </a:rPr>
              <a:t>t</a:t>
            </a:r>
            <a:r>
              <a:rPr sz="1800" b="1" spc="0" dirty="0" smtClean="0">
                <a:latin typeface="Courier New"/>
                <a:cs typeface="Courier New"/>
              </a:rPr>
              <a:t>u</a:t>
            </a:r>
            <a:r>
              <a:rPr sz="1800" b="1" spc="-15" dirty="0" smtClean="0">
                <a:latin typeface="Courier New"/>
                <a:cs typeface="Courier New"/>
              </a:rPr>
              <a:t>p</a:t>
            </a:r>
            <a:r>
              <a:rPr sz="1800" b="1" spc="0" dirty="0" smtClean="0">
                <a:latin typeface="Courier New"/>
                <a:cs typeface="Courier New"/>
              </a:rPr>
              <a:t>le.</a:t>
            </a:r>
            <a:endParaRPr sz="1800">
              <a:latin typeface="Courier New"/>
              <a:cs typeface="Courier New"/>
            </a:endParaRPr>
          </a:p>
          <a:p>
            <a:pPr marL="149860">
              <a:lnSpc>
                <a:spcPct val="100000"/>
              </a:lnSpc>
              <a:spcBef>
                <a:spcPts val="219"/>
              </a:spcBef>
            </a:pPr>
            <a:r>
              <a:rPr sz="1800" b="1" dirty="0" smtClean="0">
                <a:solidFill>
                  <a:srgbClr val="0000FF"/>
                </a:solidFill>
                <a:latin typeface="Courier New"/>
                <a:cs typeface="Courier New"/>
              </a:rPr>
              <a:t>‘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a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b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c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’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5454" y="3776217"/>
            <a:ext cx="4122420" cy="9055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l</a:t>
            </a:r>
            <a:r>
              <a:rPr sz="1800" b="1" spc="0" dirty="0" smtClean="0">
                <a:latin typeface="Courier New"/>
                <a:cs typeface="Courier New"/>
              </a:rPr>
              <a:t>i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=</a:t>
            </a:r>
            <a:r>
              <a:rPr sz="1800" b="1" spc="-15" dirty="0" smtClean="0">
                <a:latin typeface="Courier New"/>
                <a:cs typeface="Courier New"/>
              </a:rPr>
              <a:t> [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“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ab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c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”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3</a:t>
            </a:r>
            <a:r>
              <a:rPr sz="1800" b="1" spc="-15" dirty="0" smtClean="0">
                <a:latin typeface="Courier New"/>
                <a:cs typeface="Courier New"/>
              </a:rPr>
              <a:t>4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5" dirty="0" smtClean="0">
                <a:latin typeface="Courier New"/>
                <a:cs typeface="Courier New"/>
              </a:rPr>
              <a:t> 4</a:t>
            </a:r>
            <a:r>
              <a:rPr sz="1800" b="1" spc="0" dirty="0" smtClean="0">
                <a:latin typeface="Courier New"/>
                <a:cs typeface="Courier New"/>
              </a:rPr>
              <a:t>.3</a:t>
            </a:r>
            <a:r>
              <a:rPr sz="1800" b="1" spc="-15" dirty="0" smtClean="0">
                <a:latin typeface="Courier New"/>
                <a:cs typeface="Courier New"/>
              </a:rPr>
              <a:t>4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23]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endParaRPr sz="1800">
              <a:latin typeface="Courier New"/>
              <a:cs typeface="Courier New"/>
            </a:endParaRPr>
          </a:p>
          <a:p>
            <a:pPr marL="149860">
              <a:lnSpc>
                <a:spcPct val="100000"/>
              </a:lnSpc>
              <a:spcBef>
                <a:spcPts val="215"/>
              </a:spcBef>
            </a:pPr>
            <a:r>
              <a:rPr sz="18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34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2544" y="4077970"/>
            <a:ext cx="708025" cy="302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spc="-15" dirty="0" smtClean="0">
                <a:latin typeface="Courier New"/>
                <a:cs typeface="Courier New"/>
              </a:rPr>
              <a:t>l</a:t>
            </a:r>
            <a:r>
              <a:rPr sz="1800" b="1" spc="0" dirty="0" smtClean="0">
                <a:latin typeface="Courier New"/>
                <a:cs typeface="Courier New"/>
              </a:rPr>
              <a:t>i[</a:t>
            </a:r>
            <a:r>
              <a:rPr sz="1800" b="1" spc="-15" dirty="0" smtClean="0">
                <a:latin typeface="Courier New"/>
                <a:cs typeface="Courier New"/>
              </a:rPr>
              <a:t>1</a:t>
            </a:r>
            <a:r>
              <a:rPr sz="1800" b="1" spc="0" dirty="0" smtClean="0">
                <a:latin typeface="Courier New"/>
                <a:cs typeface="Courier New"/>
              </a:rPr>
              <a:t>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13304" y="4077970"/>
            <a:ext cx="3574415" cy="302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#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S</a:t>
            </a:r>
            <a:r>
              <a:rPr sz="1800" b="1" spc="-15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c</a:t>
            </a:r>
            <a:r>
              <a:rPr sz="1800" b="1" spc="-15" dirty="0" smtClean="0">
                <a:latin typeface="Courier New"/>
                <a:cs typeface="Courier New"/>
              </a:rPr>
              <a:t>on</a:t>
            </a:r>
            <a:r>
              <a:rPr sz="1800" b="1" spc="0" dirty="0" smtClean="0">
                <a:latin typeface="Courier New"/>
                <a:cs typeface="Courier New"/>
              </a:rPr>
              <a:t>d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i</a:t>
            </a:r>
            <a:r>
              <a:rPr sz="1800" b="1" spc="0" dirty="0" smtClean="0">
                <a:latin typeface="Courier New"/>
                <a:cs typeface="Courier New"/>
              </a:rPr>
              <a:t>t</a:t>
            </a:r>
            <a:r>
              <a:rPr sz="1800" b="1" spc="-15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m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i</a:t>
            </a:r>
            <a:r>
              <a:rPr sz="1800" b="1" spc="0" dirty="0" smtClean="0">
                <a:latin typeface="Courier New"/>
                <a:cs typeface="Courier New"/>
              </a:rPr>
              <a:t>n</a:t>
            </a:r>
            <a:r>
              <a:rPr sz="1800" b="1" spc="-15" dirty="0" smtClean="0">
                <a:latin typeface="Courier New"/>
                <a:cs typeface="Courier New"/>
              </a:rPr>
              <a:t> t</a:t>
            </a:r>
            <a:r>
              <a:rPr sz="1800" b="1" spc="0" dirty="0" smtClean="0">
                <a:latin typeface="Courier New"/>
                <a:cs typeface="Courier New"/>
              </a:rPr>
              <a:t>he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l</a:t>
            </a:r>
            <a:r>
              <a:rPr sz="1800" b="1" spc="-15" dirty="0" smtClean="0">
                <a:latin typeface="Courier New"/>
                <a:cs typeface="Courier New"/>
              </a:rPr>
              <a:t>i</a:t>
            </a:r>
            <a:r>
              <a:rPr sz="1800" b="1" spc="0" dirty="0" smtClean="0">
                <a:latin typeface="Courier New"/>
                <a:cs typeface="Courier New"/>
              </a:rPr>
              <a:t>st.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5454" y="4983479"/>
            <a:ext cx="3028950" cy="6038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s</a:t>
            </a:r>
            <a:r>
              <a:rPr sz="1800" b="1" spc="0" dirty="0" smtClean="0">
                <a:latin typeface="Courier New"/>
                <a:cs typeface="Courier New"/>
              </a:rPr>
              <a:t>t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=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“H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el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l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o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Wo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r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l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d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”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12544" y="5285232"/>
            <a:ext cx="708025" cy="302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spc="-15" dirty="0" smtClean="0">
                <a:latin typeface="Courier New"/>
                <a:cs typeface="Courier New"/>
              </a:rPr>
              <a:t>s</a:t>
            </a:r>
            <a:r>
              <a:rPr sz="1800" b="1" spc="0" dirty="0" smtClean="0">
                <a:latin typeface="Courier New"/>
                <a:cs typeface="Courier New"/>
              </a:rPr>
              <a:t>t[</a:t>
            </a:r>
            <a:r>
              <a:rPr sz="1800" b="1" spc="-15" dirty="0" smtClean="0">
                <a:latin typeface="Courier New"/>
                <a:cs typeface="Courier New"/>
              </a:rPr>
              <a:t>1</a:t>
            </a:r>
            <a:r>
              <a:rPr sz="1800" b="1" spc="0" dirty="0" smtClean="0">
                <a:latin typeface="Courier New"/>
                <a:cs typeface="Courier New"/>
              </a:rPr>
              <a:t>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03424" y="5285232"/>
            <a:ext cx="3983990" cy="302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#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S</a:t>
            </a:r>
            <a:r>
              <a:rPr sz="1800" b="1" spc="-15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co</a:t>
            </a:r>
            <a:r>
              <a:rPr sz="1800" b="1" spc="-15" dirty="0" smtClean="0">
                <a:latin typeface="Courier New"/>
                <a:cs typeface="Courier New"/>
              </a:rPr>
              <a:t>n</a:t>
            </a:r>
            <a:r>
              <a:rPr sz="1800" b="1" spc="0" dirty="0" smtClean="0">
                <a:latin typeface="Courier New"/>
                <a:cs typeface="Courier New"/>
              </a:rPr>
              <a:t>d</a:t>
            </a:r>
            <a:r>
              <a:rPr sz="1800" b="1" spc="-15" dirty="0" smtClean="0">
                <a:latin typeface="Courier New"/>
                <a:cs typeface="Courier New"/>
              </a:rPr>
              <a:t> c</a:t>
            </a:r>
            <a:r>
              <a:rPr sz="1800" b="1" spc="0" dirty="0" smtClean="0">
                <a:latin typeface="Courier New"/>
                <a:cs typeface="Courier New"/>
              </a:rPr>
              <a:t>ha</a:t>
            </a:r>
            <a:r>
              <a:rPr sz="1800" b="1" spc="-15" dirty="0" smtClean="0">
                <a:latin typeface="Courier New"/>
                <a:cs typeface="Courier New"/>
              </a:rPr>
              <a:t>r</a:t>
            </a:r>
            <a:r>
              <a:rPr sz="1800" b="1" spc="0" dirty="0" smtClean="0">
                <a:latin typeface="Courier New"/>
                <a:cs typeface="Courier New"/>
              </a:rPr>
              <a:t>a</a:t>
            </a:r>
            <a:r>
              <a:rPr sz="1800" b="1" spc="-15" dirty="0" smtClean="0">
                <a:latin typeface="Courier New"/>
                <a:cs typeface="Courier New"/>
              </a:rPr>
              <a:t>c</a:t>
            </a:r>
            <a:r>
              <a:rPr sz="1800" b="1" spc="0" dirty="0" smtClean="0">
                <a:latin typeface="Courier New"/>
                <a:cs typeface="Courier New"/>
              </a:rPr>
              <a:t>ter</a:t>
            </a:r>
            <a:r>
              <a:rPr sz="1800" b="1" spc="-15" dirty="0" smtClean="0">
                <a:latin typeface="Courier New"/>
                <a:cs typeface="Courier New"/>
              </a:rPr>
              <a:t> i</a:t>
            </a:r>
            <a:r>
              <a:rPr sz="1800" b="1" spc="0" dirty="0" smtClean="0">
                <a:latin typeface="Courier New"/>
                <a:cs typeface="Courier New"/>
              </a:rPr>
              <a:t>n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s</a:t>
            </a:r>
            <a:r>
              <a:rPr sz="1800" b="1" spc="-15" dirty="0" smtClean="0">
                <a:latin typeface="Courier New"/>
                <a:cs typeface="Courier New"/>
              </a:rPr>
              <a:t>t</a:t>
            </a:r>
            <a:r>
              <a:rPr sz="1800" b="1" spc="0" dirty="0" smtClean="0">
                <a:latin typeface="Courier New"/>
                <a:cs typeface="Courier New"/>
              </a:rPr>
              <a:t>r</a:t>
            </a:r>
            <a:r>
              <a:rPr sz="1800" b="1" spc="-15" dirty="0" smtClean="0">
                <a:latin typeface="Courier New"/>
                <a:cs typeface="Courier New"/>
              </a:rPr>
              <a:t>i</a:t>
            </a:r>
            <a:r>
              <a:rPr sz="1800" b="1" spc="0" dirty="0" smtClean="0">
                <a:latin typeface="Courier New"/>
                <a:cs typeface="Courier New"/>
              </a:rPr>
              <a:t>ng.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2614" y="5586983"/>
            <a:ext cx="435609" cy="302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0000FF"/>
                </a:solidFill>
                <a:latin typeface="Courier New"/>
                <a:cs typeface="Courier New"/>
              </a:rPr>
              <a:t>‘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e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’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965442" y="6366255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29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5454" y="551941"/>
            <a:ext cx="3630929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2045335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Negative	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i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nd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i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ces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2076577"/>
            <a:ext cx="6172200" cy="30460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t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=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(</a:t>
            </a:r>
            <a:r>
              <a:rPr sz="1800" b="1" spc="-15" dirty="0" smtClean="0">
                <a:latin typeface="Courier New"/>
                <a:cs typeface="Courier New"/>
              </a:rPr>
              <a:t>23</a:t>
            </a:r>
            <a:r>
              <a:rPr sz="1800" b="1" spc="0" dirty="0" smtClean="0">
                <a:latin typeface="Courier New"/>
                <a:cs typeface="Courier New"/>
              </a:rPr>
              <a:t>, </a:t>
            </a:r>
            <a:r>
              <a:rPr sz="18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‘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a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b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c’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5" dirty="0" smtClean="0">
                <a:latin typeface="Courier New"/>
                <a:cs typeface="Courier New"/>
              </a:rPr>
              <a:t> 4.</a:t>
            </a:r>
            <a:r>
              <a:rPr sz="1800" b="1" spc="0" dirty="0" smtClean="0">
                <a:latin typeface="Courier New"/>
                <a:cs typeface="Courier New"/>
              </a:rPr>
              <a:t>56,</a:t>
            </a:r>
            <a:r>
              <a:rPr sz="1800" b="1" spc="-15" dirty="0" smtClean="0">
                <a:latin typeface="Courier New"/>
                <a:cs typeface="Courier New"/>
              </a:rPr>
              <a:t> (</a:t>
            </a:r>
            <a:r>
              <a:rPr sz="1800" b="1" spc="0" dirty="0" smtClean="0">
                <a:latin typeface="Courier New"/>
                <a:cs typeface="Courier New"/>
              </a:rPr>
              <a:t>2,</a:t>
            </a:r>
            <a:r>
              <a:rPr sz="1800" b="1" spc="-15" dirty="0" smtClean="0">
                <a:latin typeface="Courier New"/>
                <a:cs typeface="Courier New"/>
              </a:rPr>
              <a:t>3</a:t>
            </a:r>
            <a:r>
              <a:rPr sz="1800" b="1" spc="0" dirty="0" smtClean="0">
                <a:latin typeface="Courier New"/>
                <a:cs typeface="Courier New"/>
              </a:rPr>
              <a:t>),</a:t>
            </a:r>
            <a:r>
              <a:rPr sz="1800" b="1" spc="-2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‘d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e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f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’</a:t>
            </a:r>
            <a:r>
              <a:rPr sz="1800" b="1" spc="0" dirty="0" smtClean="0"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200"/>
              </a:lnSpc>
              <a:spcBef>
                <a:spcPts val="31"/>
              </a:spcBef>
            </a:pPr>
            <a:endParaRPr sz="1200"/>
          </a:p>
          <a:p>
            <a:pPr marL="12700">
              <a:lnSpc>
                <a:spcPct val="100000"/>
              </a:lnSpc>
            </a:pPr>
            <a:r>
              <a:rPr sz="2000" b="1" dirty="0" smtClean="0">
                <a:solidFill>
                  <a:srgbClr val="C00000"/>
                </a:solidFill>
                <a:latin typeface="Arial"/>
                <a:cs typeface="Arial"/>
              </a:rPr>
              <a:t>Pos</a:t>
            </a:r>
            <a:r>
              <a:rPr sz="2000" b="1" spc="-10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ti</a:t>
            </a:r>
            <a:r>
              <a:rPr sz="2000" b="1" spc="-25" dirty="0" smtClean="0">
                <a:solidFill>
                  <a:srgbClr val="C00000"/>
                </a:solidFill>
                <a:latin typeface="Arial"/>
                <a:cs typeface="Arial"/>
              </a:rPr>
              <a:t>v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e </a:t>
            </a:r>
            <a:r>
              <a:rPr sz="2000" b="1" spc="-10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ndex: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count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from</a:t>
            </a:r>
            <a:r>
              <a:rPr sz="2000" b="1" spc="-3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left,</a:t>
            </a:r>
            <a:r>
              <a:rPr sz="2000" b="1" spc="-3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starting</a:t>
            </a:r>
            <a:r>
              <a:rPr sz="2000" b="1" spc="-5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20" dirty="0" smtClean="0">
                <a:solidFill>
                  <a:srgbClr val="C00000"/>
                </a:solidFill>
                <a:latin typeface="Arial"/>
                <a:cs typeface="Arial"/>
              </a:rPr>
              <a:t>w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h</a:t>
            </a:r>
            <a:r>
              <a:rPr sz="2000" b="1" spc="-4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0.</a:t>
            </a:r>
            <a:endParaRPr sz="2000">
              <a:latin typeface="Arial"/>
              <a:cs typeface="Arial"/>
            </a:endParaRPr>
          </a:p>
          <a:p>
            <a:pPr marL="1840864">
              <a:lnSpc>
                <a:spcPct val="100000"/>
              </a:lnSpc>
              <a:spcBef>
                <a:spcPts val="275"/>
              </a:spcBef>
            </a:pPr>
            <a:r>
              <a:rPr sz="1800" b="1" dirty="0" smtClean="0">
                <a:solidFill>
                  <a:srgbClr val="C00000"/>
                </a:solidFill>
                <a:latin typeface="Courier New"/>
                <a:cs typeface="Courier New"/>
              </a:rPr>
              <a:t>&gt;&gt;&gt;</a:t>
            </a:r>
            <a:r>
              <a:rPr sz="1800" b="1" spc="-5" dirty="0" smtClean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C00000"/>
                </a:solidFill>
                <a:latin typeface="Courier New"/>
                <a:cs typeface="Courier New"/>
              </a:rPr>
              <a:t>t</a:t>
            </a:r>
            <a:r>
              <a:rPr sz="1800" b="1" spc="0" dirty="0" smtClean="0">
                <a:solidFill>
                  <a:srgbClr val="C00000"/>
                </a:solidFill>
                <a:latin typeface="Courier New"/>
                <a:cs typeface="Courier New"/>
              </a:rPr>
              <a:t>[1]</a:t>
            </a:r>
            <a:endParaRPr sz="1800">
              <a:latin typeface="Courier New"/>
              <a:cs typeface="Courier New"/>
            </a:endParaRPr>
          </a:p>
          <a:p>
            <a:pPr marL="1840864">
              <a:lnSpc>
                <a:spcPct val="100000"/>
              </a:lnSpc>
              <a:spcBef>
                <a:spcPts val="430"/>
              </a:spcBef>
            </a:pPr>
            <a:r>
              <a:rPr sz="1800" b="1" dirty="0" smtClean="0">
                <a:solidFill>
                  <a:srgbClr val="C00000"/>
                </a:solidFill>
                <a:latin typeface="Courier New"/>
                <a:cs typeface="Courier New"/>
              </a:rPr>
              <a:t>‘a</a:t>
            </a:r>
            <a:r>
              <a:rPr sz="1800" b="1" spc="-15" dirty="0" smtClean="0">
                <a:solidFill>
                  <a:srgbClr val="C00000"/>
                </a:solidFill>
                <a:latin typeface="Courier New"/>
                <a:cs typeface="Courier New"/>
              </a:rPr>
              <a:t>b</a:t>
            </a:r>
            <a:r>
              <a:rPr sz="1800" b="1" spc="0" dirty="0" smtClean="0">
                <a:solidFill>
                  <a:srgbClr val="C00000"/>
                </a:solidFill>
                <a:latin typeface="Courier New"/>
                <a:cs typeface="Courier New"/>
              </a:rPr>
              <a:t>c’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300"/>
              </a:lnSpc>
              <a:spcBef>
                <a:spcPts val="87"/>
              </a:spcBef>
            </a:pPr>
            <a:endParaRPr sz="1300"/>
          </a:p>
          <a:p>
            <a:pPr marL="12700">
              <a:lnSpc>
                <a:spcPct val="100000"/>
              </a:lnSpc>
            </a:pPr>
            <a:r>
              <a:rPr sz="2000" b="1" dirty="0" smtClean="0">
                <a:latin typeface="Arial"/>
                <a:cs typeface="Arial"/>
              </a:rPr>
              <a:t>Negati</a:t>
            </a:r>
            <a:r>
              <a:rPr sz="2000" b="1" spc="-25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e 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ookup: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count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from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right,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starting</a:t>
            </a:r>
            <a:r>
              <a:rPr sz="2000" b="1" spc="-50" dirty="0" smtClean="0">
                <a:latin typeface="Arial"/>
                <a:cs typeface="Arial"/>
              </a:rPr>
              <a:t> </a:t>
            </a:r>
            <a:r>
              <a:rPr sz="2000" b="1" spc="2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i</a:t>
            </a:r>
            <a:r>
              <a:rPr sz="2000" b="1" spc="-1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h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–1.</a:t>
            </a:r>
            <a:endParaRPr sz="2000">
              <a:latin typeface="Arial"/>
              <a:cs typeface="Arial"/>
            </a:endParaRPr>
          </a:p>
          <a:p>
            <a:pPr marL="1840864">
              <a:lnSpc>
                <a:spcPct val="100000"/>
              </a:lnSpc>
              <a:spcBef>
                <a:spcPts val="405"/>
              </a:spcBef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t</a:t>
            </a:r>
            <a:r>
              <a:rPr sz="1800" b="1" spc="-5" dirty="0" smtClean="0">
                <a:latin typeface="Courier New"/>
                <a:cs typeface="Courier New"/>
              </a:rPr>
              <a:t>[-</a:t>
            </a:r>
            <a:r>
              <a:rPr sz="1800" b="1" spc="-15" dirty="0" smtClean="0">
                <a:latin typeface="Courier New"/>
                <a:cs typeface="Courier New"/>
              </a:rPr>
              <a:t>3</a:t>
            </a:r>
            <a:r>
              <a:rPr sz="1800" b="1" spc="0" dirty="0" smtClean="0">
                <a:latin typeface="Courier New"/>
                <a:cs typeface="Courier New"/>
              </a:rPr>
              <a:t>]</a:t>
            </a:r>
            <a:endParaRPr sz="1800">
              <a:latin typeface="Courier New"/>
              <a:cs typeface="Courier New"/>
            </a:endParaRPr>
          </a:p>
          <a:p>
            <a:pPr marL="1840864">
              <a:lnSpc>
                <a:spcPct val="100000"/>
              </a:lnSpc>
              <a:spcBef>
                <a:spcPts val="430"/>
              </a:spcBef>
            </a:pPr>
            <a:r>
              <a:rPr sz="1800" b="1" dirty="0" smtClean="0">
                <a:solidFill>
                  <a:srgbClr val="0000FF"/>
                </a:solidFill>
                <a:latin typeface="Courier New"/>
                <a:cs typeface="Courier New"/>
              </a:rPr>
              <a:t>4.56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965442" y="6366255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30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782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800" b="1" spc="-15" dirty="0" smtClean="0">
                <a:solidFill>
                  <a:srgbClr val="000066"/>
                </a:solidFill>
                <a:latin typeface="Arial"/>
                <a:cs typeface="Arial"/>
              </a:rPr>
              <a:t>Slic</a:t>
            </a:r>
            <a:r>
              <a:rPr sz="2800" b="1" spc="-5" dirty="0" smtClean="0">
                <a:solidFill>
                  <a:srgbClr val="000066"/>
                </a:solidFill>
                <a:latin typeface="Arial"/>
                <a:cs typeface="Arial"/>
              </a:rPr>
              <a:t>i</a:t>
            </a:r>
            <a:r>
              <a:rPr sz="2800" b="1" spc="-20" dirty="0" smtClean="0">
                <a:solidFill>
                  <a:srgbClr val="000066"/>
                </a:solidFill>
                <a:latin typeface="Arial"/>
                <a:cs typeface="Arial"/>
              </a:rPr>
              <a:t>n</a:t>
            </a:r>
            <a:r>
              <a:rPr sz="2800" b="1" spc="-30" dirty="0" smtClean="0">
                <a:solidFill>
                  <a:srgbClr val="000066"/>
                </a:solidFill>
                <a:latin typeface="Arial"/>
                <a:cs typeface="Arial"/>
              </a:rPr>
              <a:t>g</a:t>
            </a:r>
            <a:r>
              <a:rPr sz="2800" b="1" spc="-10" dirty="0" smtClean="0">
                <a:solidFill>
                  <a:srgbClr val="000066"/>
                </a:solidFill>
                <a:latin typeface="Arial"/>
                <a:cs typeface="Arial"/>
              </a:rPr>
              <a:t>:</a:t>
            </a:r>
            <a:r>
              <a:rPr sz="2800" b="1" spc="-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2800" b="1" spc="-25" dirty="0" smtClean="0">
                <a:solidFill>
                  <a:srgbClr val="000066"/>
                </a:solidFill>
                <a:latin typeface="Arial"/>
                <a:cs typeface="Arial"/>
              </a:rPr>
              <a:t>R</a:t>
            </a:r>
            <a:r>
              <a:rPr sz="2800" b="1" spc="-15" dirty="0" smtClean="0">
                <a:solidFill>
                  <a:srgbClr val="000066"/>
                </a:solidFill>
                <a:latin typeface="Arial"/>
                <a:cs typeface="Arial"/>
              </a:rPr>
              <a:t>eturn</a:t>
            </a:r>
            <a:r>
              <a:rPr sz="2800" b="1" spc="20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2800" b="1" spc="-20" dirty="0" smtClean="0">
                <a:solidFill>
                  <a:srgbClr val="000066"/>
                </a:solidFill>
                <a:latin typeface="Arial"/>
                <a:cs typeface="Arial"/>
              </a:rPr>
              <a:t>Co</a:t>
            </a:r>
            <a:r>
              <a:rPr sz="2800" b="1" spc="-35" dirty="0" smtClean="0">
                <a:solidFill>
                  <a:srgbClr val="000066"/>
                </a:solidFill>
                <a:latin typeface="Arial"/>
                <a:cs typeface="Arial"/>
              </a:rPr>
              <a:t>p</a:t>
            </a:r>
            <a:r>
              <a:rPr sz="2800" b="1" spc="-20" dirty="0" smtClean="0">
                <a:solidFill>
                  <a:srgbClr val="000066"/>
                </a:solidFill>
                <a:latin typeface="Arial"/>
                <a:cs typeface="Arial"/>
              </a:rPr>
              <a:t>y</a:t>
            </a:r>
            <a:r>
              <a:rPr sz="2800" b="1" spc="2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2800" b="1" spc="-15" dirty="0" smtClean="0">
                <a:solidFill>
                  <a:srgbClr val="000066"/>
                </a:solidFill>
                <a:latin typeface="Arial"/>
                <a:cs typeface="Arial"/>
              </a:rPr>
              <a:t>of</a:t>
            </a:r>
            <a:r>
              <a:rPr sz="2800" b="1" spc="-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2800" b="1" spc="-20" dirty="0" smtClean="0">
                <a:solidFill>
                  <a:srgbClr val="000066"/>
                </a:solidFill>
                <a:latin typeface="Arial"/>
                <a:cs typeface="Arial"/>
              </a:rPr>
              <a:t>a Su</a:t>
            </a:r>
            <a:r>
              <a:rPr sz="2800" b="1" spc="-35" dirty="0" smtClean="0">
                <a:solidFill>
                  <a:srgbClr val="000066"/>
                </a:solidFill>
                <a:latin typeface="Arial"/>
                <a:cs typeface="Arial"/>
              </a:rPr>
              <a:t>b</a:t>
            </a:r>
            <a:r>
              <a:rPr sz="2800" b="1" spc="-20" dirty="0" smtClean="0">
                <a:solidFill>
                  <a:srgbClr val="000066"/>
                </a:solidFill>
                <a:latin typeface="Arial"/>
                <a:cs typeface="Arial"/>
              </a:rPr>
              <a:t>s</a:t>
            </a:r>
            <a:r>
              <a:rPr sz="2800" b="1" spc="-15" dirty="0" smtClean="0">
                <a:solidFill>
                  <a:srgbClr val="000066"/>
                </a:solidFill>
                <a:latin typeface="Arial"/>
                <a:cs typeface="Arial"/>
              </a:rPr>
              <a:t>e</a:t>
            </a:r>
            <a:r>
              <a:rPr sz="2800" b="1" spc="-10" dirty="0" smtClean="0">
                <a:solidFill>
                  <a:srgbClr val="000066"/>
                </a:solidFill>
                <a:latin typeface="Arial"/>
                <a:cs typeface="Arial"/>
              </a:rPr>
              <a:t>t</a:t>
            </a:r>
            <a:r>
              <a:rPr sz="2800" b="1" spc="2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2800" b="1" spc="-20" dirty="0" smtClean="0">
                <a:solidFill>
                  <a:srgbClr val="000066"/>
                </a:solidFill>
                <a:latin typeface="Arial"/>
                <a:cs typeface="Arial"/>
              </a:rPr>
              <a:t>1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901316"/>
            <a:ext cx="7251065" cy="45732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t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=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(</a:t>
            </a:r>
            <a:r>
              <a:rPr sz="1800" b="1" spc="-15" dirty="0" smtClean="0">
                <a:latin typeface="Courier New"/>
                <a:cs typeface="Courier New"/>
              </a:rPr>
              <a:t>23</a:t>
            </a:r>
            <a:r>
              <a:rPr sz="1800" b="1" spc="0" dirty="0" smtClean="0">
                <a:latin typeface="Courier New"/>
                <a:cs typeface="Courier New"/>
              </a:rPr>
              <a:t>, </a:t>
            </a:r>
            <a:r>
              <a:rPr sz="18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‘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a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b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c’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5" dirty="0" smtClean="0">
                <a:latin typeface="Courier New"/>
                <a:cs typeface="Courier New"/>
              </a:rPr>
              <a:t> 4.</a:t>
            </a:r>
            <a:r>
              <a:rPr sz="1800" b="1" spc="0" dirty="0" smtClean="0">
                <a:latin typeface="Courier New"/>
                <a:cs typeface="Courier New"/>
              </a:rPr>
              <a:t>56,</a:t>
            </a:r>
            <a:r>
              <a:rPr sz="1800" b="1" spc="-15" dirty="0" smtClean="0">
                <a:latin typeface="Courier New"/>
                <a:cs typeface="Courier New"/>
              </a:rPr>
              <a:t> (</a:t>
            </a:r>
            <a:r>
              <a:rPr sz="1800" b="1" spc="0" dirty="0" smtClean="0">
                <a:latin typeface="Courier New"/>
                <a:cs typeface="Courier New"/>
              </a:rPr>
              <a:t>2,</a:t>
            </a:r>
            <a:r>
              <a:rPr sz="1800" b="1" spc="-15" dirty="0" smtClean="0">
                <a:latin typeface="Courier New"/>
                <a:cs typeface="Courier New"/>
              </a:rPr>
              <a:t>3</a:t>
            </a:r>
            <a:r>
              <a:rPr sz="1800" b="1" spc="0" dirty="0" smtClean="0">
                <a:latin typeface="Courier New"/>
                <a:cs typeface="Courier New"/>
              </a:rPr>
              <a:t>),</a:t>
            </a:r>
            <a:r>
              <a:rPr sz="1800" b="1" spc="-2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‘d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e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f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’</a:t>
            </a:r>
            <a:r>
              <a:rPr sz="1800" b="1" spc="0" dirty="0" smtClean="0"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950"/>
              </a:lnSpc>
              <a:spcBef>
                <a:spcPts val="3"/>
              </a:spcBef>
            </a:pPr>
            <a:endParaRPr sz="95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12700" marR="12700">
              <a:lnSpc>
                <a:spcPct val="90100"/>
              </a:lnSpc>
              <a:tabLst>
                <a:tab pos="1351280" algn="l"/>
              </a:tabLst>
            </a:pPr>
            <a:r>
              <a:rPr sz="2000" b="1" dirty="0" smtClean="0">
                <a:latin typeface="Arial"/>
                <a:cs typeface="Arial"/>
              </a:rPr>
              <a:t>Return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 copy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cont</a:t>
            </a:r>
            <a:r>
              <a:rPr sz="2000" b="1" spc="5" dirty="0" smtClean="0">
                <a:latin typeface="Arial"/>
                <a:cs typeface="Arial"/>
              </a:rPr>
              <a:t>a</a:t>
            </a:r>
            <a:r>
              <a:rPr sz="2000" b="1" spc="0" dirty="0" smtClean="0">
                <a:latin typeface="Arial"/>
                <a:cs typeface="Arial"/>
              </a:rPr>
              <a:t>iner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2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i</a:t>
            </a:r>
            <a:r>
              <a:rPr sz="2000" b="1" spc="-1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h</a:t>
            </a:r>
            <a:r>
              <a:rPr sz="2000" b="1" spc="-4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 subset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orig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nal me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bers.	</a:t>
            </a:r>
            <a:r>
              <a:rPr sz="2000" b="1" spc="-10" dirty="0" smtClean="0">
                <a:latin typeface="Arial"/>
                <a:cs typeface="Arial"/>
              </a:rPr>
              <a:t>S</a:t>
            </a:r>
            <a:r>
              <a:rPr sz="2000" b="1" spc="0" dirty="0" smtClean="0">
                <a:latin typeface="Arial"/>
                <a:cs typeface="Arial"/>
              </a:rPr>
              <a:t>tart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cop</a:t>
            </a:r>
            <a:r>
              <a:rPr sz="2000" b="1" spc="-35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ing</a:t>
            </a:r>
            <a:r>
              <a:rPr sz="2000" b="1" spc="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at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first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index,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and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stop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cop</a:t>
            </a:r>
            <a:r>
              <a:rPr sz="2000" b="1" spc="-35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ing </a:t>
            </a:r>
            <a:r>
              <a:rPr sz="2000" b="1" i="1" u="heavy" spc="0" dirty="0" smtClean="0">
                <a:solidFill>
                  <a:srgbClr val="0000FF"/>
                </a:solidFill>
                <a:latin typeface="Arial"/>
                <a:cs typeface="Arial"/>
              </a:rPr>
              <a:t>before</a:t>
            </a:r>
            <a:r>
              <a:rPr sz="2000" b="1" i="1" spc="-25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second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index.</a:t>
            </a:r>
            <a:endParaRPr sz="2000">
              <a:latin typeface="Arial"/>
              <a:cs typeface="Arial"/>
            </a:endParaRPr>
          </a:p>
          <a:p>
            <a:pPr marL="1840864">
              <a:lnSpc>
                <a:spcPct val="100000"/>
              </a:lnSpc>
              <a:spcBef>
                <a:spcPts val="114"/>
              </a:spcBef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t</a:t>
            </a:r>
            <a:r>
              <a:rPr sz="1800" b="1" spc="0" dirty="0" smtClean="0">
                <a:latin typeface="Courier New"/>
                <a:cs typeface="Courier New"/>
              </a:rPr>
              <a:t>[1</a:t>
            </a:r>
            <a:r>
              <a:rPr sz="1800" b="1" spc="-15" dirty="0" smtClean="0">
                <a:latin typeface="Courier New"/>
                <a:cs typeface="Courier New"/>
              </a:rPr>
              <a:t>:</a:t>
            </a:r>
            <a:r>
              <a:rPr sz="1800" b="1" spc="0" dirty="0" smtClean="0">
                <a:latin typeface="Courier New"/>
                <a:cs typeface="Courier New"/>
              </a:rPr>
              <a:t>4]</a:t>
            </a:r>
            <a:endParaRPr sz="1800">
              <a:latin typeface="Courier New"/>
              <a:cs typeface="Courier New"/>
            </a:endParaRPr>
          </a:p>
          <a:p>
            <a:pPr marL="1840864">
              <a:lnSpc>
                <a:spcPct val="100000"/>
              </a:lnSpc>
              <a:spcBef>
                <a:spcPts val="215"/>
              </a:spcBef>
            </a:pPr>
            <a:r>
              <a:rPr sz="1800" b="1" dirty="0" smtClean="0">
                <a:solidFill>
                  <a:srgbClr val="0000FF"/>
                </a:solidFill>
                <a:latin typeface="Courier New"/>
                <a:cs typeface="Courier New"/>
              </a:rPr>
              <a:t>(‘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a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b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c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’,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4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.5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6,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(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2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,3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)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700"/>
              </a:lnSpc>
              <a:spcBef>
                <a:spcPts val="16"/>
              </a:spcBef>
            </a:pPr>
            <a:endParaRPr sz="7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12700">
              <a:lnSpc>
                <a:spcPct val="100000"/>
              </a:lnSpc>
            </a:pPr>
            <a:r>
              <a:rPr sz="2000" b="1" spc="-10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ou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can</a:t>
            </a:r>
            <a:r>
              <a:rPr sz="2000" b="1" spc="-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also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use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negati</a:t>
            </a:r>
            <a:r>
              <a:rPr sz="2000" b="1" spc="-30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e </a:t>
            </a:r>
            <a:r>
              <a:rPr sz="2000" b="1" spc="-15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nd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ces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3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hen</a:t>
            </a:r>
            <a:r>
              <a:rPr sz="2000" b="1" spc="-4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sl</a:t>
            </a:r>
            <a:r>
              <a:rPr sz="2000" b="1" spc="-15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ci</a:t>
            </a:r>
            <a:r>
              <a:rPr sz="2000" b="1" spc="-10" dirty="0" smtClean="0">
                <a:latin typeface="Arial"/>
                <a:cs typeface="Arial"/>
              </a:rPr>
              <a:t>n</a:t>
            </a:r>
            <a:r>
              <a:rPr sz="2000" b="1" spc="0" dirty="0" smtClean="0">
                <a:latin typeface="Arial"/>
                <a:cs typeface="Arial"/>
              </a:rPr>
              <a:t>g.</a:t>
            </a:r>
            <a:endParaRPr sz="2000">
              <a:latin typeface="Arial"/>
              <a:cs typeface="Arial"/>
            </a:endParaRPr>
          </a:p>
          <a:p>
            <a:pPr marL="1840864">
              <a:lnSpc>
                <a:spcPct val="100000"/>
              </a:lnSpc>
              <a:spcBef>
                <a:spcPts val="114"/>
              </a:spcBef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t</a:t>
            </a:r>
            <a:r>
              <a:rPr sz="1800" b="1" spc="0" dirty="0" smtClean="0">
                <a:latin typeface="Courier New"/>
                <a:cs typeface="Courier New"/>
              </a:rPr>
              <a:t>[1</a:t>
            </a:r>
            <a:r>
              <a:rPr sz="1800" b="1" spc="-15" dirty="0" smtClean="0">
                <a:latin typeface="Courier New"/>
                <a:cs typeface="Courier New"/>
              </a:rPr>
              <a:t>:</a:t>
            </a:r>
            <a:r>
              <a:rPr sz="1800" b="1" spc="-5" dirty="0" smtClean="0">
                <a:latin typeface="Courier New"/>
                <a:cs typeface="Courier New"/>
              </a:rPr>
              <a:t>-</a:t>
            </a:r>
            <a:r>
              <a:rPr sz="1800" b="1" spc="-15" dirty="0" smtClean="0">
                <a:latin typeface="Courier New"/>
                <a:cs typeface="Courier New"/>
              </a:rPr>
              <a:t>1]</a:t>
            </a:r>
            <a:endParaRPr sz="1800">
              <a:latin typeface="Courier New"/>
              <a:cs typeface="Courier New"/>
            </a:endParaRPr>
          </a:p>
          <a:p>
            <a:pPr marL="1840864">
              <a:lnSpc>
                <a:spcPct val="100000"/>
              </a:lnSpc>
              <a:spcBef>
                <a:spcPts val="215"/>
              </a:spcBef>
            </a:pPr>
            <a:r>
              <a:rPr sz="1800" b="1" dirty="0" smtClean="0">
                <a:solidFill>
                  <a:srgbClr val="0000FF"/>
                </a:solidFill>
                <a:latin typeface="Courier New"/>
                <a:cs typeface="Courier New"/>
              </a:rPr>
              <a:t>(‘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a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b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c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’,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4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.5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6,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(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2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,3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)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700"/>
              </a:lnSpc>
              <a:spcBef>
                <a:spcPts val="15"/>
              </a:spcBef>
            </a:pPr>
            <a:endParaRPr sz="7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12700">
              <a:lnSpc>
                <a:spcPct val="100000"/>
              </a:lnSpc>
            </a:pPr>
            <a:r>
              <a:rPr sz="2000" b="1" dirty="0" smtClean="0">
                <a:latin typeface="Arial"/>
                <a:cs typeface="Arial"/>
              </a:rPr>
              <a:t>Opti</a:t>
            </a:r>
            <a:r>
              <a:rPr sz="2000" b="1" spc="-10" dirty="0" smtClean="0">
                <a:latin typeface="Arial"/>
                <a:cs typeface="Arial"/>
              </a:rPr>
              <a:t>o</a:t>
            </a:r>
            <a:r>
              <a:rPr sz="2000" b="1" spc="0" dirty="0" smtClean="0">
                <a:latin typeface="Arial"/>
                <a:cs typeface="Arial"/>
              </a:rPr>
              <a:t>nal</a:t>
            </a:r>
            <a:r>
              <a:rPr sz="2000" b="1" spc="-4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argu</a:t>
            </a:r>
            <a:r>
              <a:rPr sz="2000" b="1" spc="-15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ent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al</a:t>
            </a:r>
            <a:r>
              <a:rPr sz="2000" b="1" spc="-15" dirty="0" smtClean="0">
                <a:latin typeface="Arial"/>
                <a:cs typeface="Arial"/>
              </a:rPr>
              <a:t>lo</a:t>
            </a:r>
            <a:r>
              <a:rPr sz="2000" b="1" spc="3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s</a:t>
            </a:r>
            <a:r>
              <a:rPr sz="2000" b="1" spc="-5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selecti</a:t>
            </a:r>
            <a:r>
              <a:rPr sz="2000" b="1" spc="-10" dirty="0" smtClean="0">
                <a:latin typeface="Arial"/>
                <a:cs typeface="Arial"/>
              </a:rPr>
              <a:t>o</a:t>
            </a:r>
            <a:r>
              <a:rPr sz="2000" b="1" spc="0" dirty="0" smtClean="0">
                <a:latin typeface="Arial"/>
                <a:cs typeface="Arial"/>
              </a:rPr>
              <a:t>n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e</a:t>
            </a:r>
            <a:r>
              <a:rPr sz="2000" b="1" spc="-25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ery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10" dirty="0" smtClean="0">
                <a:latin typeface="Arial"/>
                <a:cs typeface="Arial"/>
              </a:rPr>
              <a:t>n</a:t>
            </a:r>
            <a:r>
              <a:rPr sz="1950" b="1" spc="15" baseline="25641" dirty="0" smtClean="0">
                <a:latin typeface="Arial"/>
                <a:cs typeface="Arial"/>
              </a:rPr>
              <a:t>th </a:t>
            </a:r>
            <a:r>
              <a:rPr sz="1950" b="1" spc="-254" baseline="25641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ite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1840864">
              <a:lnSpc>
                <a:spcPct val="100000"/>
              </a:lnSpc>
              <a:spcBef>
                <a:spcPts val="114"/>
              </a:spcBef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t</a:t>
            </a:r>
            <a:r>
              <a:rPr sz="1800" b="1" spc="0" dirty="0" smtClean="0">
                <a:latin typeface="Courier New"/>
                <a:cs typeface="Courier New"/>
              </a:rPr>
              <a:t>[1</a:t>
            </a:r>
            <a:r>
              <a:rPr sz="1800" b="1" spc="-15" dirty="0" smtClean="0">
                <a:latin typeface="Courier New"/>
                <a:cs typeface="Courier New"/>
              </a:rPr>
              <a:t>:</a:t>
            </a:r>
            <a:r>
              <a:rPr sz="1800" b="1" spc="-5" dirty="0" smtClean="0">
                <a:latin typeface="Courier New"/>
                <a:cs typeface="Courier New"/>
              </a:rPr>
              <a:t>-</a:t>
            </a:r>
            <a:r>
              <a:rPr sz="1800" b="1" spc="-15" dirty="0" smtClean="0">
                <a:latin typeface="Courier New"/>
                <a:cs typeface="Courier New"/>
              </a:rPr>
              <a:t>1:</a:t>
            </a:r>
            <a:r>
              <a:rPr sz="1800" b="1" spc="0" dirty="0" smtClean="0">
                <a:latin typeface="Courier New"/>
                <a:cs typeface="Courier New"/>
              </a:rPr>
              <a:t>2]</a:t>
            </a:r>
            <a:endParaRPr sz="1800">
              <a:latin typeface="Courier New"/>
              <a:cs typeface="Courier New"/>
            </a:endParaRPr>
          </a:p>
          <a:p>
            <a:pPr marL="1840864">
              <a:lnSpc>
                <a:spcPct val="100000"/>
              </a:lnSpc>
              <a:spcBef>
                <a:spcPts val="215"/>
              </a:spcBef>
            </a:pPr>
            <a:r>
              <a:rPr sz="1800" b="1" dirty="0" smtClean="0">
                <a:solidFill>
                  <a:srgbClr val="0000FF"/>
                </a:solidFill>
                <a:latin typeface="Courier New"/>
                <a:cs typeface="Courier New"/>
              </a:rPr>
              <a:t>(‘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a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b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c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’,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(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2,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3))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965442" y="6366255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31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782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800" b="1" spc="-15" dirty="0" smtClean="0">
                <a:solidFill>
                  <a:srgbClr val="C00000"/>
                </a:solidFill>
                <a:latin typeface="Arial"/>
                <a:cs typeface="Arial"/>
              </a:rPr>
              <a:t>Slic</a:t>
            </a:r>
            <a:r>
              <a:rPr sz="2800" b="1" spc="-5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800" b="1" spc="-20" dirty="0" smtClean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800" b="1" spc="-30" dirty="0" smtClean="0">
                <a:solidFill>
                  <a:srgbClr val="C00000"/>
                </a:solidFill>
                <a:latin typeface="Arial"/>
                <a:cs typeface="Arial"/>
              </a:rPr>
              <a:t>g</a:t>
            </a:r>
            <a:r>
              <a:rPr sz="2800" b="1" spc="-10" dirty="0" smtClean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2800" b="1" spc="-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25" dirty="0" smtClean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800" b="1" spc="-15" dirty="0" smtClean="0">
                <a:solidFill>
                  <a:srgbClr val="C00000"/>
                </a:solidFill>
                <a:latin typeface="Arial"/>
                <a:cs typeface="Arial"/>
              </a:rPr>
              <a:t>eturn</a:t>
            </a:r>
            <a:r>
              <a:rPr sz="2800" b="1" spc="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20" dirty="0" smtClean="0">
                <a:solidFill>
                  <a:srgbClr val="C00000"/>
                </a:solidFill>
                <a:latin typeface="Arial"/>
                <a:cs typeface="Arial"/>
              </a:rPr>
              <a:t>Co</a:t>
            </a:r>
            <a:r>
              <a:rPr sz="2800" b="1" spc="-35" dirty="0" smtClean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2800" b="1" spc="-20" dirty="0" smtClean="0">
                <a:solidFill>
                  <a:srgbClr val="C00000"/>
                </a:solidFill>
                <a:latin typeface="Arial"/>
                <a:cs typeface="Arial"/>
              </a:rPr>
              <a:t>y</a:t>
            </a:r>
            <a:r>
              <a:rPr sz="2800" b="1" spc="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15" dirty="0" smtClean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2800" b="1" spc="-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20" dirty="0" smtClean="0">
                <a:solidFill>
                  <a:srgbClr val="C00000"/>
                </a:solidFill>
                <a:latin typeface="Arial"/>
                <a:cs typeface="Arial"/>
              </a:rPr>
              <a:t>a Su</a:t>
            </a:r>
            <a:r>
              <a:rPr sz="2800" b="1" spc="-35" dirty="0" smtClean="0">
                <a:solidFill>
                  <a:srgbClr val="C00000"/>
                </a:solidFill>
                <a:latin typeface="Arial"/>
                <a:cs typeface="Arial"/>
              </a:rPr>
              <a:t>b</a:t>
            </a:r>
            <a:r>
              <a:rPr sz="2800" b="1" spc="-20" dirty="0" smtClean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800" b="1" spc="-15" dirty="0" smtClean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800" b="1" spc="-10" dirty="0" smtClean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800" b="1" spc="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20" dirty="0" smtClean="0">
                <a:solidFill>
                  <a:srgbClr val="C00000"/>
                </a:solidFill>
                <a:latin typeface="Arial"/>
                <a:cs typeface="Arial"/>
              </a:rPr>
              <a:t>2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980565"/>
            <a:ext cx="7604759" cy="333247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t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=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(</a:t>
            </a:r>
            <a:r>
              <a:rPr sz="1800" b="1" spc="-15" dirty="0" smtClean="0">
                <a:latin typeface="Courier New"/>
                <a:cs typeface="Courier New"/>
              </a:rPr>
              <a:t>23</a:t>
            </a:r>
            <a:r>
              <a:rPr sz="1800" b="1" spc="0" dirty="0" smtClean="0">
                <a:latin typeface="Courier New"/>
                <a:cs typeface="Courier New"/>
              </a:rPr>
              <a:t>, </a:t>
            </a:r>
            <a:r>
              <a:rPr sz="18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‘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a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b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c’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5" dirty="0" smtClean="0">
                <a:latin typeface="Courier New"/>
                <a:cs typeface="Courier New"/>
              </a:rPr>
              <a:t> 4.</a:t>
            </a:r>
            <a:r>
              <a:rPr sz="1800" b="1" spc="0" dirty="0" smtClean="0">
                <a:latin typeface="Courier New"/>
                <a:cs typeface="Courier New"/>
              </a:rPr>
              <a:t>56,</a:t>
            </a:r>
            <a:r>
              <a:rPr sz="1800" b="1" spc="-15" dirty="0" smtClean="0">
                <a:latin typeface="Courier New"/>
                <a:cs typeface="Courier New"/>
              </a:rPr>
              <a:t> (</a:t>
            </a:r>
            <a:r>
              <a:rPr sz="1800" b="1" spc="0" dirty="0" smtClean="0">
                <a:latin typeface="Courier New"/>
                <a:cs typeface="Courier New"/>
              </a:rPr>
              <a:t>2,</a:t>
            </a:r>
            <a:r>
              <a:rPr sz="1800" b="1" spc="-15" dirty="0" smtClean="0">
                <a:latin typeface="Courier New"/>
                <a:cs typeface="Courier New"/>
              </a:rPr>
              <a:t>3</a:t>
            </a:r>
            <a:r>
              <a:rPr sz="1800" b="1" spc="0" dirty="0" smtClean="0">
                <a:latin typeface="Courier New"/>
                <a:cs typeface="Courier New"/>
              </a:rPr>
              <a:t>),</a:t>
            </a:r>
            <a:r>
              <a:rPr sz="1800" b="1" spc="-2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‘d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e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f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’</a:t>
            </a:r>
            <a:r>
              <a:rPr sz="1800" b="1" spc="0" dirty="0" smtClean="0"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700"/>
              </a:lnSpc>
              <a:spcBef>
                <a:spcPts val="15"/>
              </a:spcBef>
            </a:pPr>
            <a:endParaRPr sz="7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12700">
              <a:lnSpc>
                <a:spcPct val="100000"/>
              </a:lnSpc>
            </a:pPr>
            <a:r>
              <a:rPr sz="2000" b="1" dirty="0" smtClean="0">
                <a:solidFill>
                  <a:srgbClr val="C00000"/>
                </a:solidFill>
                <a:latin typeface="Arial"/>
                <a:cs typeface="Arial"/>
              </a:rPr>
              <a:t>Om</a:t>
            </a:r>
            <a:r>
              <a:rPr sz="2000" b="1" spc="-10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-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first</a:t>
            </a:r>
            <a:r>
              <a:rPr sz="2000" b="1" spc="-4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index</a:t>
            </a:r>
            <a:r>
              <a:rPr sz="2000" b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to </a:t>
            </a:r>
            <a:r>
              <a:rPr sz="2000" b="1" spc="-10" dirty="0" smtClean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ake</a:t>
            </a:r>
            <a:r>
              <a:rPr sz="2000" b="1" spc="-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a copy</a:t>
            </a:r>
            <a:r>
              <a:rPr sz="2000" b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starting</a:t>
            </a:r>
            <a:r>
              <a:rPr sz="2000" b="1" spc="-3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from</a:t>
            </a:r>
            <a:r>
              <a:rPr sz="2000" b="1" spc="-3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beginn</a:t>
            </a:r>
            <a:r>
              <a:rPr sz="2000" b="1" spc="-10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ng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160"/>
              </a:lnSpc>
            </a:pPr>
            <a:r>
              <a:rPr sz="2000" b="1" dirty="0" smtClean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contai</a:t>
            </a:r>
            <a:r>
              <a:rPr sz="2000" b="1" spc="-10" dirty="0" smtClean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er.</a:t>
            </a:r>
            <a:endParaRPr sz="2000">
              <a:latin typeface="Arial"/>
              <a:cs typeface="Arial"/>
            </a:endParaRPr>
          </a:p>
          <a:p>
            <a:pPr marL="1840864">
              <a:lnSpc>
                <a:spcPct val="100000"/>
              </a:lnSpc>
              <a:spcBef>
                <a:spcPts val="120"/>
              </a:spcBef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t</a:t>
            </a:r>
            <a:r>
              <a:rPr sz="1800" b="1" spc="0" dirty="0" smtClean="0">
                <a:latin typeface="Courier New"/>
                <a:cs typeface="Courier New"/>
              </a:rPr>
              <a:t>[:</a:t>
            </a:r>
            <a:r>
              <a:rPr sz="1800" b="1" spc="-15" dirty="0" smtClean="0">
                <a:latin typeface="Courier New"/>
                <a:cs typeface="Courier New"/>
              </a:rPr>
              <a:t>2</a:t>
            </a:r>
            <a:r>
              <a:rPr sz="1800" b="1" spc="0" dirty="0" smtClean="0">
                <a:latin typeface="Courier New"/>
                <a:cs typeface="Courier New"/>
              </a:rPr>
              <a:t>]</a:t>
            </a:r>
            <a:endParaRPr sz="1800">
              <a:latin typeface="Courier New"/>
              <a:cs typeface="Courier New"/>
            </a:endParaRPr>
          </a:p>
          <a:p>
            <a:pPr marL="1840864">
              <a:lnSpc>
                <a:spcPct val="100000"/>
              </a:lnSpc>
              <a:spcBef>
                <a:spcPts val="215"/>
              </a:spcBef>
            </a:pPr>
            <a:r>
              <a:rPr sz="1800" b="1" dirty="0" smtClean="0">
                <a:solidFill>
                  <a:srgbClr val="0000FF"/>
                </a:solidFill>
                <a:latin typeface="Courier New"/>
                <a:cs typeface="Courier New"/>
              </a:rPr>
              <a:t>(23,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‘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a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b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c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’)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700"/>
              </a:lnSpc>
              <a:spcBef>
                <a:spcPts val="16"/>
              </a:spcBef>
            </a:pPr>
            <a:endParaRPr sz="7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12700">
              <a:lnSpc>
                <a:spcPct val="100000"/>
              </a:lnSpc>
            </a:pPr>
            <a:r>
              <a:rPr sz="2000" b="1" dirty="0" smtClean="0">
                <a:solidFill>
                  <a:srgbClr val="C00000"/>
                </a:solidFill>
                <a:latin typeface="Arial"/>
                <a:cs typeface="Arial"/>
              </a:rPr>
              <a:t>Om</a:t>
            </a:r>
            <a:r>
              <a:rPr sz="2000" b="1" spc="-10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-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second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index</a:t>
            </a:r>
            <a:r>
              <a:rPr sz="2000" b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make</a:t>
            </a:r>
            <a:r>
              <a:rPr sz="2000" b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a copy</a:t>
            </a:r>
            <a:r>
              <a:rPr sz="2000" b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starting</a:t>
            </a:r>
            <a:r>
              <a:rPr sz="2000" b="1" spc="-5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at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first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ts val="2160"/>
              </a:lnSpc>
            </a:pPr>
            <a:r>
              <a:rPr sz="2000" b="1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spc="-10" dirty="0" smtClean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dex</a:t>
            </a:r>
            <a:r>
              <a:rPr sz="2000" b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sz="2000" b="1" spc="-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go</a:t>
            </a:r>
            <a:r>
              <a:rPr sz="2000" b="1" spc="-10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ng</a:t>
            </a:r>
            <a:r>
              <a:rPr sz="2000" b="1" spc="-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end</a:t>
            </a:r>
            <a:r>
              <a:rPr sz="2000" b="1" spc="-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contai</a:t>
            </a:r>
            <a:r>
              <a:rPr sz="2000" b="1" spc="-10" dirty="0" smtClean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er.</a:t>
            </a:r>
            <a:endParaRPr sz="2000">
              <a:latin typeface="Arial"/>
              <a:cs typeface="Arial"/>
            </a:endParaRPr>
          </a:p>
          <a:p>
            <a:pPr marL="1840864">
              <a:lnSpc>
                <a:spcPct val="100000"/>
              </a:lnSpc>
              <a:spcBef>
                <a:spcPts val="114"/>
              </a:spcBef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t</a:t>
            </a:r>
            <a:r>
              <a:rPr sz="1800" b="1" spc="0" dirty="0" smtClean="0">
                <a:latin typeface="Courier New"/>
                <a:cs typeface="Courier New"/>
              </a:rPr>
              <a:t>[2</a:t>
            </a:r>
            <a:r>
              <a:rPr sz="1800" b="1" spc="-15" dirty="0" smtClean="0">
                <a:latin typeface="Courier New"/>
                <a:cs typeface="Courier New"/>
              </a:rPr>
              <a:t>:</a:t>
            </a:r>
            <a:r>
              <a:rPr sz="1800" b="1" spc="0" dirty="0" smtClean="0">
                <a:latin typeface="Courier New"/>
                <a:cs typeface="Courier New"/>
              </a:rPr>
              <a:t>]</a:t>
            </a:r>
            <a:endParaRPr sz="1800">
              <a:latin typeface="Courier New"/>
              <a:cs typeface="Courier New"/>
            </a:endParaRPr>
          </a:p>
          <a:p>
            <a:pPr marL="1840864">
              <a:lnSpc>
                <a:spcPct val="100000"/>
              </a:lnSpc>
              <a:spcBef>
                <a:spcPts val="215"/>
              </a:spcBef>
              <a:tabLst>
                <a:tab pos="2799715" algn="l"/>
                <a:tab pos="3757295" algn="l"/>
              </a:tabLst>
            </a:pPr>
            <a:r>
              <a:rPr sz="1800" b="1" dirty="0" smtClean="0">
                <a:solidFill>
                  <a:srgbClr val="0000FF"/>
                </a:solidFill>
                <a:latin typeface="Courier New"/>
                <a:cs typeface="Courier New"/>
              </a:rPr>
              <a:t>(4.5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6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,	(2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,</a:t>
            </a:r>
            <a:r>
              <a:rPr sz="18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3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),	‘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d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ef’)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6965442" y="6366255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32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782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800" b="1" spc="-20" dirty="0" smtClean="0">
                <a:solidFill>
                  <a:srgbClr val="C00000"/>
                </a:solidFill>
                <a:latin typeface="Arial"/>
                <a:cs typeface="Arial"/>
              </a:rPr>
              <a:t>Co</a:t>
            </a:r>
            <a:r>
              <a:rPr sz="2800" b="1" spc="-35" dirty="0" smtClean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2800" b="1" spc="-55" dirty="0" smtClean="0">
                <a:solidFill>
                  <a:srgbClr val="C00000"/>
                </a:solidFill>
                <a:latin typeface="Arial"/>
                <a:cs typeface="Arial"/>
              </a:rPr>
              <a:t>y</a:t>
            </a:r>
            <a:r>
              <a:rPr sz="2800" b="1" spc="0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800" b="1" spc="-20" dirty="0" smtClean="0">
                <a:solidFill>
                  <a:srgbClr val="C00000"/>
                </a:solidFill>
                <a:latin typeface="Arial"/>
                <a:cs typeface="Arial"/>
              </a:rPr>
              <a:t>ng</a:t>
            </a:r>
            <a:r>
              <a:rPr sz="2800" b="1" spc="4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15" dirty="0" smtClean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2800" b="1" spc="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20" dirty="0" smtClean="0">
                <a:solidFill>
                  <a:srgbClr val="C00000"/>
                </a:solidFill>
                <a:latin typeface="Arial"/>
                <a:cs typeface="Arial"/>
              </a:rPr>
              <a:t>Whole</a:t>
            </a:r>
            <a:r>
              <a:rPr sz="2800" b="1" spc="-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20" dirty="0" smtClean="0">
                <a:solidFill>
                  <a:srgbClr val="C00000"/>
                </a:solidFill>
                <a:latin typeface="Arial"/>
                <a:cs typeface="Arial"/>
              </a:rPr>
              <a:t>Sequence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470278"/>
            <a:ext cx="6816725" cy="19907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 smtClean="0">
                <a:solidFill>
                  <a:srgbClr val="C00000"/>
                </a:solidFill>
                <a:latin typeface="Arial"/>
                <a:cs typeface="Arial"/>
              </a:rPr>
              <a:t>To</a:t>
            </a:r>
            <a:r>
              <a:rPr sz="2000" b="1" spc="-10" dirty="0" smtClean="0">
                <a:solidFill>
                  <a:srgbClr val="C00000"/>
                </a:solidFill>
                <a:latin typeface="Arial"/>
                <a:cs typeface="Arial"/>
              </a:rPr>
              <a:t> m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ake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b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copy</a:t>
            </a:r>
            <a:r>
              <a:rPr sz="2000" b="1" i="1" spc="-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an</a:t>
            </a:r>
            <a:r>
              <a:rPr sz="2000" b="1" spc="-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entire</a:t>
            </a:r>
            <a:r>
              <a:rPr sz="2000" b="1" spc="-3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sequence,</a:t>
            </a:r>
            <a:r>
              <a:rPr sz="2000" b="1" spc="-40" dirty="0" smtClean="0">
                <a:solidFill>
                  <a:srgbClr val="C00000"/>
                </a:solidFill>
                <a:latin typeface="Arial"/>
                <a:cs typeface="Arial"/>
              </a:rPr>
              <a:t> y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ou</a:t>
            </a:r>
            <a:r>
              <a:rPr sz="2000" b="1" spc="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can</a:t>
            </a:r>
            <a:r>
              <a:rPr sz="2000" b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use</a:t>
            </a:r>
            <a:r>
              <a:rPr sz="2000" b="1" spc="-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5" dirty="0" smtClean="0">
                <a:solidFill>
                  <a:srgbClr val="C00000"/>
                </a:solidFill>
                <a:latin typeface="Courier New"/>
                <a:cs typeface="Courier New"/>
              </a:rPr>
              <a:t>[:]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405"/>
              </a:spcBef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t</a:t>
            </a:r>
            <a:r>
              <a:rPr sz="1800" b="1" spc="0" dirty="0" smtClean="0">
                <a:latin typeface="Courier New"/>
                <a:cs typeface="Courier New"/>
              </a:rPr>
              <a:t>[:]</a:t>
            </a:r>
            <a:endParaRPr sz="1800">
              <a:latin typeface="Courier New"/>
              <a:cs typeface="Courier New"/>
            </a:endParaRPr>
          </a:p>
          <a:p>
            <a:pPr marL="355600">
              <a:lnSpc>
                <a:spcPct val="100000"/>
              </a:lnSpc>
              <a:spcBef>
                <a:spcPts val="430"/>
              </a:spcBef>
              <a:tabLst>
                <a:tab pos="2813050" algn="l"/>
              </a:tabLst>
            </a:pPr>
            <a:r>
              <a:rPr sz="1800" b="1" dirty="0" smtClean="0">
                <a:solidFill>
                  <a:srgbClr val="0000FF"/>
                </a:solidFill>
                <a:latin typeface="Courier New"/>
                <a:cs typeface="Courier New"/>
              </a:rPr>
              <a:t>(2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3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,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‘a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b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c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’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,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4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.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5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6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,	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(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2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,3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),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‘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d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ef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’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200"/>
              </a:lnSpc>
              <a:spcBef>
                <a:spcPts val="32"/>
              </a:spcBef>
            </a:pPr>
            <a:endParaRPr sz="1200"/>
          </a:p>
          <a:p>
            <a:pPr marL="12700">
              <a:lnSpc>
                <a:spcPct val="100000"/>
              </a:lnSpc>
            </a:pPr>
            <a:r>
              <a:rPr sz="2000" b="1" dirty="0" smtClean="0">
                <a:solidFill>
                  <a:srgbClr val="C00000"/>
                </a:solidFill>
                <a:latin typeface="Arial"/>
                <a:cs typeface="Arial"/>
              </a:rPr>
              <a:t>Note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2000" b="1" spc="-3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000" b="1" spc="-10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f</a:t>
            </a:r>
            <a:r>
              <a:rPr sz="2000" b="1" spc="5" dirty="0" smtClean="0">
                <a:solidFill>
                  <a:srgbClr val="C00000"/>
                </a:solidFill>
                <a:latin typeface="Arial"/>
                <a:cs typeface="Arial"/>
              </a:rPr>
              <a:t>f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erence</a:t>
            </a:r>
            <a:r>
              <a:rPr sz="2000" b="1" spc="-4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be</a:t>
            </a:r>
            <a:r>
              <a:rPr sz="2000" b="1" spc="-25" dirty="0" smtClean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30" dirty="0" smtClean="0">
                <a:solidFill>
                  <a:srgbClr val="C00000"/>
                </a:solidFill>
                <a:latin typeface="Arial"/>
                <a:cs typeface="Arial"/>
              </a:rPr>
              <a:t>w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een</a:t>
            </a:r>
            <a:r>
              <a:rPr sz="2000" b="1" spc="-4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these</a:t>
            </a:r>
            <a:r>
              <a:rPr sz="2000" b="1" spc="-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20" dirty="0" smtClean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30" dirty="0" smtClean="0">
                <a:solidFill>
                  <a:srgbClr val="C00000"/>
                </a:solidFill>
                <a:latin typeface="Arial"/>
                <a:cs typeface="Arial"/>
              </a:rPr>
              <a:t>w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spc="-4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nes</a:t>
            </a:r>
            <a:r>
              <a:rPr sz="2000" b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-10" dirty="0" smtClean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utable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</a:pPr>
            <a:r>
              <a:rPr sz="2000" b="1" dirty="0" smtClean="0">
                <a:solidFill>
                  <a:srgbClr val="C00000"/>
                </a:solidFill>
                <a:latin typeface="Arial"/>
                <a:cs typeface="Arial"/>
              </a:rPr>
              <a:t>sequenc</a:t>
            </a:r>
            <a:r>
              <a:rPr sz="2000" b="1" spc="5" dirty="0" smtClean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s: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5454" y="3849878"/>
            <a:ext cx="2236470" cy="2863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 smtClean="0">
                <a:solidFill>
                  <a:srgbClr val="660033"/>
                </a:solidFill>
                <a:latin typeface="Courier New"/>
                <a:cs typeface="Courier New"/>
              </a:rPr>
              <a:t>&gt;&gt;</a:t>
            </a:r>
            <a:r>
              <a:rPr sz="1700" b="1" spc="0" dirty="0" smtClean="0">
                <a:solidFill>
                  <a:srgbClr val="660033"/>
                </a:solidFill>
                <a:latin typeface="Courier New"/>
                <a:cs typeface="Courier New"/>
              </a:rPr>
              <a:t>&gt;</a:t>
            </a:r>
            <a:r>
              <a:rPr sz="1700" b="1" spc="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700" b="1" spc="0" dirty="0" smtClean="0">
                <a:latin typeface="Courier New"/>
                <a:cs typeface="Courier New"/>
              </a:rPr>
              <a:t>list2</a:t>
            </a:r>
            <a:r>
              <a:rPr sz="1700" b="1" spc="5" dirty="0" smtClean="0">
                <a:latin typeface="Courier New"/>
                <a:cs typeface="Courier New"/>
              </a:rPr>
              <a:t> </a:t>
            </a:r>
            <a:r>
              <a:rPr sz="1700" b="1" spc="0" dirty="0" smtClean="0">
                <a:latin typeface="Courier New"/>
                <a:cs typeface="Courier New"/>
              </a:rPr>
              <a:t>=</a:t>
            </a:r>
            <a:r>
              <a:rPr sz="1700" b="1" spc="10" dirty="0" smtClean="0">
                <a:latin typeface="Courier New"/>
                <a:cs typeface="Courier New"/>
              </a:rPr>
              <a:t> </a:t>
            </a:r>
            <a:r>
              <a:rPr sz="1700" b="1" spc="0" dirty="0" smtClean="0">
                <a:latin typeface="Courier New"/>
                <a:cs typeface="Courier New"/>
              </a:rPr>
              <a:t>list1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09009" y="3849878"/>
            <a:ext cx="3538220" cy="5969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 smtClean="0">
                <a:latin typeface="Courier New"/>
                <a:cs typeface="Courier New"/>
              </a:rPr>
              <a:t># 2 n</a:t>
            </a:r>
            <a:r>
              <a:rPr sz="1700" b="1" spc="5" dirty="0" smtClean="0">
                <a:latin typeface="Courier New"/>
                <a:cs typeface="Courier New"/>
              </a:rPr>
              <a:t>a</a:t>
            </a:r>
            <a:r>
              <a:rPr sz="1700" b="1" spc="0" dirty="0" smtClean="0">
                <a:latin typeface="Courier New"/>
                <a:cs typeface="Courier New"/>
              </a:rPr>
              <a:t>mes</a:t>
            </a:r>
            <a:r>
              <a:rPr sz="1700" b="1" spc="5" dirty="0" smtClean="0">
                <a:latin typeface="Courier New"/>
                <a:cs typeface="Courier New"/>
              </a:rPr>
              <a:t> r</a:t>
            </a:r>
            <a:r>
              <a:rPr sz="1700" b="1" spc="0" dirty="0" smtClean="0">
                <a:latin typeface="Courier New"/>
                <a:cs typeface="Courier New"/>
              </a:rPr>
              <a:t>efer </a:t>
            </a:r>
            <a:r>
              <a:rPr sz="1700" b="1" spc="5" dirty="0" smtClean="0">
                <a:latin typeface="Courier New"/>
                <a:cs typeface="Courier New"/>
              </a:rPr>
              <a:t>t</a:t>
            </a:r>
            <a:r>
              <a:rPr sz="1700" b="1" spc="0" dirty="0" smtClean="0">
                <a:latin typeface="Courier New"/>
                <a:cs typeface="Courier New"/>
              </a:rPr>
              <a:t>o</a:t>
            </a:r>
            <a:r>
              <a:rPr sz="1700" b="1" spc="5" dirty="0" smtClean="0">
                <a:latin typeface="Courier New"/>
                <a:cs typeface="Courier New"/>
              </a:rPr>
              <a:t> </a:t>
            </a:r>
            <a:r>
              <a:rPr sz="1700" b="1" spc="0" dirty="0" smtClean="0">
                <a:latin typeface="Courier New"/>
                <a:cs typeface="Courier New"/>
              </a:rPr>
              <a:t>1</a:t>
            </a:r>
            <a:r>
              <a:rPr sz="1700" b="1" spc="5" dirty="0" smtClean="0">
                <a:latin typeface="Courier New"/>
                <a:cs typeface="Courier New"/>
              </a:rPr>
              <a:t> r</a:t>
            </a:r>
            <a:r>
              <a:rPr sz="1700" b="1" spc="0" dirty="0" smtClean="0">
                <a:latin typeface="Courier New"/>
                <a:cs typeface="Courier New"/>
              </a:rPr>
              <a:t>ef</a:t>
            </a:r>
            <a:endParaRPr sz="1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700" b="1" dirty="0" smtClean="0">
                <a:latin typeface="Courier New"/>
                <a:cs typeface="Courier New"/>
              </a:rPr>
              <a:t># Cha</a:t>
            </a:r>
            <a:r>
              <a:rPr sz="1700" b="1" spc="5" dirty="0" smtClean="0">
                <a:latin typeface="Courier New"/>
                <a:cs typeface="Courier New"/>
              </a:rPr>
              <a:t>n</a:t>
            </a:r>
            <a:r>
              <a:rPr sz="1700" b="1" spc="0" dirty="0" smtClean="0">
                <a:latin typeface="Courier New"/>
                <a:cs typeface="Courier New"/>
              </a:rPr>
              <a:t>ging</a:t>
            </a:r>
            <a:r>
              <a:rPr sz="1700" b="1" spc="15" dirty="0" smtClean="0">
                <a:latin typeface="Courier New"/>
                <a:cs typeface="Courier New"/>
              </a:rPr>
              <a:t> </a:t>
            </a:r>
            <a:r>
              <a:rPr sz="1700" b="1" spc="0" dirty="0" smtClean="0">
                <a:latin typeface="Courier New"/>
                <a:cs typeface="Courier New"/>
              </a:rPr>
              <a:t>one a</a:t>
            </a:r>
            <a:r>
              <a:rPr sz="1700" b="1" spc="5" dirty="0" smtClean="0">
                <a:latin typeface="Courier New"/>
                <a:cs typeface="Courier New"/>
              </a:rPr>
              <a:t>f</a:t>
            </a:r>
            <a:r>
              <a:rPr sz="1700" b="1" spc="0" dirty="0" smtClean="0">
                <a:latin typeface="Courier New"/>
                <a:cs typeface="Courier New"/>
              </a:rPr>
              <a:t>fects</a:t>
            </a:r>
            <a:r>
              <a:rPr sz="1700" b="1" spc="10" dirty="0" smtClean="0">
                <a:latin typeface="Courier New"/>
                <a:cs typeface="Courier New"/>
              </a:rPr>
              <a:t> </a:t>
            </a:r>
            <a:r>
              <a:rPr sz="1700" b="1" spc="0" dirty="0" smtClean="0">
                <a:latin typeface="Courier New"/>
                <a:cs typeface="Courier New"/>
              </a:rPr>
              <a:t>both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5454" y="4782820"/>
            <a:ext cx="2899410" cy="2863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700" b="1" spc="-5" dirty="0" smtClean="0">
                <a:solidFill>
                  <a:srgbClr val="660033"/>
                </a:solidFill>
                <a:latin typeface="Courier New"/>
                <a:cs typeface="Courier New"/>
              </a:rPr>
              <a:t>&gt;&gt;</a:t>
            </a:r>
            <a:r>
              <a:rPr sz="1700" b="1" spc="0" dirty="0" smtClean="0">
                <a:solidFill>
                  <a:srgbClr val="660033"/>
                </a:solidFill>
                <a:latin typeface="Courier New"/>
                <a:cs typeface="Courier New"/>
              </a:rPr>
              <a:t>&gt;</a:t>
            </a:r>
            <a:r>
              <a:rPr sz="1700" b="1" spc="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700" b="1" spc="0" dirty="0" smtClean="0">
                <a:latin typeface="Courier New"/>
                <a:cs typeface="Courier New"/>
              </a:rPr>
              <a:t>list2</a:t>
            </a:r>
            <a:r>
              <a:rPr sz="1700" b="1" spc="5" dirty="0" smtClean="0">
                <a:latin typeface="Courier New"/>
                <a:cs typeface="Courier New"/>
              </a:rPr>
              <a:t> </a:t>
            </a:r>
            <a:r>
              <a:rPr sz="1700" b="1" spc="0" dirty="0" smtClean="0">
                <a:latin typeface="Courier New"/>
                <a:cs typeface="Courier New"/>
              </a:rPr>
              <a:t>=</a:t>
            </a:r>
            <a:r>
              <a:rPr sz="1700" b="1" spc="10" dirty="0" smtClean="0">
                <a:latin typeface="Courier New"/>
                <a:cs typeface="Courier New"/>
              </a:rPr>
              <a:t> </a:t>
            </a:r>
            <a:r>
              <a:rPr sz="1700" b="1" spc="0" dirty="0" smtClean="0">
                <a:latin typeface="Courier New"/>
                <a:cs typeface="Courier New"/>
              </a:rPr>
              <a:t>list</a:t>
            </a:r>
            <a:r>
              <a:rPr sz="1700" b="1" spc="5" dirty="0" smtClean="0">
                <a:latin typeface="Courier New"/>
                <a:cs typeface="Courier New"/>
              </a:rPr>
              <a:t>1</a:t>
            </a:r>
            <a:r>
              <a:rPr sz="1700" b="1" spc="0" dirty="0" smtClean="0">
                <a:latin typeface="Courier New"/>
                <a:cs typeface="Courier New"/>
              </a:rPr>
              <a:t>[:]</a:t>
            </a:r>
            <a:r>
              <a:rPr sz="1700" b="1" spc="95" dirty="0" smtClean="0">
                <a:latin typeface="Courier New"/>
                <a:cs typeface="Courier New"/>
              </a:rPr>
              <a:t> </a:t>
            </a:r>
            <a:r>
              <a:rPr sz="1700" b="1" spc="0" dirty="0" smtClean="0">
                <a:latin typeface="Courier New"/>
                <a:cs typeface="Courier New"/>
              </a:rPr>
              <a:t>#</a:t>
            </a:r>
            <a:endParaRPr sz="17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68699" y="4782820"/>
            <a:ext cx="4191000" cy="2863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700" b="1" dirty="0" smtClean="0">
                <a:latin typeface="Courier New"/>
                <a:cs typeface="Courier New"/>
              </a:rPr>
              <a:t>Two</a:t>
            </a:r>
            <a:r>
              <a:rPr sz="1700" b="1" spc="10" dirty="0" smtClean="0">
                <a:latin typeface="Courier New"/>
                <a:cs typeface="Courier New"/>
              </a:rPr>
              <a:t> </a:t>
            </a:r>
            <a:r>
              <a:rPr sz="1700" b="1" spc="0" dirty="0" smtClean="0">
                <a:latin typeface="Courier New"/>
                <a:cs typeface="Courier New"/>
              </a:rPr>
              <a:t>inde</a:t>
            </a:r>
            <a:r>
              <a:rPr sz="1700" b="1" spc="5" dirty="0" smtClean="0">
                <a:latin typeface="Courier New"/>
                <a:cs typeface="Courier New"/>
              </a:rPr>
              <a:t>p</a:t>
            </a:r>
            <a:r>
              <a:rPr sz="1700" b="1" spc="0" dirty="0" smtClean="0">
                <a:latin typeface="Courier New"/>
                <a:cs typeface="Courier New"/>
              </a:rPr>
              <a:t>endent</a:t>
            </a:r>
            <a:r>
              <a:rPr sz="1700" b="1" spc="10" dirty="0" smtClean="0">
                <a:latin typeface="Courier New"/>
                <a:cs typeface="Courier New"/>
              </a:rPr>
              <a:t> </a:t>
            </a:r>
            <a:r>
              <a:rPr sz="1700" b="1" spc="5" dirty="0" smtClean="0">
                <a:latin typeface="Courier New"/>
                <a:cs typeface="Courier New"/>
              </a:rPr>
              <a:t>c</a:t>
            </a:r>
            <a:r>
              <a:rPr sz="1700" b="1" spc="0" dirty="0" smtClean="0">
                <a:latin typeface="Courier New"/>
                <a:cs typeface="Courier New"/>
              </a:rPr>
              <a:t>op</a:t>
            </a:r>
            <a:r>
              <a:rPr sz="1700" b="1" spc="5" dirty="0" smtClean="0">
                <a:latin typeface="Courier New"/>
                <a:cs typeface="Courier New"/>
              </a:rPr>
              <a:t>i</a:t>
            </a:r>
            <a:r>
              <a:rPr sz="1700" b="1" spc="0" dirty="0" smtClean="0">
                <a:latin typeface="Courier New"/>
                <a:cs typeface="Courier New"/>
              </a:rPr>
              <a:t>es, t</a:t>
            </a:r>
            <a:r>
              <a:rPr sz="1700" b="1" spc="5" dirty="0" smtClean="0">
                <a:latin typeface="Courier New"/>
                <a:cs typeface="Courier New"/>
              </a:rPr>
              <a:t>w</a:t>
            </a:r>
            <a:r>
              <a:rPr sz="1700" b="1" spc="0" dirty="0" smtClean="0">
                <a:latin typeface="Courier New"/>
                <a:cs typeface="Courier New"/>
              </a:rPr>
              <a:t>o</a:t>
            </a:r>
            <a:r>
              <a:rPr sz="1700" b="1" spc="5" dirty="0" smtClean="0">
                <a:latin typeface="Courier New"/>
                <a:cs typeface="Courier New"/>
              </a:rPr>
              <a:t> </a:t>
            </a:r>
            <a:r>
              <a:rPr sz="1700" b="1" spc="0" dirty="0" smtClean="0">
                <a:latin typeface="Courier New"/>
                <a:cs typeface="Courier New"/>
              </a:rPr>
              <a:t>re</a:t>
            </a:r>
            <a:r>
              <a:rPr sz="1700" b="1" spc="5" dirty="0" smtClean="0">
                <a:latin typeface="Courier New"/>
                <a:cs typeface="Courier New"/>
              </a:rPr>
              <a:t>f</a:t>
            </a:r>
            <a:r>
              <a:rPr sz="1700" b="1" spc="0" dirty="0" smtClean="0">
                <a:latin typeface="Courier New"/>
                <a:cs typeface="Courier New"/>
              </a:rPr>
              <a:t>s</a:t>
            </a:r>
            <a:endParaRPr sz="1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6965442" y="6366255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33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782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800" b="1" spc="-20" dirty="0" smtClean="0">
                <a:solidFill>
                  <a:srgbClr val="000066"/>
                </a:solidFill>
                <a:latin typeface="Arial"/>
                <a:cs typeface="Arial"/>
              </a:rPr>
              <a:t>T</a:t>
            </a:r>
            <a:r>
              <a:rPr sz="2800" b="1" spc="-30" dirty="0" smtClean="0">
                <a:solidFill>
                  <a:srgbClr val="000066"/>
                </a:solidFill>
                <a:latin typeface="Arial"/>
                <a:cs typeface="Arial"/>
              </a:rPr>
              <a:t>h</a:t>
            </a:r>
            <a:r>
              <a:rPr sz="2800" b="1" spc="-20" dirty="0" smtClean="0">
                <a:solidFill>
                  <a:srgbClr val="000066"/>
                </a:solidFill>
                <a:latin typeface="Arial"/>
                <a:cs typeface="Arial"/>
              </a:rPr>
              <a:t>e</a:t>
            </a:r>
            <a:r>
              <a:rPr sz="2800" b="1" spc="1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2800" b="1" spc="-10" dirty="0" smtClean="0">
                <a:solidFill>
                  <a:srgbClr val="000066"/>
                </a:solidFill>
                <a:latin typeface="Arial"/>
                <a:cs typeface="Arial"/>
              </a:rPr>
              <a:t>‘in’</a:t>
            </a:r>
            <a:r>
              <a:rPr sz="2800" b="1" spc="-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2800" b="1" spc="-35" dirty="0" smtClean="0">
                <a:solidFill>
                  <a:srgbClr val="000066"/>
                </a:solidFill>
                <a:latin typeface="Arial"/>
                <a:cs typeface="Arial"/>
              </a:rPr>
              <a:t>O</a:t>
            </a:r>
            <a:r>
              <a:rPr sz="2800" b="1" spc="-15" dirty="0" smtClean="0">
                <a:solidFill>
                  <a:srgbClr val="000066"/>
                </a:solidFill>
                <a:latin typeface="Arial"/>
                <a:cs typeface="Arial"/>
              </a:rPr>
              <a:t>perator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278763"/>
            <a:ext cx="7192645" cy="6045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Boolean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test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2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het</a:t>
            </a:r>
            <a:r>
              <a:rPr sz="2000" b="1" spc="-10" dirty="0" smtClean="0">
                <a:latin typeface="Arial"/>
                <a:cs typeface="Arial"/>
              </a:rPr>
              <a:t>h</a:t>
            </a:r>
            <a:r>
              <a:rPr sz="2000" b="1" spc="0" dirty="0" smtClean="0">
                <a:latin typeface="Arial"/>
                <a:cs typeface="Arial"/>
              </a:rPr>
              <a:t>er</a:t>
            </a:r>
            <a:r>
              <a:rPr sz="2000" b="1" spc="-5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 </a:t>
            </a:r>
            <a:r>
              <a:rPr sz="2000" b="1" spc="-30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alue is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ins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de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 co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lection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(o</a:t>
            </a:r>
            <a:r>
              <a:rPr sz="2000" b="1" spc="5" dirty="0" smtClean="0">
                <a:latin typeface="Arial"/>
                <a:cs typeface="Arial"/>
              </a:rPr>
              <a:t>f</a:t>
            </a:r>
            <a:r>
              <a:rPr sz="2000" b="1" spc="0" dirty="0" smtClean="0">
                <a:latin typeface="Arial"/>
                <a:cs typeface="Arial"/>
              </a:rPr>
              <a:t>ten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ts val="2035"/>
              </a:lnSpc>
            </a:pPr>
            <a:r>
              <a:rPr sz="2000" b="1" dirty="0" smtClean="0">
                <a:latin typeface="Arial"/>
                <a:cs typeface="Arial"/>
              </a:rPr>
              <a:t>cal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ed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latin typeface="Arial"/>
                <a:cs typeface="Arial"/>
              </a:rPr>
              <a:t>contai</a:t>
            </a:r>
            <a:r>
              <a:rPr sz="2000" b="1" i="1" spc="-10" dirty="0" smtClean="0">
                <a:latin typeface="Arial"/>
                <a:cs typeface="Arial"/>
              </a:rPr>
              <a:t>n</a:t>
            </a:r>
            <a:r>
              <a:rPr sz="2000" b="1" i="1" spc="0" dirty="0" smtClean="0">
                <a:latin typeface="Arial"/>
                <a:cs typeface="Arial"/>
              </a:rPr>
              <a:t>er</a:t>
            </a:r>
            <a:r>
              <a:rPr sz="2000" b="1" i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-15" dirty="0" smtClean="0">
                <a:latin typeface="Arial"/>
                <a:cs typeface="Arial"/>
              </a:rPr>
              <a:t>P</a:t>
            </a:r>
            <a:r>
              <a:rPr sz="2000" b="1" spc="-40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thon: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9829" y="1848992"/>
            <a:ext cx="1246505" cy="15868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 </a:t>
            </a:r>
            <a:r>
              <a:rPr sz="1600" b="1" spc="-10" dirty="0" smtClean="0">
                <a:latin typeface="Courier New"/>
                <a:cs typeface="Courier New"/>
              </a:rPr>
              <a:t>t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730"/>
              </a:lnSpc>
            </a:pPr>
            <a:r>
              <a:rPr sz="1600" b="1" spc="-10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 </a:t>
            </a:r>
            <a:r>
              <a:rPr sz="1600" b="1" spc="-10" dirty="0" smtClean="0">
                <a:latin typeface="Courier New"/>
                <a:cs typeface="Courier New"/>
              </a:rPr>
              <a:t>3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730"/>
              </a:lnSpc>
            </a:pP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False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730"/>
              </a:lnSpc>
            </a:pPr>
            <a:r>
              <a:rPr sz="1600" b="1" spc="-10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 </a:t>
            </a:r>
            <a:r>
              <a:rPr sz="1600" b="1" spc="-10" dirty="0" smtClean="0">
                <a:latin typeface="Courier New"/>
                <a:cs typeface="Courier New"/>
              </a:rPr>
              <a:t>4 </a:t>
            </a:r>
            <a:r>
              <a:rPr sz="16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i</a:t>
            </a:r>
            <a:r>
              <a:rPr sz="1600" b="1" spc="-10" dirty="0" smtClean="0">
                <a:solidFill>
                  <a:srgbClr val="FF6600"/>
                </a:solidFill>
                <a:latin typeface="Courier New"/>
                <a:cs typeface="Courier New"/>
              </a:rPr>
              <a:t>n</a:t>
            </a:r>
            <a:r>
              <a:rPr sz="1600" b="1" spc="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latin typeface="Courier New"/>
                <a:cs typeface="Courier New"/>
              </a:rPr>
              <a:t>t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730"/>
              </a:lnSpc>
            </a:pP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True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730"/>
              </a:lnSpc>
            </a:pPr>
            <a:r>
              <a:rPr sz="1600" b="1" spc="-10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 </a:t>
            </a:r>
            <a:r>
              <a:rPr sz="1600" b="1" spc="-10" dirty="0" smtClean="0">
                <a:latin typeface="Courier New"/>
                <a:cs typeface="Courier New"/>
              </a:rPr>
              <a:t>4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730"/>
              </a:lnSpc>
            </a:pP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False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11144" y="1848992"/>
            <a:ext cx="1735455" cy="48958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latin typeface="Courier New"/>
                <a:cs typeface="Courier New"/>
              </a:rPr>
              <a:t>=</a:t>
            </a:r>
            <a:r>
              <a:rPr sz="1600" b="1" spc="10" dirty="0" smtClean="0">
                <a:latin typeface="Courier New"/>
                <a:cs typeface="Courier New"/>
              </a:rPr>
              <a:t> </a:t>
            </a:r>
            <a:r>
              <a:rPr sz="1600" b="1" spc="-10" dirty="0" smtClean="0">
                <a:latin typeface="Courier New"/>
                <a:cs typeface="Courier New"/>
              </a:rPr>
              <a:t>[1,</a:t>
            </a:r>
            <a:r>
              <a:rPr sz="1600" b="1" spc="10" dirty="0" smtClean="0">
                <a:latin typeface="Courier New"/>
                <a:cs typeface="Courier New"/>
              </a:rPr>
              <a:t> </a:t>
            </a:r>
            <a:r>
              <a:rPr sz="1600" b="1" spc="-10" dirty="0" smtClean="0">
                <a:latin typeface="Courier New"/>
                <a:cs typeface="Courier New"/>
              </a:rPr>
              <a:t>2, 4, </a:t>
            </a:r>
            <a:r>
              <a:rPr sz="1600" b="1" spc="0" dirty="0" smtClean="0">
                <a:latin typeface="Courier New"/>
                <a:cs typeface="Courier New"/>
              </a:rPr>
              <a:t>5</a:t>
            </a:r>
            <a:r>
              <a:rPr sz="1600" b="1" spc="-10" dirty="0" smtClean="0">
                <a:latin typeface="Courier New"/>
                <a:cs typeface="Courier New"/>
              </a:rPr>
              <a:t>]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730"/>
              </a:lnSpc>
            </a:pPr>
            <a:r>
              <a:rPr sz="16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i</a:t>
            </a:r>
            <a:r>
              <a:rPr sz="1600" b="1" spc="-10" dirty="0" smtClean="0">
                <a:solidFill>
                  <a:srgbClr val="FF6600"/>
                </a:solidFill>
                <a:latin typeface="Courier New"/>
                <a:cs typeface="Courier New"/>
              </a:rPr>
              <a:t>n</a:t>
            </a:r>
            <a:r>
              <a:rPr sz="1600" b="1" spc="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latin typeface="Courier New"/>
                <a:cs typeface="Courier New"/>
              </a:rPr>
              <a:t>t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11348" y="2946272"/>
            <a:ext cx="1004569" cy="2698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n</a:t>
            </a:r>
            <a:r>
              <a:rPr sz="1600" b="1" spc="-10" dirty="0" smtClean="0">
                <a:solidFill>
                  <a:srgbClr val="FF6600"/>
                </a:solidFill>
                <a:latin typeface="Courier New"/>
                <a:cs typeface="Courier New"/>
              </a:rPr>
              <a:t>ot</a:t>
            </a:r>
            <a:r>
              <a:rPr sz="16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FF6600"/>
                </a:solidFill>
                <a:latin typeface="Courier New"/>
                <a:cs typeface="Courier New"/>
              </a:rPr>
              <a:t>in</a:t>
            </a:r>
            <a:r>
              <a:rPr sz="1600" b="1" spc="20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latin typeface="Courier New"/>
                <a:cs typeface="Courier New"/>
              </a:rPr>
              <a:t>t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5454" y="3425190"/>
            <a:ext cx="6978650" cy="25139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solidFill>
                  <a:srgbClr val="C00000"/>
                </a:solidFill>
                <a:latin typeface="Arial"/>
                <a:cs typeface="Arial"/>
              </a:rPr>
              <a:t>For strings,</a:t>
            </a:r>
            <a:r>
              <a:rPr sz="2000" b="1" spc="-5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tests</a:t>
            </a:r>
            <a:r>
              <a:rPr sz="2000" b="1" spc="-3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subs</a:t>
            </a:r>
            <a:r>
              <a:rPr sz="2000" b="1" spc="5" dirty="0" smtClean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rings</a:t>
            </a:r>
            <a:endParaRPr sz="2000">
              <a:latin typeface="Arial"/>
              <a:cs typeface="Arial"/>
            </a:endParaRPr>
          </a:p>
          <a:p>
            <a:pPr marL="926465">
              <a:lnSpc>
                <a:spcPts val="1805"/>
              </a:lnSpc>
            </a:pPr>
            <a:r>
              <a:rPr sz="1800" b="1" dirty="0" smtClean="0"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a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=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'</a:t>
            </a:r>
            <a:r>
              <a:rPr sz="1800" b="1" spc="-15" dirty="0" smtClean="0">
                <a:latin typeface="Courier New"/>
                <a:cs typeface="Courier New"/>
              </a:rPr>
              <a:t>ab</a:t>
            </a:r>
            <a:r>
              <a:rPr sz="1800" b="1" spc="0" dirty="0" smtClean="0">
                <a:latin typeface="Courier New"/>
                <a:cs typeface="Courier New"/>
              </a:rPr>
              <a:t>cd</a:t>
            </a:r>
            <a:r>
              <a:rPr sz="1800" b="1" spc="-15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'</a:t>
            </a:r>
            <a:endParaRPr sz="1800">
              <a:latin typeface="Courier New"/>
              <a:cs typeface="Courier New"/>
            </a:endParaRPr>
          </a:p>
          <a:p>
            <a:pPr marL="926465" marR="4585970">
              <a:lnSpc>
                <a:spcPts val="1730"/>
              </a:lnSpc>
              <a:spcBef>
                <a:spcPts val="45"/>
              </a:spcBef>
            </a:pPr>
            <a:r>
              <a:rPr sz="1600" b="1" spc="-10" dirty="0" smtClean="0">
                <a:latin typeface="Courier New"/>
                <a:cs typeface="Courier New"/>
              </a:rPr>
              <a:t>&gt;&gt;&gt; 'c'</a:t>
            </a:r>
            <a:r>
              <a:rPr sz="1600" b="1" spc="20" dirty="0" smtClean="0"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FF6600"/>
                </a:solidFill>
                <a:latin typeface="Courier New"/>
                <a:cs typeface="Courier New"/>
              </a:rPr>
              <a:t>in </a:t>
            </a:r>
            <a:r>
              <a:rPr sz="1600" b="1" spc="-10" dirty="0" smtClean="0">
                <a:latin typeface="Courier New"/>
                <a:cs typeface="Courier New"/>
              </a:rPr>
              <a:t>a True</a:t>
            </a:r>
            <a:endParaRPr sz="1600">
              <a:latin typeface="Courier New"/>
              <a:cs typeface="Courier New"/>
            </a:endParaRPr>
          </a:p>
          <a:p>
            <a:pPr marL="926465">
              <a:lnSpc>
                <a:spcPts val="1700"/>
              </a:lnSpc>
            </a:pPr>
            <a:r>
              <a:rPr sz="1600" b="1" spc="-10" dirty="0" smtClean="0">
                <a:latin typeface="Courier New"/>
                <a:cs typeface="Courier New"/>
              </a:rPr>
              <a:t>&gt;&gt;&gt; 'c</a:t>
            </a:r>
            <a:r>
              <a:rPr sz="1600" b="1" spc="0" dirty="0" smtClean="0">
                <a:latin typeface="Courier New"/>
                <a:cs typeface="Courier New"/>
              </a:rPr>
              <a:t>d</a:t>
            </a:r>
            <a:r>
              <a:rPr sz="1600" b="1" spc="-10" dirty="0" smtClean="0">
                <a:latin typeface="Courier New"/>
                <a:cs typeface="Courier New"/>
              </a:rPr>
              <a:t>' </a:t>
            </a:r>
            <a:r>
              <a:rPr sz="1600" b="1" spc="-10" dirty="0" smtClean="0">
                <a:solidFill>
                  <a:srgbClr val="FF6600"/>
                </a:solidFill>
                <a:latin typeface="Courier New"/>
                <a:cs typeface="Courier New"/>
              </a:rPr>
              <a:t>in</a:t>
            </a:r>
            <a:r>
              <a:rPr sz="1600" b="1" spc="10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latin typeface="Courier New"/>
                <a:cs typeface="Courier New"/>
              </a:rPr>
              <a:t>a</a:t>
            </a:r>
            <a:endParaRPr sz="1600">
              <a:latin typeface="Courier New"/>
              <a:cs typeface="Courier New"/>
            </a:endParaRPr>
          </a:p>
          <a:p>
            <a:pPr marL="926465">
              <a:lnSpc>
                <a:spcPts val="1730"/>
              </a:lnSpc>
            </a:pP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True</a:t>
            </a:r>
            <a:endParaRPr sz="1600">
              <a:latin typeface="Courier New"/>
              <a:cs typeface="Courier New"/>
            </a:endParaRPr>
          </a:p>
          <a:p>
            <a:pPr marL="926465">
              <a:lnSpc>
                <a:spcPts val="1730"/>
              </a:lnSpc>
            </a:pPr>
            <a:r>
              <a:rPr sz="1600" b="1" spc="-10" dirty="0" smtClean="0">
                <a:latin typeface="Courier New"/>
                <a:cs typeface="Courier New"/>
              </a:rPr>
              <a:t>&gt;&gt;&gt; 'a</a:t>
            </a:r>
            <a:r>
              <a:rPr sz="1600" b="1" spc="0" dirty="0" smtClean="0">
                <a:latin typeface="Courier New"/>
                <a:cs typeface="Courier New"/>
              </a:rPr>
              <a:t>c</a:t>
            </a:r>
            <a:r>
              <a:rPr sz="1600" b="1" spc="-10" dirty="0" smtClean="0">
                <a:latin typeface="Courier New"/>
                <a:cs typeface="Courier New"/>
              </a:rPr>
              <a:t>'</a:t>
            </a:r>
            <a:r>
              <a:rPr sz="1600" b="1" spc="10" dirty="0" smtClean="0"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FF6600"/>
                </a:solidFill>
                <a:latin typeface="Courier New"/>
                <a:cs typeface="Courier New"/>
              </a:rPr>
              <a:t>in</a:t>
            </a:r>
            <a:r>
              <a:rPr sz="1600" b="1" spc="10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latin typeface="Courier New"/>
                <a:cs typeface="Courier New"/>
              </a:rPr>
              <a:t>a</a:t>
            </a:r>
            <a:endParaRPr sz="1600">
              <a:latin typeface="Courier New"/>
              <a:cs typeface="Courier New"/>
            </a:endParaRPr>
          </a:p>
          <a:p>
            <a:pPr marL="926465">
              <a:lnSpc>
                <a:spcPts val="1730"/>
              </a:lnSpc>
            </a:pP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False</a:t>
            </a:r>
            <a:endParaRPr sz="160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12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solidFill>
                  <a:srgbClr val="C00000"/>
                </a:solidFill>
                <a:latin typeface="Arial"/>
                <a:cs typeface="Arial"/>
              </a:rPr>
              <a:t>Be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care</a:t>
            </a:r>
            <a:r>
              <a:rPr sz="2000" b="1" spc="5" dirty="0" smtClean="0">
                <a:solidFill>
                  <a:srgbClr val="C00000"/>
                </a:solidFill>
                <a:latin typeface="Arial"/>
                <a:cs typeface="Arial"/>
              </a:rPr>
              <a:t>f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ul:</a:t>
            </a:r>
            <a:r>
              <a:rPr sz="2000" b="1" spc="-4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2000" b="1" spc="-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i="1" spc="-10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000" b="1" i="1" spc="-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ke</a:t>
            </a:r>
            <a:r>
              <a:rPr sz="2000" b="1" spc="-30" dirty="0" smtClean="0">
                <a:solidFill>
                  <a:srgbClr val="C00000"/>
                </a:solidFill>
                <a:latin typeface="Arial"/>
                <a:cs typeface="Arial"/>
              </a:rPr>
              <a:t>y</a:t>
            </a:r>
            <a:r>
              <a:rPr sz="2000" b="1" spc="45" dirty="0" smtClean="0">
                <a:solidFill>
                  <a:srgbClr val="C00000"/>
                </a:solidFill>
                <a:latin typeface="Arial"/>
                <a:cs typeface="Arial"/>
              </a:rPr>
              <a:t>w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ord</a:t>
            </a:r>
            <a:r>
              <a:rPr sz="2000" b="1" spc="-4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is</a:t>
            </a:r>
            <a:r>
              <a:rPr sz="2000" b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also</a:t>
            </a:r>
            <a:r>
              <a:rPr sz="2000" b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used </a:t>
            </a:r>
            <a:r>
              <a:rPr sz="2000" b="1" spc="-10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000" b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000" b="1" spc="-35" dirty="0" smtClean="0">
                <a:solidFill>
                  <a:srgbClr val="C00000"/>
                </a:solidFill>
                <a:latin typeface="Arial"/>
                <a:cs typeface="Arial"/>
              </a:rPr>
              <a:t>y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ntax</a:t>
            </a:r>
            <a:r>
              <a:rPr sz="2000" b="1" spc="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ts val="2120"/>
              </a:lnSpc>
            </a:pPr>
            <a:r>
              <a:rPr sz="2000" b="1" i="1" dirty="0" smtClean="0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sz="2000" b="1" i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2000" b="1" i="1" spc="-10" dirty="0" smtClean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0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ops</a:t>
            </a:r>
            <a:r>
              <a:rPr sz="2000" b="1" i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sz="2000" b="1" spc="-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2000" b="1" i="1" spc="-15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st</a:t>
            </a:r>
            <a:r>
              <a:rPr sz="2000" b="1" i="1" spc="-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co</a:t>
            </a:r>
            <a:r>
              <a:rPr sz="2000" b="1" i="1" spc="-10" dirty="0" smtClean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20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prehens</a:t>
            </a:r>
            <a:r>
              <a:rPr sz="2000" b="1" i="1" spc="-10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ons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6965442" y="6366255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34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782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800" b="1" spc="-20" dirty="0" smtClean="0">
                <a:solidFill>
                  <a:srgbClr val="000066"/>
                </a:solidFill>
                <a:latin typeface="Arial"/>
                <a:cs typeface="Arial"/>
              </a:rPr>
              <a:t>T</a:t>
            </a:r>
            <a:r>
              <a:rPr sz="2800" b="1" spc="-30" dirty="0" smtClean="0">
                <a:solidFill>
                  <a:srgbClr val="000066"/>
                </a:solidFill>
                <a:latin typeface="Arial"/>
                <a:cs typeface="Arial"/>
              </a:rPr>
              <a:t>h</a:t>
            </a:r>
            <a:r>
              <a:rPr sz="2800" b="1" spc="-20" dirty="0" smtClean="0">
                <a:solidFill>
                  <a:srgbClr val="000066"/>
                </a:solidFill>
                <a:latin typeface="Arial"/>
                <a:cs typeface="Arial"/>
              </a:rPr>
              <a:t>e</a:t>
            </a:r>
            <a:r>
              <a:rPr sz="2800" b="1" spc="1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2800" b="1" spc="-20" dirty="0" smtClean="0">
                <a:solidFill>
                  <a:srgbClr val="000066"/>
                </a:solidFill>
                <a:latin typeface="Arial"/>
                <a:cs typeface="Arial"/>
              </a:rPr>
              <a:t>+</a:t>
            </a:r>
            <a:r>
              <a:rPr sz="2800" b="1" spc="-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2800" b="1" spc="-20" dirty="0" smtClean="0">
                <a:solidFill>
                  <a:srgbClr val="000066"/>
                </a:solidFill>
                <a:latin typeface="Arial"/>
                <a:cs typeface="Arial"/>
              </a:rPr>
              <a:t>Oper</a:t>
            </a:r>
            <a:r>
              <a:rPr sz="2800" b="1" spc="-15" dirty="0" smtClean="0">
                <a:solidFill>
                  <a:srgbClr val="000066"/>
                </a:solidFill>
                <a:latin typeface="Arial"/>
                <a:cs typeface="Arial"/>
              </a:rPr>
              <a:t>ator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278763"/>
            <a:ext cx="7412355" cy="95504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  <a:tab pos="4255770" algn="l"/>
              </a:tabLst>
            </a:pPr>
            <a:r>
              <a:rPr sz="2000" b="1" dirty="0" smtClean="0">
                <a:latin typeface="Arial"/>
                <a:cs typeface="Arial"/>
              </a:rPr>
              <a:t>The +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opera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or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produces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 </a:t>
            </a:r>
            <a:r>
              <a:rPr sz="20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new	</a:t>
            </a:r>
            <a:r>
              <a:rPr sz="2000" b="1" spc="0" dirty="0" smtClean="0">
                <a:latin typeface="Arial"/>
                <a:cs typeface="Arial"/>
              </a:rPr>
              <a:t>tuple,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l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st,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or string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2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hose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ts val="2120"/>
              </a:lnSpc>
            </a:pPr>
            <a:r>
              <a:rPr sz="2000" b="1" spc="-25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al</a:t>
            </a:r>
            <a:r>
              <a:rPr sz="2000" b="1" spc="-10" dirty="0" smtClean="0">
                <a:latin typeface="Arial"/>
                <a:cs typeface="Arial"/>
              </a:rPr>
              <a:t>u</a:t>
            </a:r>
            <a:r>
              <a:rPr sz="2000" b="1" spc="0" dirty="0" smtClean="0">
                <a:latin typeface="Arial"/>
                <a:cs typeface="Arial"/>
              </a:rPr>
              <a:t>e</a:t>
            </a:r>
            <a:r>
              <a:rPr sz="2000" b="1" spc="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is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concatenation</a:t>
            </a:r>
            <a:r>
              <a:rPr sz="2000" b="1" spc="-5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its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argu</a:t>
            </a:r>
            <a:r>
              <a:rPr sz="2000" b="1" spc="-15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ents.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Extends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conca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ena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ion</a:t>
            </a:r>
            <a:r>
              <a:rPr sz="2000" b="1" spc="-5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from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strings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to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other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</a:t>
            </a:r>
            <a:r>
              <a:rPr sz="2000" b="1" spc="-30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pes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5454" y="4346194"/>
            <a:ext cx="3713479" cy="6045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 smtClean="0">
                <a:solidFill>
                  <a:srgbClr val="660033"/>
                </a:solidFill>
                <a:latin typeface="Courier New"/>
                <a:cs typeface="Courier New"/>
              </a:rPr>
              <a:t>&gt;&gt;</a:t>
            </a:r>
            <a:r>
              <a:rPr sz="1800" b="1" spc="0" dirty="0" smtClean="0">
                <a:solidFill>
                  <a:srgbClr val="660033"/>
                </a:solidFill>
                <a:latin typeface="Courier New"/>
                <a:cs typeface="Courier New"/>
              </a:rPr>
              <a:t>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“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He</a:t>
            </a:r>
            <a:r>
              <a:rPr sz="1800" b="1" spc="-20" dirty="0" smtClean="0">
                <a:solidFill>
                  <a:srgbClr val="008000"/>
                </a:solidFill>
                <a:latin typeface="Courier New"/>
                <a:cs typeface="Courier New"/>
              </a:rPr>
              <a:t>l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l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o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”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+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“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”</a:t>
            </a:r>
            <a:r>
              <a:rPr sz="1800" b="1" spc="-5" dirty="0" smtClean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+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“W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or</a:t>
            </a:r>
            <a:r>
              <a:rPr sz="1800" b="1" spc="-20" dirty="0" smtClean="0">
                <a:solidFill>
                  <a:srgbClr val="008000"/>
                </a:solidFill>
                <a:latin typeface="Courier New"/>
                <a:cs typeface="Courier New"/>
              </a:rPr>
              <a:t>l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d”</a:t>
            </a:r>
            <a:endParaRPr sz="1800">
              <a:latin typeface="Courier New"/>
              <a:cs typeface="Courier New"/>
            </a:endParaRPr>
          </a:p>
          <a:p>
            <a:pPr marL="149860">
              <a:lnSpc>
                <a:spcPct val="100000"/>
              </a:lnSpc>
              <a:spcBef>
                <a:spcPts val="215"/>
              </a:spcBef>
            </a:pPr>
            <a:r>
              <a:rPr sz="1800" b="1" dirty="0" smtClean="0">
                <a:solidFill>
                  <a:srgbClr val="0000FF"/>
                </a:solidFill>
                <a:latin typeface="Courier New"/>
                <a:cs typeface="Courier New"/>
              </a:rPr>
              <a:t>‘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H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e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l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lo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W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or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ld’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52754" y="2532399"/>
          <a:ext cx="3463893" cy="15629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0439"/>
                <a:gridCol w="409124"/>
                <a:gridCol w="409237"/>
                <a:gridCol w="819988"/>
                <a:gridCol w="775104"/>
              </a:tblGrid>
              <a:tr h="328563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r>
                        <a:rPr sz="1800" b="1" spc="-15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1,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latin typeface="Courier New"/>
                          <a:cs typeface="Courier New"/>
                        </a:rPr>
                        <a:t>2,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latin typeface="Courier New"/>
                          <a:cs typeface="Courier New"/>
                        </a:rPr>
                        <a:t>3)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(4,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5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6)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52970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b="1" spc="-15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1800" b="1" spc="0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1800" b="1" spc="-15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0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2,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3,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4,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5,</a:t>
                      </a:r>
                      <a:r>
                        <a:rPr sz="1800" b="1" spc="-15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0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6)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452778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r>
                        <a:rPr sz="1800" b="1" spc="-15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1,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latin typeface="Courier New"/>
                          <a:cs typeface="Courier New"/>
                        </a:rPr>
                        <a:t>2,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latin typeface="Courier New"/>
                          <a:cs typeface="Courier New"/>
                        </a:rPr>
                        <a:t>3]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latin typeface="Courier New"/>
                          <a:cs typeface="Courier New"/>
                        </a:rPr>
                        <a:t>+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[4,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5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6]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28675"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1800" b="1" spc="-15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1800" b="1" spc="0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1800" b="1" spc="-15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0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2,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3,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4,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5,</a:t>
                      </a:r>
                      <a:r>
                        <a:rPr sz="1800" b="1" spc="-15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0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6]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5454" y="2358771"/>
            <a:ext cx="3070225" cy="984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 smtClean="0">
                <a:solidFill>
                  <a:srgbClr val="C00000"/>
                </a:solidFill>
                <a:latin typeface="Arial"/>
                <a:cs typeface="Arial"/>
              </a:rPr>
              <a:t>Mut</a:t>
            </a:r>
            <a:r>
              <a:rPr sz="3200" b="1" spc="-10" dirty="0" smtClean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3200" b="1" spc="0" dirty="0" smtClean="0">
                <a:solidFill>
                  <a:srgbClr val="C00000"/>
                </a:solidFill>
                <a:latin typeface="Arial"/>
                <a:cs typeface="Arial"/>
              </a:rPr>
              <a:t>bil</a:t>
            </a:r>
            <a:r>
              <a:rPr sz="3200" b="1" spc="-10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3200" b="1" spc="0" dirty="0" smtClean="0">
                <a:solidFill>
                  <a:srgbClr val="C00000"/>
                </a:solidFill>
                <a:latin typeface="Arial"/>
                <a:cs typeface="Arial"/>
              </a:rPr>
              <a:t>ty: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200" b="1" dirty="0" smtClean="0">
                <a:solidFill>
                  <a:srgbClr val="C00000"/>
                </a:solidFill>
                <a:latin typeface="Arial"/>
                <a:cs typeface="Arial"/>
              </a:rPr>
              <a:t>Tup</a:t>
            </a:r>
            <a:r>
              <a:rPr sz="3200" b="1" spc="-15" dirty="0" smtClean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3200" b="1" spc="0" dirty="0" smtClean="0">
                <a:solidFill>
                  <a:srgbClr val="C00000"/>
                </a:solidFill>
                <a:latin typeface="Arial"/>
                <a:cs typeface="Arial"/>
              </a:rPr>
              <a:t>es</a:t>
            </a:r>
            <a:r>
              <a:rPr sz="3200" b="1" spc="-4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C00000"/>
                </a:solidFill>
                <a:latin typeface="Arial"/>
                <a:cs typeface="Arial"/>
              </a:rPr>
              <a:t>v</a:t>
            </a:r>
            <a:r>
              <a:rPr sz="3200" b="1" spc="-15" dirty="0" smtClean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3200" b="1" spc="0" dirty="0" smtClean="0">
                <a:solidFill>
                  <a:srgbClr val="C00000"/>
                </a:solidFill>
                <a:latin typeface="Arial"/>
                <a:cs typeface="Arial"/>
              </a:rPr>
              <a:t>. </a:t>
            </a:r>
            <a:r>
              <a:rPr sz="3200" b="1" spc="-10" dirty="0" smtClean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3200" b="1" spc="0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3200" b="1" spc="-10" dirty="0" smtClean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3200" b="1" spc="0" dirty="0" smtClean="0">
                <a:solidFill>
                  <a:srgbClr val="C00000"/>
                </a:solidFill>
                <a:latin typeface="Arial"/>
                <a:cs typeface="Arial"/>
              </a:rPr>
              <a:t>ts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95912" y="3489282"/>
            <a:ext cx="1483637" cy="24954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6965442" y="6366255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36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5454" y="551941"/>
            <a:ext cx="3097530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358900" algn="l"/>
              </a:tabLst>
            </a:pPr>
            <a:r>
              <a:rPr sz="3600" b="1" dirty="0" smtClean="0">
                <a:solidFill>
                  <a:srgbClr val="C00000"/>
                </a:solidFill>
                <a:latin typeface="Arial"/>
                <a:cs typeface="Arial"/>
              </a:rPr>
              <a:t>Lists:	Mutab</a:t>
            </a:r>
            <a:r>
              <a:rPr sz="3600" b="1" spc="-15" dirty="0" smtClean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5454" y="3040253"/>
            <a:ext cx="7077709" cy="15335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>
              <a:lnSpc>
                <a:spcPct val="100000"/>
              </a:lnSpc>
            </a:pP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[‘abc’</a:t>
            </a:r>
            <a:r>
              <a:rPr sz="20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,</a:t>
            </a: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 45</a:t>
            </a:r>
            <a:r>
              <a:rPr sz="20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,</a:t>
            </a: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 4.34</a:t>
            </a:r>
            <a:r>
              <a:rPr sz="20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,</a:t>
            </a: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 23]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ts val="700"/>
              </a:lnSpc>
              <a:spcBef>
                <a:spcPts val="10"/>
              </a:spcBef>
            </a:pPr>
            <a:endParaRPr sz="700"/>
          </a:p>
          <a:p>
            <a:pPr>
              <a:lnSpc>
                <a:spcPts val="1000"/>
              </a:lnSpc>
            </a:pPr>
            <a:endParaRPr sz="1000"/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We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can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change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l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sts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latin typeface="Arial"/>
                <a:cs typeface="Arial"/>
              </a:rPr>
              <a:t>in</a:t>
            </a:r>
            <a:r>
              <a:rPr sz="2000" b="1" i="1" spc="-25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latin typeface="Arial"/>
                <a:cs typeface="Arial"/>
              </a:rPr>
              <a:t>place.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Name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i="1" spc="-10" dirty="0" smtClean="0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sz="20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2000" b="1" i="1" spc="-25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sti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l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poi</a:t>
            </a:r>
            <a:r>
              <a:rPr sz="2000" b="1" spc="-10" dirty="0" smtClean="0">
                <a:latin typeface="Arial"/>
                <a:cs typeface="Arial"/>
              </a:rPr>
              <a:t>n</a:t>
            </a:r>
            <a:r>
              <a:rPr sz="2000" b="1" spc="0" dirty="0" smtClean="0">
                <a:latin typeface="Arial"/>
                <a:cs typeface="Arial"/>
              </a:rPr>
              <a:t>ts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to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same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me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ory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reference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2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hen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ts val="2360"/>
              </a:lnSpc>
            </a:pPr>
            <a:r>
              <a:rPr sz="2000" b="1" spc="2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e’</a:t>
            </a:r>
            <a:r>
              <a:rPr sz="2000" b="1" spc="-20" dirty="0" smtClean="0">
                <a:latin typeface="Arial"/>
                <a:cs typeface="Arial"/>
              </a:rPr>
              <a:t>r</a:t>
            </a:r>
            <a:r>
              <a:rPr sz="2000" b="1" spc="0" dirty="0" smtClean="0">
                <a:latin typeface="Arial"/>
                <a:cs typeface="Arial"/>
              </a:rPr>
              <a:t>e</a:t>
            </a:r>
            <a:r>
              <a:rPr sz="2000" b="1" spc="-4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done.</a:t>
            </a:r>
            <a:endParaRPr sz="2000">
              <a:latin typeface="Arial"/>
              <a:cs typeface="Arial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52754" y="2001295"/>
          <a:ext cx="4623230" cy="110569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8824"/>
                <a:gridCol w="2591168"/>
                <a:gridCol w="1473237"/>
              </a:tblGrid>
              <a:tr h="373634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2000" b="1" spc="0" dirty="0" smtClean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0" dirty="0" smtClean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 [</a:t>
                      </a:r>
                      <a:r>
                        <a:rPr sz="2000" b="1" spc="-5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‘abc</a:t>
                      </a:r>
                      <a:r>
                        <a:rPr sz="2000" b="1" spc="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’</a:t>
                      </a:r>
                      <a:r>
                        <a:rPr sz="2000" b="1" spc="0" dirty="0" smtClean="0"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 23,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4.34</a:t>
                      </a:r>
                      <a:r>
                        <a:rPr sz="2000" b="1" spc="0" dirty="0" smtClean="0"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 23]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65760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li[1</a:t>
                      </a:r>
                      <a:r>
                        <a:rPr sz="2000" b="1" spc="0" dirty="0" smtClean="0">
                          <a:latin typeface="Courier New"/>
                          <a:cs typeface="Courier New"/>
                        </a:rPr>
                        <a:t>]</a:t>
                      </a: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0" dirty="0" smtClean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 45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66297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li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965442" y="6366255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37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5454" y="551941"/>
            <a:ext cx="4064635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764030" algn="l"/>
              </a:tabLst>
            </a:pPr>
            <a:r>
              <a:rPr sz="3600" b="1" dirty="0" smtClean="0">
                <a:latin typeface="Arial"/>
                <a:cs typeface="Arial"/>
              </a:rPr>
              <a:t>Tup</a:t>
            </a:r>
            <a:r>
              <a:rPr sz="3600" b="1" spc="-15" dirty="0" smtClean="0">
                <a:latin typeface="Arial"/>
                <a:cs typeface="Arial"/>
              </a:rPr>
              <a:t>l</a:t>
            </a:r>
            <a:r>
              <a:rPr sz="3600" b="1" spc="0" dirty="0" smtClean="0">
                <a:latin typeface="Arial"/>
                <a:cs typeface="Arial"/>
              </a:rPr>
              <a:t>es:	Im</a:t>
            </a:r>
            <a:r>
              <a:rPr sz="3600" b="1" spc="5" dirty="0" smtClean="0">
                <a:latin typeface="Arial"/>
                <a:cs typeface="Arial"/>
              </a:rPr>
              <a:t>m</a:t>
            </a:r>
            <a:r>
              <a:rPr sz="3600" b="1" spc="0" dirty="0" smtClean="0">
                <a:latin typeface="Arial"/>
                <a:cs typeface="Arial"/>
              </a:rPr>
              <a:t>utable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833753"/>
            <a:ext cx="7336155" cy="38366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 </a:t>
            </a:r>
            <a:r>
              <a:rPr sz="1600" b="1" spc="-10" dirty="0" smtClean="0">
                <a:latin typeface="Courier New"/>
                <a:cs typeface="Courier New"/>
              </a:rPr>
              <a:t>t =</a:t>
            </a:r>
            <a:r>
              <a:rPr sz="1600" b="1" spc="10" dirty="0" smtClean="0">
                <a:latin typeface="Courier New"/>
                <a:cs typeface="Courier New"/>
              </a:rPr>
              <a:t> </a:t>
            </a:r>
            <a:r>
              <a:rPr sz="1600" b="1" spc="-10" dirty="0" smtClean="0">
                <a:latin typeface="Courier New"/>
                <a:cs typeface="Courier New"/>
              </a:rPr>
              <a:t>(23,</a:t>
            </a:r>
            <a:r>
              <a:rPr sz="1600" b="1" spc="20" dirty="0" smtClean="0"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‘abc</a:t>
            </a:r>
            <a:r>
              <a:rPr sz="1600" b="1" spc="-5" dirty="0" smtClean="0">
                <a:solidFill>
                  <a:srgbClr val="008000"/>
                </a:solidFill>
                <a:latin typeface="Courier New"/>
                <a:cs typeface="Courier New"/>
              </a:rPr>
              <a:t>’</a:t>
            </a:r>
            <a:r>
              <a:rPr sz="1600" b="1" spc="-10" dirty="0" smtClean="0">
                <a:latin typeface="Courier New"/>
                <a:cs typeface="Courier New"/>
              </a:rPr>
              <a:t>,</a:t>
            </a:r>
            <a:r>
              <a:rPr sz="1600" b="1" spc="10" dirty="0" smtClean="0">
                <a:latin typeface="Courier New"/>
                <a:cs typeface="Courier New"/>
              </a:rPr>
              <a:t> </a:t>
            </a:r>
            <a:r>
              <a:rPr sz="1600" b="1" spc="-10" dirty="0" smtClean="0">
                <a:latin typeface="Courier New"/>
                <a:cs typeface="Courier New"/>
              </a:rPr>
              <a:t>4.5</a:t>
            </a:r>
            <a:r>
              <a:rPr sz="1600" b="1" spc="0" dirty="0" smtClean="0">
                <a:latin typeface="Courier New"/>
                <a:cs typeface="Courier New"/>
              </a:rPr>
              <a:t>6</a:t>
            </a:r>
            <a:r>
              <a:rPr sz="1600" b="1" spc="-10" dirty="0" smtClean="0">
                <a:latin typeface="Courier New"/>
                <a:cs typeface="Courier New"/>
              </a:rPr>
              <a:t>, (2,3</a:t>
            </a:r>
            <a:r>
              <a:rPr sz="1600" b="1" spc="0" dirty="0" smtClean="0">
                <a:latin typeface="Courier New"/>
                <a:cs typeface="Courier New"/>
              </a:rPr>
              <a:t>)</a:t>
            </a:r>
            <a:r>
              <a:rPr sz="1600" b="1" spc="-10" dirty="0" smtClean="0">
                <a:latin typeface="Courier New"/>
                <a:cs typeface="Courier New"/>
              </a:rPr>
              <a:t>,</a:t>
            </a:r>
            <a:r>
              <a:rPr sz="1600" b="1" spc="15" dirty="0" smtClean="0"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‘d</a:t>
            </a:r>
            <a:r>
              <a:rPr sz="16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e</a:t>
            </a:r>
            <a:r>
              <a:rPr sz="16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f</a:t>
            </a:r>
            <a:r>
              <a:rPr sz="1600" b="1" spc="-5" dirty="0" smtClean="0">
                <a:solidFill>
                  <a:srgbClr val="008000"/>
                </a:solidFill>
                <a:latin typeface="Courier New"/>
                <a:cs typeface="Courier New"/>
              </a:rPr>
              <a:t>’</a:t>
            </a:r>
            <a:r>
              <a:rPr sz="1600" b="1" spc="-10" dirty="0" smtClean="0"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600" b="1" spc="-10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 </a:t>
            </a:r>
            <a:r>
              <a:rPr sz="1600" b="1" spc="-10" dirty="0" smtClean="0">
                <a:latin typeface="Courier New"/>
                <a:cs typeface="Courier New"/>
              </a:rPr>
              <a:t>t[</a:t>
            </a:r>
            <a:r>
              <a:rPr sz="1600" b="1" spc="0" dirty="0" smtClean="0">
                <a:latin typeface="Courier New"/>
                <a:cs typeface="Courier New"/>
              </a:rPr>
              <a:t>2</a:t>
            </a:r>
            <a:r>
              <a:rPr sz="1600" b="1" spc="-10" dirty="0" smtClean="0">
                <a:latin typeface="Courier New"/>
                <a:cs typeface="Courier New"/>
              </a:rPr>
              <a:t>] = </a:t>
            </a:r>
            <a:r>
              <a:rPr sz="1600" b="1" spc="0" dirty="0" smtClean="0">
                <a:latin typeface="Courier New"/>
                <a:cs typeface="Courier New"/>
              </a:rPr>
              <a:t>3</a:t>
            </a:r>
            <a:r>
              <a:rPr sz="1600" b="1" spc="-10" dirty="0" smtClean="0">
                <a:latin typeface="Courier New"/>
                <a:cs typeface="Courier New"/>
              </a:rPr>
              <a:t>.14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300"/>
              </a:lnSpc>
              <a:spcBef>
                <a:spcPts val="3"/>
              </a:spcBef>
            </a:pPr>
            <a:endParaRPr sz="1300"/>
          </a:p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Traceb</a:t>
            </a:r>
            <a:r>
              <a:rPr sz="16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a</a:t>
            </a:r>
            <a:r>
              <a:rPr sz="16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ck (</a:t>
            </a:r>
            <a:r>
              <a:rPr sz="16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m</a:t>
            </a:r>
            <a:r>
              <a:rPr sz="16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ost re</a:t>
            </a:r>
            <a:r>
              <a:rPr sz="16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c</a:t>
            </a:r>
            <a:r>
              <a:rPr sz="16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ent </a:t>
            </a:r>
            <a:r>
              <a:rPr sz="16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c</a:t>
            </a:r>
            <a:r>
              <a:rPr sz="16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all la</a:t>
            </a:r>
            <a:r>
              <a:rPr sz="16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s</a:t>
            </a:r>
            <a:r>
              <a:rPr sz="16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t):</a:t>
            </a:r>
            <a:endParaRPr sz="1600">
              <a:latin typeface="Courier New"/>
              <a:cs typeface="Courier New"/>
            </a:endParaRPr>
          </a:p>
          <a:p>
            <a:pPr marL="500380" marR="1946910" indent="-243840">
              <a:lnSpc>
                <a:spcPts val="2110"/>
              </a:lnSpc>
              <a:spcBef>
                <a:spcPts val="100"/>
              </a:spcBef>
            </a:pPr>
            <a:r>
              <a:rPr sz="16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File</a:t>
            </a:r>
            <a:r>
              <a:rPr sz="1600" b="1" spc="10" dirty="0" smtClean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"&lt;py</a:t>
            </a:r>
            <a:r>
              <a:rPr sz="16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s</a:t>
            </a:r>
            <a:r>
              <a:rPr sz="16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hell#7</a:t>
            </a:r>
            <a:r>
              <a:rPr sz="16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5</a:t>
            </a:r>
            <a:r>
              <a:rPr sz="16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&gt;", </a:t>
            </a:r>
            <a:r>
              <a:rPr sz="16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l</a:t>
            </a:r>
            <a:r>
              <a:rPr sz="16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ine 1,</a:t>
            </a:r>
            <a:r>
              <a:rPr sz="1600" b="1" spc="10" dirty="0" smtClean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in</a:t>
            </a:r>
            <a:r>
              <a:rPr sz="1600" b="1" spc="35" dirty="0" smtClean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-</a:t>
            </a:r>
            <a:r>
              <a:rPr sz="16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t</a:t>
            </a:r>
            <a:r>
              <a:rPr sz="16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opleve</a:t>
            </a:r>
            <a:r>
              <a:rPr sz="1600" b="1" spc="10" dirty="0" smtClean="0">
                <a:solidFill>
                  <a:srgbClr val="FF3300"/>
                </a:solidFill>
                <a:latin typeface="Courier New"/>
                <a:cs typeface="Courier New"/>
              </a:rPr>
              <a:t>l</a:t>
            </a:r>
            <a:r>
              <a:rPr sz="16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- tu</a:t>
            </a:r>
            <a:r>
              <a:rPr sz="16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[</a:t>
            </a:r>
            <a:r>
              <a:rPr sz="16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2] =</a:t>
            </a:r>
            <a:r>
              <a:rPr sz="1600" b="1" spc="10" dirty="0" smtClean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3.14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TypeEr</a:t>
            </a:r>
            <a:r>
              <a:rPr sz="16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r</a:t>
            </a:r>
            <a:r>
              <a:rPr sz="16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or: </a:t>
            </a:r>
            <a:r>
              <a:rPr sz="16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o</a:t>
            </a:r>
            <a:r>
              <a:rPr sz="16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bject </a:t>
            </a:r>
            <a:r>
              <a:rPr sz="16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d</a:t>
            </a:r>
            <a:r>
              <a:rPr sz="16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oesn</a:t>
            </a:r>
            <a:r>
              <a:rPr sz="16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'</a:t>
            </a:r>
            <a:r>
              <a:rPr sz="16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t supp</a:t>
            </a:r>
            <a:r>
              <a:rPr sz="16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o</a:t>
            </a:r>
            <a:r>
              <a:rPr sz="16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rt i</a:t>
            </a:r>
            <a:r>
              <a:rPr sz="16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t</a:t>
            </a:r>
            <a:r>
              <a:rPr sz="16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em ass</a:t>
            </a:r>
            <a:r>
              <a:rPr sz="16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i</a:t>
            </a:r>
            <a:r>
              <a:rPr sz="16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gnme</a:t>
            </a:r>
            <a:r>
              <a:rPr sz="16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n</a:t>
            </a:r>
            <a:r>
              <a:rPr sz="16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t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400"/>
              </a:lnSpc>
              <a:spcBef>
                <a:spcPts val="16"/>
              </a:spcBef>
            </a:pPr>
            <a:endParaRPr sz="1400"/>
          </a:p>
          <a:p>
            <a:pPr marL="12700">
              <a:lnSpc>
                <a:spcPct val="100000"/>
              </a:lnSpc>
            </a:pPr>
            <a:r>
              <a:rPr sz="1800" b="1" dirty="0" smtClean="0">
                <a:latin typeface="Arial"/>
                <a:cs typeface="Arial"/>
              </a:rPr>
              <a:t>You</a:t>
            </a:r>
            <a:r>
              <a:rPr sz="1800" b="1" spc="-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c</a:t>
            </a:r>
            <a:r>
              <a:rPr sz="1800" b="1" spc="-10" dirty="0" smtClean="0">
                <a:latin typeface="Arial"/>
                <a:cs typeface="Arial"/>
              </a:rPr>
              <a:t>a</a:t>
            </a:r>
            <a:r>
              <a:rPr sz="1800" b="1" spc="0" dirty="0" smtClean="0">
                <a:latin typeface="Arial"/>
                <a:cs typeface="Arial"/>
              </a:rPr>
              <a:t>n</a:t>
            </a:r>
            <a:r>
              <a:rPr sz="1800" b="1" spc="5" dirty="0" smtClean="0">
                <a:latin typeface="Arial"/>
                <a:cs typeface="Arial"/>
              </a:rPr>
              <a:t>’</a:t>
            </a:r>
            <a:r>
              <a:rPr sz="1800" b="1" spc="0" dirty="0" smtClean="0">
                <a:latin typeface="Arial"/>
                <a:cs typeface="Arial"/>
              </a:rPr>
              <a:t>t chan</a:t>
            </a:r>
            <a:r>
              <a:rPr sz="1800" b="1" spc="5" dirty="0" smtClean="0">
                <a:latin typeface="Arial"/>
                <a:cs typeface="Arial"/>
              </a:rPr>
              <a:t>g</a:t>
            </a:r>
            <a:r>
              <a:rPr sz="1800" b="1" spc="0" dirty="0" smtClean="0">
                <a:latin typeface="Arial"/>
                <a:cs typeface="Arial"/>
              </a:rPr>
              <a:t>e</a:t>
            </a:r>
            <a:r>
              <a:rPr sz="1800" b="1" spc="-1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a tu</a:t>
            </a:r>
            <a:r>
              <a:rPr sz="1800" b="1" spc="5" dirty="0" smtClean="0">
                <a:latin typeface="Arial"/>
                <a:cs typeface="Arial"/>
              </a:rPr>
              <a:t>p</a:t>
            </a:r>
            <a:r>
              <a:rPr sz="1800" b="1" spc="0" dirty="0" smtClean="0">
                <a:latin typeface="Arial"/>
                <a:cs typeface="Arial"/>
              </a:rPr>
              <a:t>le.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dirty="0" smtClean="0">
                <a:latin typeface="Arial"/>
                <a:cs typeface="Arial"/>
              </a:rPr>
              <a:t>You</a:t>
            </a:r>
            <a:r>
              <a:rPr sz="1800" b="1" spc="-5" dirty="0" smtClean="0">
                <a:latin typeface="Arial"/>
                <a:cs typeface="Arial"/>
              </a:rPr>
              <a:t> </a:t>
            </a:r>
            <a:r>
              <a:rPr sz="1800" b="1" spc="-10" dirty="0" smtClean="0">
                <a:latin typeface="Arial"/>
                <a:cs typeface="Arial"/>
              </a:rPr>
              <a:t>ca</a:t>
            </a:r>
            <a:r>
              <a:rPr sz="1800" b="1" spc="0" dirty="0" smtClean="0">
                <a:latin typeface="Arial"/>
                <a:cs typeface="Arial"/>
              </a:rPr>
              <a:t>n </a:t>
            </a:r>
            <a:r>
              <a:rPr sz="1800" b="1" spc="-10" dirty="0" smtClean="0">
                <a:latin typeface="Arial"/>
                <a:cs typeface="Arial"/>
              </a:rPr>
              <a:t>mak</a:t>
            </a:r>
            <a:r>
              <a:rPr sz="1800" b="1" spc="0" dirty="0" smtClean="0">
                <a:latin typeface="Arial"/>
                <a:cs typeface="Arial"/>
              </a:rPr>
              <a:t>e</a:t>
            </a:r>
            <a:r>
              <a:rPr sz="1800" b="1" spc="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a</a:t>
            </a:r>
            <a:r>
              <a:rPr sz="1800" b="1" spc="-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fr</a:t>
            </a:r>
            <a:r>
              <a:rPr sz="1800" b="1" spc="-10" dirty="0" smtClean="0">
                <a:latin typeface="Arial"/>
                <a:cs typeface="Arial"/>
              </a:rPr>
              <a:t>es</a:t>
            </a:r>
            <a:r>
              <a:rPr sz="1800" b="1" spc="0" dirty="0" smtClean="0">
                <a:latin typeface="Arial"/>
                <a:cs typeface="Arial"/>
              </a:rPr>
              <a:t>h tup</a:t>
            </a:r>
            <a:r>
              <a:rPr sz="1800" b="1" spc="5" dirty="0" smtClean="0">
                <a:latin typeface="Arial"/>
                <a:cs typeface="Arial"/>
              </a:rPr>
              <a:t>l</a:t>
            </a:r>
            <a:r>
              <a:rPr sz="1800" b="1" spc="0" dirty="0" smtClean="0">
                <a:latin typeface="Arial"/>
                <a:cs typeface="Arial"/>
              </a:rPr>
              <a:t>e</a:t>
            </a:r>
            <a:r>
              <a:rPr sz="1800" b="1" spc="-15" dirty="0" smtClean="0">
                <a:latin typeface="Arial"/>
                <a:cs typeface="Arial"/>
              </a:rPr>
              <a:t> </a:t>
            </a:r>
            <a:r>
              <a:rPr sz="1800" b="1" spc="-10" dirty="0" smtClean="0">
                <a:latin typeface="Arial"/>
                <a:cs typeface="Arial"/>
              </a:rPr>
              <a:t>a</a:t>
            </a:r>
            <a:r>
              <a:rPr sz="1800" b="1" spc="0" dirty="0" smtClean="0">
                <a:latin typeface="Arial"/>
                <a:cs typeface="Arial"/>
              </a:rPr>
              <a:t>nd a</a:t>
            </a:r>
            <a:r>
              <a:rPr sz="1800" b="1" spc="-10" dirty="0" smtClean="0">
                <a:latin typeface="Arial"/>
                <a:cs typeface="Arial"/>
              </a:rPr>
              <a:t>ss</a:t>
            </a:r>
            <a:r>
              <a:rPr sz="1800" b="1" spc="0" dirty="0" smtClean="0">
                <a:latin typeface="Arial"/>
                <a:cs typeface="Arial"/>
              </a:rPr>
              <a:t>ign</a:t>
            </a:r>
            <a:r>
              <a:rPr sz="1800" b="1" spc="-10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its </a:t>
            </a:r>
            <a:r>
              <a:rPr sz="1800" b="1" spc="-10" dirty="0" smtClean="0">
                <a:latin typeface="Arial"/>
                <a:cs typeface="Arial"/>
              </a:rPr>
              <a:t>re</a:t>
            </a:r>
            <a:r>
              <a:rPr sz="1800" b="1" spc="0" dirty="0" smtClean="0">
                <a:latin typeface="Arial"/>
                <a:cs typeface="Arial"/>
              </a:rPr>
              <a:t>f</a:t>
            </a:r>
            <a:r>
              <a:rPr sz="1800" b="1" spc="-10" dirty="0" smtClean="0">
                <a:latin typeface="Arial"/>
                <a:cs typeface="Arial"/>
              </a:rPr>
              <a:t>e</a:t>
            </a:r>
            <a:r>
              <a:rPr sz="1800" b="1" spc="0" dirty="0" smtClean="0">
                <a:latin typeface="Arial"/>
                <a:cs typeface="Arial"/>
              </a:rPr>
              <a:t>r</a:t>
            </a:r>
            <a:r>
              <a:rPr sz="1800" b="1" spc="-15" dirty="0" smtClean="0">
                <a:latin typeface="Arial"/>
                <a:cs typeface="Arial"/>
              </a:rPr>
              <a:t>e</a:t>
            </a:r>
            <a:r>
              <a:rPr sz="1800" b="1" spc="0" dirty="0" smtClean="0">
                <a:latin typeface="Arial"/>
                <a:cs typeface="Arial"/>
              </a:rPr>
              <a:t>nce</a:t>
            </a:r>
            <a:r>
              <a:rPr sz="1800" b="1" spc="1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to</a:t>
            </a:r>
            <a:r>
              <a:rPr sz="1800" b="1" spc="-10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a</a:t>
            </a:r>
            <a:r>
              <a:rPr sz="1800" b="1" spc="-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pr</a:t>
            </a:r>
            <a:r>
              <a:rPr sz="1800" b="1" spc="-15" dirty="0" smtClean="0">
                <a:latin typeface="Arial"/>
                <a:cs typeface="Arial"/>
              </a:rPr>
              <a:t>e</a:t>
            </a:r>
            <a:r>
              <a:rPr sz="1800" b="1" spc="-45" dirty="0" smtClean="0">
                <a:latin typeface="Arial"/>
                <a:cs typeface="Arial"/>
              </a:rPr>
              <a:t>v</a:t>
            </a:r>
            <a:r>
              <a:rPr sz="1800" b="1" spc="0" dirty="0" smtClean="0">
                <a:latin typeface="Arial"/>
                <a:cs typeface="Arial"/>
              </a:rPr>
              <a:t>iously</a:t>
            </a:r>
            <a:endParaRPr sz="1800">
              <a:latin typeface="Arial"/>
              <a:cs typeface="Arial"/>
            </a:endParaRPr>
          </a:p>
          <a:p>
            <a:pPr marL="192405">
              <a:lnSpc>
                <a:spcPts val="1945"/>
              </a:lnSpc>
            </a:pPr>
            <a:r>
              <a:rPr sz="1800" b="1" dirty="0" smtClean="0">
                <a:latin typeface="Arial"/>
                <a:cs typeface="Arial"/>
              </a:rPr>
              <a:t>us</a:t>
            </a:r>
            <a:r>
              <a:rPr sz="1800" b="1" spc="-10" dirty="0" smtClean="0">
                <a:latin typeface="Arial"/>
                <a:cs typeface="Arial"/>
              </a:rPr>
              <a:t>e</a:t>
            </a:r>
            <a:r>
              <a:rPr sz="1800" b="1" spc="0" dirty="0" smtClean="0">
                <a:latin typeface="Arial"/>
                <a:cs typeface="Arial"/>
              </a:rPr>
              <a:t>d</a:t>
            </a:r>
            <a:r>
              <a:rPr sz="1800" b="1" spc="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nam</a:t>
            </a:r>
            <a:r>
              <a:rPr sz="1800" b="1" spc="-10" dirty="0" smtClean="0">
                <a:latin typeface="Arial"/>
                <a:cs typeface="Arial"/>
              </a:rPr>
              <a:t>e</a:t>
            </a:r>
            <a:r>
              <a:rPr sz="1800" b="1" spc="0" dirty="0" smtClean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192405">
              <a:lnSpc>
                <a:spcPct val="100000"/>
              </a:lnSpc>
              <a:spcBef>
                <a:spcPts val="100"/>
              </a:spcBef>
            </a:pPr>
            <a:r>
              <a:rPr sz="1600" b="1" spc="-10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 </a:t>
            </a:r>
            <a:r>
              <a:rPr sz="1600" b="1" spc="-10" dirty="0" smtClean="0">
                <a:latin typeface="Courier New"/>
                <a:cs typeface="Courier New"/>
              </a:rPr>
              <a:t>t =</a:t>
            </a:r>
            <a:r>
              <a:rPr sz="1600" b="1" spc="10" dirty="0" smtClean="0">
                <a:latin typeface="Courier New"/>
                <a:cs typeface="Courier New"/>
              </a:rPr>
              <a:t> </a:t>
            </a:r>
            <a:r>
              <a:rPr sz="1600" b="1" spc="-10" dirty="0" smtClean="0">
                <a:latin typeface="Courier New"/>
                <a:cs typeface="Courier New"/>
              </a:rPr>
              <a:t>(23,</a:t>
            </a:r>
            <a:r>
              <a:rPr sz="1600" b="1" spc="20" dirty="0" smtClean="0"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‘abc</a:t>
            </a:r>
            <a:r>
              <a:rPr sz="16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’</a:t>
            </a:r>
            <a:r>
              <a:rPr sz="1600" b="1" spc="-10" dirty="0" smtClean="0">
                <a:latin typeface="Courier New"/>
                <a:cs typeface="Courier New"/>
              </a:rPr>
              <a:t>,</a:t>
            </a:r>
            <a:r>
              <a:rPr sz="1600" b="1" spc="10" dirty="0" smtClean="0">
                <a:latin typeface="Courier New"/>
                <a:cs typeface="Courier New"/>
              </a:rPr>
              <a:t> </a:t>
            </a:r>
            <a:r>
              <a:rPr sz="1600" b="1" spc="-10" dirty="0" smtClean="0">
                <a:latin typeface="Courier New"/>
                <a:cs typeface="Courier New"/>
              </a:rPr>
              <a:t>3.1</a:t>
            </a:r>
            <a:r>
              <a:rPr sz="1600" b="1" spc="0" dirty="0" smtClean="0">
                <a:latin typeface="Courier New"/>
                <a:cs typeface="Courier New"/>
              </a:rPr>
              <a:t>4</a:t>
            </a:r>
            <a:r>
              <a:rPr sz="1600" b="1" spc="-10" dirty="0" smtClean="0">
                <a:latin typeface="Courier New"/>
                <a:cs typeface="Courier New"/>
              </a:rPr>
              <a:t>, (2,3</a:t>
            </a:r>
            <a:r>
              <a:rPr sz="1600" b="1" spc="0" dirty="0" smtClean="0">
                <a:latin typeface="Courier New"/>
                <a:cs typeface="Courier New"/>
              </a:rPr>
              <a:t>)</a:t>
            </a:r>
            <a:r>
              <a:rPr sz="1600" b="1" spc="-10" dirty="0" smtClean="0">
                <a:latin typeface="Courier New"/>
                <a:cs typeface="Courier New"/>
              </a:rPr>
              <a:t>,</a:t>
            </a:r>
            <a:r>
              <a:rPr sz="1600" b="1" spc="15" dirty="0" smtClean="0"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‘d</a:t>
            </a:r>
            <a:r>
              <a:rPr sz="16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e</a:t>
            </a:r>
            <a:r>
              <a:rPr sz="16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f</a:t>
            </a:r>
            <a:r>
              <a:rPr sz="1600" b="1" spc="-5" dirty="0" smtClean="0">
                <a:solidFill>
                  <a:srgbClr val="008000"/>
                </a:solidFill>
                <a:latin typeface="Courier New"/>
                <a:cs typeface="Courier New"/>
              </a:rPr>
              <a:t>’</a:t>
            </a:r>
            <a:r>
              <a:rPr sz="1600" b="1" spc="-10" dirty="0" smtClean="0"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200"/>
              </a:lnSpc>
              <a:spcBef>
                <a:spcPts val="66"/>
              </a:spcBef>
            </a:pPr>
            <a:endParaRPr sz="1200"/>
          </a:p>
          <a:p>
            <a:pPr marL="192405" indent="-180340">
              <a:lnSpc>
                <a:spcPct val="100000"/>
              </a:lnSpc>
              <a:buClr>
                <a:srgbClr val="FF0000"/>
              </a:buClr>
              <a:buSzPct val="108333"/>
              <a:buFont typeface="Wingdings"/>
              <a:buChar char=""/>
              <a:tabLst>
                <a:tab pos="192405" algn="l"/>
              </a:tabLst>
            </a:pPr>
            <a:r>
              <a:rPr sz="18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i="1" spc="5" dirty="0" smtClean="0">
                <a:solidFill>
                  <a:srgbClr val="0000FF"/>
                </a:solidFill>
                <a:latin typeface="Arial"/>
                <a:cs typeface="Arial"/>
              </a:rPr>
              <a:t>h</a:t>
            </a:r>
            <a:r>
              <a:rPr sz="18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b="1" i="1" spc="-15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immutabi</a:t>
            </a:r>
            <a:r>
              <a:rPr sz="1800" b="1" i="1" spc="5" dirty="0" smtClean="0">
                <a:solidFill>
                  <a:srgbClr val="0000FF"/>
                </a:solidFill>
                <a:latin typeface="Arial"/>
                <a:cs typeface="Arial"/>
              </a:rPr>
              <a:t>l</a:t>
            </a:r>
            <a:r>
              <a:rPr sz="18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ity</a:t>
            </a:r>
            <a:r>
              <a:rPr sz="1800" b="1" i="1" spc="-1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of</a:t>
            </a:r>
            <a:r>
              <a:rPr sz="1800" b="1" i="1" spc="5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tu</a:t>
            </a:r>
            <a:r>
              <a:rPr sz="1800" b="1" i="1" spc="5" dirty="0" smtClean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18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les</a:t>
            </a:r>
            <a:r>
              <a:rPr sz="1800" b="1" i="1" spc="-15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800" b="1" i="1" spc="-10" dirty="0" smtClean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ans</a:t>
            </a:r>
            <a:r>
              <a:rPr sz="1800" b="1" i="1" spc="5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they’</a:t>
            </a:r>
            <a:r>
              <a:rPr sz="1800" b="1" i="1" spc="-10" dirty="0" smtClean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18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e f</a:t>
            </a:r>
            <a:r>
              <a:rPr sz="1800" b="1" i="1" spc="-10" dirty="0" smtClean="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sz="18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st</a:t>
            </a:r>
            <a:r>
              <a:rPr sz="1800" b="1" i="1" spc="-10" dirty="0" smtClean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r</a:t>
            </a:r>
            <a:r>
              <a:rPr sz="1800" b="1" i="1" spc="5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than list</a:t>
            </a:r>
            <a:r>
              <a:rPr sz="1800" b="1" i="1" spc="-10" dirty="0" smtClean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18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/>
          <p:nvPr/>
        </p:nvSpPr>
        <p:spPr>
          <a:xfrm>
            <a:off x="6965442" y="6366255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38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5454" y="551941"/>
            <a:ext cx="5842000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2552700" algn="l"/>
                <a:tab pos="3238500" algn="l"/>
                <a:tab pos="4432935" algn="l"/>
                <a:tab pos="5574665" algn="l"/>
              </a:tabLst>
            </a:pPr>
            <a:r>
              <a:rPr sz="3600" b="1" dirty="0" smtClean="0">
                <a:solidFill>
                  <a:srgbClr val="C00000"/>
                </a:solidFill>
                <a:latin typeface="Arial"/>
                <a:cs typeface="Arial"/>
              </a:rPr>
              <a:t>Operations	on	Lists	</a:t>
            </a:r>
            <a:r>
              <a:rPr sz="3600" b="1" spc="-15" dirty="0" smtClean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nly	1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847977"/>
            <a:ext cx="3438525" cy="302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l</a:t>
            </a:r>
            <a:r>
              <a:rPr sz="1800" b="1" spc="0" dirty="0" smtClean="0">
                <a:latin typeface="Courier New"/>
                <a:cs typeface="Courier New"/>
              </a:rPr>
              <a:t>i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=</a:t>
            </a:r>
            <a:r>
              <a:rPr sz="1800" b="1" spc="-15" dirty="0" smtClean="0">
                <a:latin typeface="Courier New"/>
                <a:cs typeface="Courier New"/>
              </a:rPr>
              <a:t> [1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1</a:t>
            </a:r>
            <a:r>
              <a:rPr sz="1800" b="1" spc="0" dirty="0" smtClean="0">
                <a:latin typeface="Courier New"/>
                <a:cs typeface="Courier New"/>
              </a:rPr>
              <a:t>1,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3,</a:t>
            </a:r>
            <a:r>
              <a:rPr sz="1800" b="1" spc="-15" dirty="0" smtClean="0">
                <a:latin typeface="Courier New"/>
                <a:cs typeface="Courier New"/>
              </a:rPr>
              <a:t> 4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5]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5454" y="4152645"/>
            <a:ext cx="1663700" cy="6318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&gt;</a:t>
            </a:r>
            <a:r>
              <a:rPr sz="1800" b="1" spc="0" dirty="0" smtClean="0">
                <a:latin typeface="Courier New"/>
                <a:cs typeface="Courier New"/>
              </a:rPr>
              <a:t>li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800" b="1" dirty="0" smtClean="0">
                <a:solidFill>
                  <a:srgbClr val="0000FF"/>
                </a:solidFill>
                <a:latin typeface="Courier New"/>
                <a:cs typeface="Courier New"/>
              </a:rPr>
              <a:t>[1,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1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1,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‘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i’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,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40533" y="4482083"/>
            <a:ext cx="1798955" cy="302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3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,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4,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5,</a:t>
            </a:r>
            <a:r>
              <a:rPr sz="1800" b="1" spc="-30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‘a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’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]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52754" y="2503443"/>
          <a:ext cx="6071025" cy="16727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693"/>
                <a:gridCol w="3152612"/>
                <a:gridCol w="2413719"/>
              </a:tblGrid>
              <a:tr h="342279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  <a:tabLst>
                          <a:tab pos="2263775" algn="l"/>
                        </a:tabLst>
                      </a:pP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i.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p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pe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nd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‘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’)	#</a:t>
                      </a:r>
                      <a:r>
                        <a:rPr sz="1800" b="1" spc="-5" dirty="0" smtClean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e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he</a:t>
                      </a:r>
                      <a:r>
                        <a:rPr sz="1800" b="1" spc="-25" dirty="0" smtClean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i="1" spc="0" dirty="0" smtClean="0">
                          <a:latin typeface="Courier New"/>
                          <a:cs typeface="Courier New"/>
                        </a:rPr>
                        <a:t>me</a:t>
                      </a:r>
                      <a:r>
                        <a:rPr sz="1800" b="1" i="1" spc="-15" dirty="0" smtClean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800" b="1" i="1" spc="0" dirty="0" smtClean="0">
                          <a:latin typeface="Courier New"/>
                          <a:cs typeface="Courier New"/>
                        </a:rPr>
                        <a:t>h</a:t>
                      </a:r>
                      <a:r>
                        <a:rPr sz="1800" b="1" i="1" spc="-15" dirty="0" smtClean="0"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800" b="1" i="1" spc="0" dirty="0" smtClean="0">
                          <a:latin typeface="Courier New"/>
                          <a:cs typeface="Courier New"/>
                        </a:rPr>
                        <a:t>d 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y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nt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ax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29526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800" b="1" spc="-5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li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1000910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[1,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ts val="1000"/>
                        </a:lnSpc>
                      </a:pPr>
                      <a:endParaRPr sz="1000"/>
                    </a:p>
                    <a:p>
                      <a:pPr>
                        <a:lnSpc>
                          <a:spcPts val="1000"/>
                        </a:lnSpc>
                      </a:pPr>
                      <a:endParaRPr sz="1000"/>
                    </a:p>
                    <a:p>
                      <a:pPr>
                        <a:lnSpc>
                          <a:spcPts val="1000"/>
                        </a:lnSpc>
                        <a:spcBef>
                          <a:spcPts val="23"/>
                        </a:spcBef>
                      </a:pPr>
                      <a:endParaRPr sz="1000"/>
                    </a:p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800" b="1" spc="-15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1800" b="1" spc="0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1,</a:t>
                      </a:r>
                      <a:r>
                        <a:rPr sz="1800" b="1" spc="-15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0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3,</a:t>
                      </a:r>
                      <a:r>
                        <a:rPr sz="1800" b="1" spc="-30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0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4,</a:t>
                      </a:r>
                      <a:r>
                        <a:rPr sz="1800" b="1" spc="-15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0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5,</a:t>
                      </a:r>
                      <a:r>
                        <a:rPr sz="1800" b="1" spc="-15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0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‘</a:t>
                      </a:r>
                      <a:r>
                        <a:rPr sz="1800" b="1" spc="-15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b="1" spc="0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’]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ts val="1000"/>
                        </a:lnSpc>
                      </a:pPr>
                      <a:endParaRPr sz="1000"/>
                    </a:p>
                    <a:p>
                      <a:pPr>
                        <a:lnSpc>
                          <a:spcPts val="1000"/>
                        </a:lnSpc>
                      </a:pPr>
                      <a:endParaRPr sz="1000"/>
                    </a:p>
                    <a:p>
                      <a:pPr>
                        <a:lnSpc>
                          <a:spcPts val="1000"/>
                        </a:lnSpc>
                        <a:spcBef>
                          <a:spcPts val="23"/>
                        </a:spcBef>
                      </a:pPr>
                      <a:endParaRPr sz="1000"/>
                    </a:p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i.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se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rt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(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2,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‘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’)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965442" y="6366255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39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5454" y="277621"/>
            <a:ext cx="6186805" cy="11055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4331335" algn="l"/>
                <a:tab pos="4966970" algn="l"/>
                <a:tab pos="5906770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The </a:t>
            </a:r>
            <a:r>
              <a:rPr sz="3600" b="1" i="1" dirty="0" smtClean="0">
                <a:solidFill>
                  <a:srgbClr val="0000FF"/>
                </a:solidFill>
                <a:latin typeface="Arial"/>
                <a:cs typeface="Arial"/>
              </a:rPr>
              <a:t>extend</a:t>
            </a:r>
            <a:r>
              <a:rPr sz="3600" b="1" i="1" spc="-5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method	vs	the	</a:t>
            </a:r>
            <a:r>
              <a:rPr sz="36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+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operator.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289177"/>
            <a:ext cx="7106284" cy="36620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469265" algn="l"/>
              </a:tabLst>
            </a:pPr>
            <a:r>
              <a:rPr sz="1950" spc="5" dirty="0" smtClean="0">
                <a:solidFill>
                  <a:srgbClr val="FF0000"/>
                </a:solidFill>
                <a:latin typeface="Wingdings"/>
                <a:cs typeface="Wingdings"/>
              </a:rPr>
              <a:t></a:t>
            </a:r>
            <a:r>
              <a:rPr sz="1950" spc="5" dirty="0" smtClean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1800" b="1" i="1" spc="5" dirty="0" smtClean="0">
                <a:solidFill>
                  <a:srgbClr val="0000FF"/>
                </a:solidFill>
                <a:latin typeface="Arial"/>
                <a:cs typeface="Arial"/>
              </a:rPr>
              <a:t>+</a:t>
            </a:r>
            <a:r>
              <a:rPr sz="1800" b="1" i="1" spc="-5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c</a:t>
            </a:r>
            <a:r>
              <a:rPr sz="1800" b="1" spc="-10" dirty="0" smtClean="0">
                <a:latin typeface="Arial"/>
                <a:cs typeface="Arial"/>
              </a:rPr>
              <a:t>r</a:t>
            </a:r>
            <a:r>
              <a:rPr sz="1800" b="1" spc="0" dirty="0" smtClean="0">
                <a:latin typeface="Arial"/>
                <a:cs typeface="Arial"/>
              </a:rPr>
              <a:t>e</a:t>
            </a:r>
            <a:r>
              <a:rPr sz="1800" b="1" spc="-10" dirty="0" smtClean="0">
                <a:latin typeface="Arial"/>
                <a:cs typeface="Arial"/>
              </a:rPr>
              <a:t>a</a:t>
            </a:r>
            <a:r>
              <a:rPr sz="1800" b="1" spc="0" dirty="0" smtClean="0">
                <a:latin typeface="Arial"/>
                <a:cs typeface="Arial"/>
              </a:rPr>
              <a:t>tes</a:t>
            </a:r>
            <a:r>
              <a:rPr sz="1800" b="1" spc="1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a fr</a:t>
            </a:r>
            <a:r>
              <a:rPr sz="1800" b="1" spc="-10" dirty="0" smtClean="0">
                <a:latin typeface="Arial"/>
                <a:cs typeface="Arial"/>
              </a:rPr>
              <a:t>e</a:t>
            </a:r>
            <a:r>
              <a:rPr sz="1800" b="1" spc="0" dirty="0" smtClean="0">
                <a:latin typeface="Arial"/>
                <a:cs typeface="Arial"/>
              </a:rPr>
              <a:t>sh </a:t>
            </a:r>
            <a:r>
              <a:rPr sz="1800" b="1" spc="5" dirty="0" smtClean="0">
                <a:latin typeface="Arial"/>
                <a:cs typeface="Arial"/>
              </a:rPr>
              <a:t>l</a:t>
            </a:r>
            <a:r>
              <a:rPr sz="1800" b="1" spc="0" dirty="0" smtClean="0">
                <a:latin typeface="Arial"/>
                <a:cs typeface="Arial"/>
              </a:rPr>
              <a:t>ist </a:t>
            </a:r>
            <a:r>
              <a:rPr sz="1800" b="1" spc="-10" dirty="0" smtClean="0">
                <a:latin typeface="Arial"/>
                <a:cs typeface="Arial"/>
              </a:rPr>
              <a:t>(</a:t>
            </a:r>
            <a:r>
              <a:rPr sz="1800" b="1" spc="35" dirty="0" smtClean="0">
                <a:latin typeface="Arial"/>
                <a:cs typeface="Arial"/>
              </a:rPr>
              <a:t>w</a:t>
            </a:r>
            <a:r>
              <a:rPr sz="1800" b="1" spc="0" dirty="0" smtClean="0">
                <a:latin typeface="Arial"/>
                <a:cs typeface="Arial"/>
              </a:rPr>
              <a:t>ith</a:t>
            </a:r>
            <a:r>
              <a:rPr sz="1800" b="1" spc="-40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a new m</a:t>
            </a:r>
            <a:r>
              <a:rPr sz="1800" b="1" spc="-10" dirty="0" smtClean="0">
                <a:latin typeface="Arial"/>
                <a:cs typeface="Arial"/>
              </a:rPr>
              <a:t>e</a:t>
            </a:r>
            <a:r>
              <a:rPr sz="1800" b="1" spc="0" dirty="0" smtClean="0">
                <a:latin typeface="Arial"/>
                <a:cs typeface="Arial"/>
              </a:rPr>
              <a:t>mory r</a:t>
            </a:r>
            <a:r>
              <a:rPr sz="1800" b="1" spc="-10" dirty="0" smtClean="0">
                <a:latin typeface="Arial"/>
                <a:cs typeface="Arial"/>
              </a:rPr>
              <a:t>e</a:t>
            </a:r>
            <a:r>
              <a:rPr sz="1800" b="1" spc="0" dirty="0" smtClean="0">
                <a:latin typeface="Arial"/>
                <a:cs typeface="Arial"/>
              </a:rPr>
              <a:t>fe</a:t>
            </a:r>
            <a:r>
              <a:rPr sz="1800" b="1" spc="-10" dirty="0" smtClean="0">
                <a:latin typeface="Arial"/>
                <a:cs typeface="Arial"/>
              </a:rPr>
              <a:t>r</a:t>
            </a:r>
            <a:r>
              <a:rPr sz="1800" b="1" spc="0" dirty="0" smtClean="0">
                <a:latin typeface="Arial"/>
                <a:cs typeface="Arial"/>
              </a:rPr>
              <a:t>en</a:t>
            </a:r>
            <a:r>
              <a:rPr sz="1800" b="1" spc="-10" dirty="0" smtClean="0">
                <a:latin typeface="Arial"/>
                <a:cs typeface="Arial"/>
              </a:rPr>
              <a:t>c</a:t>
            </a:r>
            <a:r>
              <a:rPr sz="1800" b="1" spc="0" dirty="0" smtClean="0">
                <a:latin typeface="Arial"/>
                <a:cs typeface="Arial"/>
              </a:rPr>
              <a:t>e)</a:t>
            </a:r>
            <a:endParaRPr sz="1800">
              <a:latin typeface="Arial"/>
              <a:cs typeface="Arial"/>
            </a:endParaRPr>
          </a:p>
          <a:p>
            <a:pPr marL="469900" indent="-457200">
              <a:lnSpc>
                <a:spcPts val="2305"/>
              </a:lnSpc>
              <a:buClr>
                <a:srgbClr val="FF0000"/>
              </a:buClr>
              <a:buSzPct val="108333"/>
              <a:buFont typeface="Wingdings"/>
              <a:buChar char=""/>
              <a:tabLst>
                <a:tab pos="469265" algn="l"/>
                <a:tab pos="2972435" algn="l"/>
              </a:tabLst>
            </a:pPr>
            <a:r>
              <a:rPr sz="1800" b="1" i="1" spc="-10" dirty="0" smtClean="0">
                <a:solidFill>
                  <a:srgbClr val="0000FF"/>
                </a:solidFill>
                <a:latin typeface="Arial"/>
                <a:cs typeface="Arial"/>
              </a:rPr>
              <a:t>ex</a:t>
            </a:r>
            <a:r>
              <a:rPr sz="18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t</a:t>
            </a:r>
            <a:r>
              <a:rPr sz="1800" b="1" i="1" spc="-10" dirty="0" smtClean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nd</a:t>
            </a:r>
            <a:r>
              <a:rPr sz="1800" b="1" i="1" spc="5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is just</a:t>
            </a:r>
            <a:r>
              <a:rPr sz="1800" b="1" spc="-1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li</a:t>
            </a:r>
            <a:r>
              <a:rPr sz="1800" b="1" spc="-10" dirty="0" smtClean="0">
                <a:latin typeface="Arial"/>
                <a:cs typeface="Arial"/>
              </a:rPr>
              <a:t>k</a:t>
            </a:r>
            <a:r>
              <a:rPr sz="1800" b="1" spc="0" dirty="0" smtClean="0">
                <a:latin typeface="Arial"/>
                <a:cs typeface="Arial"/>
              </a:rPr>
              <a:t>e </a:t>
            </a:r>
            <a:r>
              <a:rPr sz="1800" b="1" i="1" spc="-10" dirty="0" smtClean="0">
                <a:latin typeface="Arial"/>
                <a:cs typeface="Arial"/>
              </a:rPr>
              <a:t>a</a:t>
            </a:r>
            <a:r>
              <a:rPr sz="1800" b="1" i="1" spc="0" dirty="0" smtClean="0">
                <a:latin typeface="Arial"/>
                <a:cs typeface="Arial"/>
              </a:rPr>
              <a:t>dd	</a:t>
            </a:r>
            <a:r>
              <a:rPr sz="1800" b="1" spc="0" dirty="0" smtClean="0">
                <a:latin typeface="Arial"/>
                <a:cs typeface="Arial"/>
              </a:rPr>
              <a:t>in</a:t>
            </a:r>
            <a:r>
              <a:rPr sz="1800" b="1" spc="-5" dirty="0" smtClean="0">
                <a:latin typeface="Arial"/>
                <a:cs typeface="Arial"/>
              </a:rPr>
              <a:t> </a:t>
            </a:r>
            <a:r>
              <a:rPr sz="1800" b="1" spc="-10" dirty="0" smtClean="0">
                <a:latin typeface="Arial"/>
                <a:cs typeface="Arial"/>
              </a:rPr>
              <a:t>Ja</a:t>
            </a:r>
            <a:r>
              <a:rPr sz="1800" b="1" spc="-45" dirty="0" smtClean="0">
                <a:latin typeface="Arial"/>
                <a:cs typeface="Arial"/>
              </a:rPr>
              <a:t>v</a:t>
            </a:r>
            <a:r>
              <a:rPr sz="1800" b="1" spc="-10" dirty="0" smtClean="0">
                <a:latin typeface="Arial"/>
                <a:cs typeface="Arial"/>
              </a:rPr>
              <a:t>a</a:t>
            </a:r>
            <a:r>
              <a:rPr sz="1800" b="1" spc="0" dirty="0" smtClean="0">
                <a:latin typeface="Arial"/>
                <a:cs typeface="Arial"/>
              </a:rPr>
              <a:t>;</a:t>
            </a:r>
            <a:r>
              <a:rPr sz="1800" b="1" spc="4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it</a:t>
            </a:r>
            <a:r>
              <a:rPr sz="1800" b="1" spc="-10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op</a:t>
            </a:r>
            <a:r>
              <a:rPr sz="1800" b="1" spc="-10" dirty="0" smtClean="0">
                <a:latin typeface="Arial"/>
                <a:cs typeface="Arial"/>
              </a:rPr>
              <a:t>e</a:t>
            </a:r>
            <a:r>
              <a:rPr sz="1800" b="1" spc="0" dirty="0" smtClean="0">
                <a:latin typeface="Arial"/>
                <a:cs typeface="Arial"/>
              </a:rPr>
              <a:t>r</a:t>
            </a:r>
            <a:r>
              <a:rPr sz="1800" b="1" spc="-15" dirty="0" smtClean="0">
                <a:latin typeface="Arial"/>
                <a:cs typeface="Arial"/>
              </a:rPr>
              <a:t>a</a:t>
            </a:r>
            <a:r>
              <a:rPr sz="1800" b="1" spc="0" dirty="0" smtClean="0">
                <a:latin typeface="Arial"/>
                <a:cs typeface="Arial"/>
              </a:rPr>
              <a:t>t</a:t>
            </a:r>
            <a:r>
              <a:rPr sz="1800" b="1" spc="-10" dirty="0" smtClean="0">
                <a:latin typeface="Arial"/>
                <a:cs typeface="Arial"/>
              </a:rPr>
              <a:t>e</a:t>
            </a:r>
            <a:r>
              <a:rPr sz="1800" b="1" spc="0" dirty="0" smtClean="0">
                <a:latin typeface="Arial"/>
                <a:cs typeface="Arial"/>
              </a:rPr>
              <a:t>s</a:t>
            </a:r>
            <a:r>
              <a:rPr sz="1800" b="1" spc="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on</a:t>
            </a:r>
            <a:r>
              <a:rPr sz="1800" b="1" spc="-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li</a:t>
            </a:r>
            <a:r>
              <a:rPr sz="1800" b="1" spc="-10" dirty="0" smtClean="0">
                <a:latin typeface="Arial"/>
                <a:cs typeface="Arial"/>
              </a:rPr>
              <a:t>s</a:t>
            </a:r>
            <a:r>
              <a:rPr sz="1800" b="1" spc="0" dirty="0" smtClean="0">
                <a:latin typeface="Arial"/>
                <a:cs typeface="Arial"/>
              </a:rPr>
              <a:t>t </a:t>
            </a:r>
            <a:r>
              <a:rPr sz="1800" b="1" spc="-5" dirty="0" smtClean="0">
                <a:latin typeface="Courier New"/>
                <a:cs typeface="Courier New"/>
              </a:rPr>
              <a:t>l</a:t>
            </a:r>
            <a:r>
              <a:rPr sz="1800" b="1" spc="0" dirty="0" smtClean="0">
                <a:latin typeface="Courier New"/>
                <a:cs typeface="Courier New"/>
              </a:rPr>
              <a:t>i</a:t>
            </a:r>
            <a:r>
              <a:rPr sz="1800" b="1" spc="-59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in</a:t>
            </a:r>
            <a:r>
              <a:rPr sz="1800" b="1" spc="-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pl</a:t>
            </a:r>
            <a:r>
              <a:rPr sz="1800" b="1" spc="-10" dirty="0" smtClean="0">
                <a:latin typeface="Arial"/>
                <a:cs typeface="Arial"/>
              </a:rPr>
              <a:t>ace</a:t>
            </a:r>
            <a:r>
              <a:rPr sz="1800" b="1" spc="0" dirty="0" smtClean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>
              <a:lnSpc>
                <a:spcPts val="1200"/>
              </a:lnSpc>
              <a:spcBef>
                <a:spcPts val="60"/>
              </a:spcBef>
              <a:buClr>
                <a:srgbClr val="FF0000"/>
              </a:buClr>
              <a:buFont typeface="Wingdings"/>
              <a:buChar char=""/>
            </a:pPr>
            <a:endParaRPr sz="1200"/>
          </a:p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 </a:t>
            </a:r>
            <a:r>
              <a:rPr sz="1600" b="1" spc="-10" dirty="0" smtClean="0">
                <a:latin typeface="Courier New"/>
                <a:cs typeface="Courier New"/>
              </a:rPr>
              <a:t>li</a:t>
            </a:r>
            <a:r>
              <a:rPr sz="1600" b="1" spc="0" dirty="0" smtClean="0">
                <a:latin typeface="Courier New"/>
                <a:cs typeface="Courier New"/>
              </a:rPr>
              <a:t>.</a:t>
            </a:r>
            <a:r>
              <a:rPr sz="1600" b="1" spc="-10" dirty="0" smtClean="0">
                <a:latin typeface="Courier New"/>
                <a:cs typeface="Courier New"/>
              </a:rPr>
              <a:t>exte</a:t>
            </a:r>
            <a:r>
              <a:rPr sz="1600" b="1" spc="0" dirty="0" smtClean="0">
                <a:latin typeface="Courier New"/>
                <a:cs typeface="Courier New"/>
              </a:rPr>
              <a:t>nd</a:t>
            </a:r>
            <a:r>
              <a:rPr sz="1600" b="1" spc="-10" dirty="0" smtClean="0">
                <a:latin typeface="Courier New"/>
                <a:cs typeface="Courier New"/>
              </a:rPr>
              <a:t>([9, </a:t>
            </a:r>
            <a:r>
              <a:rPr sz="1600" b="1" spc="5" dirty="0" smtClean="0">
                <a:latin typeface="Courier New"/>
                <a:cs typeface="Courier New"/>
              </a:rPr>
              <a:t>8</a:t>
            </a:r>
            <a:r>
              <a:rPr sz="1600" b="1" spc="-10" dirty="0" smtClean="0">
                <a:latin typeface="Courier New"/>
                <a:cs typeface="Courier New"/>
              </a:rPr>
              <a:t>, 7])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600" b="1" spc="-10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600" b="1" spc="-10" dirty="0" smtClean="0">
                <a:latin typeface="Courier New"/>
                <a:cs typeface="Courier New"/>
              </a:rPr>
              <a:t>li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[1, 2,</a:t>
            </a:r>
            <a:r>
              <a:rPr sz="1600" b="1" spc="10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‘i’,</a:t>
            </a:r>
            <a:r>
              <a:rPr sz="1600" b="1" spc="10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3, 4, </a:t>
            </a:r>
            <a:r>
              <a:rPr sz="16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5</a:t>
            </a: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, ‘a</a:t>
            </a:r>
            <a:r>
              <a:rPr sz="16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’</a:t>
            </a: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, 9, 8,</a:t>
            </a:r>
            <a:r>
              <a:rPr sz="1600" b="1" spc="10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7]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400"/>
              </a:lnSpc>
              <a:spcBef>
                <a:spcPts val="18"/>
              </a:spcBef>
            </a:pPr>
            <a:endParaRPr sz="1400"/>
          </a:p>
          <a:p>
            <a:pPr marL="12700">
              <a:lnSpc>
                <a:spcPct val="100000"/>
              </a:lnSpc>
            </a:pPr>
            <a:r>
              <a:rPr sz="1800" b="1" i="1" dirty="0" smtClean="0">
                <a:solidFill>
                  <a:srgbClr val="0000FF"/>
                </a:solidFill>
                <a:latin typeface="Arial"/>
                <a:cs typeface="Arial"/>
              </a:rPr>
              <a:t>Confusi</a:t>
            </a:r>
            <a:r>
              <a:rPr sz="1800" b="1" i="1" spc="5" dirty="0" smtClean="0">
                <a:solidFill>
                  <a:srgbClr val="0000FF"/>
                </a:solidFill>
                <a:latin typeface="Arial"/>
                <a:cs typeface="Arial"/>
              </a:rPr>
              <a:t>ng</a:t>
            </a:r>
            <a:r>
              <a:rPr sz="1800" b="1" spc="0" dirty="0" smtClean="0">
                <a:latin typeface="Arial"/>
                <a:cs typeface="Arial"/>
              </a:rPr>
              <a:t>:</a:t>
            </a:r>
            <a:endParaRPr sz="18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65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469265" algn="l"/>
              </a:tabLst>
            </a:pPr>
            <a:r>
              <a:rPr sz="1800" b="1" i="1" dirty="0" smtClean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b="1" i="1" spc="-10" dirty="0" smtClean="0">
                <a:solidFill>
                  <a:srgbClr val="0000FF"/>
                </a:solidFill>
                <a:latin typeface="Arial"/>
                <a:cs typeface="Arial"/>
              </a:rPr>
              <a:t>x</a:t>
            </a:r>
            <a:r>
              <a:rPr sz="18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tend</a:t>
            </a:r>
            <a:r>
              <a:rPr sz="1800" b="1" i="1" spc="5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ta</a:t>
            </a:r>
            <a:r>
              <a:rPr sz="1800" b="1" spc="-10" dirty="0" smtClean="0">
                <a:latin typeface="Arial"/>
                <a:cs typeface="Arial"/>
              </a:rPr>
              <a:t>k</a:t>
            </a:r>
            <a:r>
              <a:rPr sz="1800" b="1" spc="0" dirty="0" smtClean="0">
                <a:latin typeface="Arial"/>
                <a:cs typeface="Arial"/>
              </a:rPr>
              <a:t>es</a:t>
            </a:r>
            <a:r>
              <a:rPr sz="1800" b="1" spc="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a list</a:t>
            </a:r>
            <a:r>
              <a:rPr sz="1800" b="1" spc="-1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as</a:t>
            </a:r>
            <a:r>
              <a:rPr sz="1800" b="1" spc="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an</a:t>
            </a:r>
            <a:r>
              <a:rPr sz="1800" b="1" spc="-10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a</a:t>
            </a:r>
            <a:r>
              <a:rPr sz="1800" b="1" spc="-10" dirty="0" smtClean="0">
                <a:latin typeface="Arial"/>
                <a:cs typeface="Arial"/>
              </a:rPr>
              <a:t>r</a:t>
            </a:r>
            <a:r>
              <a:rPr sz="1800" b="1" spc="0" dirty="0" smtClean="0">
                <a:latin typeface="Arial"/>
                <a:cs typeface="Arial"/>
              </a:rPr>
              <a:t>g</a:t>
            </a:r>
            <a:r>
              <a:rPr sz="1800" b="1" spc="5" dirty="0" smtClean="0">
                <a:latin typeface="Arial"/>
                <a:cs typeface="Arial"/>
              </a:rPr>
              <a:t>u</a:t>
            </a:r>
            <a:r>
              <a:rPr sz="1800" b="1" spc="0" dirty="0" smtClean="0">
                <a:latin typeface="Arial"/>
                <a:cs typeface="Arial"/>
              </a:rPr>
              <a:t>m</a:t>
            </a:r>
            <a:r>
              <a:rPr sz="1800" b="1" spc="-10" dirty="0" smtClean="0">
                <a:latin typeface="Arial"/>
                <a:cs typeface="Arial"/>
              </a:rPr>
              <a:t>e</a:t>
            </a:r>
            <a:r>
              <a:rPr sz="1800" b="1" spc="0" dirty="0" smtClean="0">
                <a:latin typeface="Arial"/>
                <a:cs typeface="Arial"/>
              </a:rPr>
              <a:t>nt</a:t>
            </a:r>
            <a:r>
              <a:rPr sz="1800" b="1" spc="15" dirty="0" smtClean="0">
                <a:latin typeface="Arial"/>
                <a:cs typeface="Arial"/>
              </a:rPr>
              <a:t> </a:t>
            </a:r>
            <a:r>
              <a:rPr sz="1800" b="1" i="1" spc="0" dirty="0" smtClean="0">
                <a:latin typeface="Arial"/>
                <a:cs typeface="Arial"/>
              </a:rPr>
              <a:t>u</a:t>
            </a:r>
            <a:r>
              <a:rPr sz="1800" b="1" i="1" spc="5" dirty="0" smtClean="0">
                <a:latin typeface="Arial"/>
                <a:cs typeface="Arial"/>
              </a:rPr>
              <a:t>n</a:t>
            </a:r>
            <a:r>
              <a:rPr sz="1800" b="1" i="1" spc="0" dirty="0" smtClean="0">
                <a:latin typeface="Arial"/>
                <a:cs typeface="Arial"/>
              </a:rPr>
              <a:t>l</a:t>
            </a:r>
            <a:r>
              <a:rPr sz="1800" b="1" i="1" spc="5" dirty="0" smtClean="0">
                <a:latin typeface="Arial"/>
                <a:cs typeface="Arial"/>
              </a:rPr>
              <a:t>i</a:t>
            </a:r>
            <a:r>
              <a:rPr sz="1800" b="1" i="1" spc="0" dirty="0" smtClean="0">
                <a:latin typeface="Arial"/>
                <a:cs typeface="Arial"/>
              </a:rPr>
              <a:t>ke</a:t>
            </a:r>
            <a:r>
              <a:rPr sz="1800" b="1" i="1" spc="-20" dirty="0" smtClean="0">
                <a:latin typeface="Arial"/>
                <a:cs typeface="Arial"/>
              </a:rPr>
              <a:t> </a:t>
            </a:r>
            <a:r>
              <a:rPr sz="1800" b="1" i="1" spc="0" dirty="0" smtClean="0">
                <a:latin typeface="Arial"/>
                <a:cs typeface="Arial"/>
              </a:rPr>
              <a:t>J</a:t>
            </a:r>
            <a:r>
              <a:rPr sz="1800" b="1" i="1" spc="-10" dirty="0" smtClean="0">
                <a:latin typeface="Arial"/>
                <a:cs typeface="Arial"/>
              </a:rPr>
              <a:t>a</a:t>
            </a:r>
            <a:r>
              <a:rPr sz="1800" b="1" i="1" spc="0" dirty="0" smtClean="0">
                <a:latin typeface="Arial"/>
                <a:cs typeface="Arial"/>
              </a:rPr>
              <a:t>va</a:t>
            </a:r>
            <a:endParaRPr sz="1800">
              <a:latin typeface="Arial"/>
              <a:cs typeface="Arial"/>
            </a:endParaRPr>
          </a:p>
          <a:p>
            <a:pPr marL="469900" indent="-457200">
              <a:lnSpc>
                <a:spcPts val="2305"/>
              </a:lnSpc>
              <a:buClr>
                <a:srgbClr val="FF0000"/>
              </a:buClr>
              <a:buSzPct val="108333"/>
              <a:buFont typeface="Wingdings"/>
              <a:buChar char=""/>
              <a:tabLst>
                <a:tab pos="469265" algn="l"/>
              </a:tabLst>
            </a:pPr>
            <a:r>
              <a:rPr sz="1800" b="1" i="1" dirty="0" smtClean="0">
                <a:solidFill>
                  <a:srgbClr val="0000FF"/>
                </a:solidFill>
                <a:latin typeface="Arial"/>
                <a:cs typeface="Arial"/>
              </a:rPr>
              <a:t>append</a:t>
            </a:r>
            <a:r>
              <a:rPr sz="1800" b="1" i="1" spc="-5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ta</a:t>
            </a:r>
            <a:r>
              <a:rPr sz="1800" b="1" spc="-10" dirty="0" smtClean="0">
                <a:latin typeface="Arial"/>
                <a:cs typeface="Arial"/>
              </a:rPr>
              <a:t>k</a:t>
            </a:r>
            <a:r>
              <a:rPr sz="1800" b="1" spc="0" dirty="0" smtClean="0">
                <a:latin typeface="Arial"/>
                <a:cs typeface="Arial"/>
              </a:rPr>
              <a:t>es</a:t>
            </a:r>
            <a:r>
              <a:rPr sz="1800" b="1" spc="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a </a:t>
            </a:r>
            <a:r>
              <a:rPr sz="1800" b="1" spc="-10" dirty="0" smtClean="0">
                <a:latin typeface="Arial"/>
                <a:cs typeface="Arial"/>
              </a:rPr>
              <a:t>s</a:t>
            </a:r>
            <a:r>
              <a:rPr sz="1800" b="1" spc="0" dirty="0" smtClean="0">
                <a:latin typeface="Arial"/>
                <a:cs typeface="Arial"/>
              </a:rPr>
              <a:t>i</a:t>
            </a:r>
            <a:r>
              <a:rPr sz="1800" b="1" spc="5" dirty="0" smtClean="0">
                <a:latin typeface="Arial"/>
                <a:cs typeface="Arial"/>
              </a:rPr>
              <a:t>n</a:t>
            </a:r>
            <a:r>
              <a:rPr sz="1800" b="1" spc="0" dirty="0" smtClean="0">
                <a:latin typeface="Arial"/>
                <a:cs typeface="Arial"/>
              </a:rPr>
              <a:t>g</a:t>
            </a:r>
            <a:r>
              <a:rPr sz="1800" b="1" spc="5" dirty="0" smtClean="0">
                <a:latin typeface="Arial"/>
                <a:cs typeface="Arial"/>
              </a:rPr>
              <a:t>l</a:t>
            </a:r>
            <a:r>
              <a:rPr sz="1800" b="1" spc="0" dirty="0" smtClean="0">
                <a:latin typeface="Arial"/>
                <a:cs typeface="Arial"/>
              </a:rPr>
              <a:t>eton</a:t>
            </a:r>
            <a:r>
              <a:rPr sz="1800" b="1" spc="-20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as</a:t>
            </a:r>
            <a:r>
              <a:rPr sz="1800" b="1" spc="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an</a:t>
            </a:r>
            <a:r>
              <a:rPr sz="1800" b="1" spc="-10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a</a:t>
            </a:r>
            <a:r>
              <a:rPr sz="1800" b="1" spc="-10" dirty="0" smtClean="0">
                <a:latin typeface="Arial"/>
                <a:cs typeface="Arial"/>
              </a:rPr>
              <a:t>r</a:t>
            </a:r>
            <a:r>
              <a:rPr sz="1800" b="1" spc="0" dirty="0" smtClean="0">
                <a:latin typeface="Arial"/>
                <a:cs typeface="Arial"/>
              </a:rPr>
              <a:t>g</a:t>
            </a:r>
            <a:r>
              <a:rPr sz="1800" b="1" spc="5" dirty="0" smtClean="0">
                <a:latin typeface="Arial"/>
                <a:cs typeface="Arial"/>
              </a:rPr>
              <a:t>u</a:t>
            </a:r>
            <a:r>
              <a:rPr sz="1800" b="1" spc="0" dirty="0" smtClean="0">
                <a:latin typeface="Arial"/>
                <a:cs typeface="Arial"/>
              </a:rPr>
              <a:t>m</a:t>
            </a:r>
            <a:r>
              <a:rPr sz="1800" b="1" spc="-10" dirty="0" smtClean="0">
                <a:latin typeface="Arial"/>
                <a:cs typeface="Arial"/>
              </a:rPr>
              <a:t>e</a:t>
            </a:r>
            <a:r>
              <a:rPr sz="1800" b="1" spc="0" dirty="0" smtClean="0">
                <a:latin typeface="Arial"/>
                <a:cs typeface="Arial"/>
              </a:rPr>
              <a:t>nt.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1600" b="1" spc="-10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 </a:t>
            </a:r>
            <a:r>
              <a:rPr sz="1600" b="1" spc="-10" dirty="0" smtClean="0">
                <a:latin typeface="Courier New"/>
                <a:cs typeface="Courier New"/>
              </a:rPr>
              <a:t>li</a:t>
            </a:r>
            <a:r>
              <a:rPr sz="1600" b="1" spc="0" dirty="0" smtClean="0">
                <a:latin typeface="Courier New"/>
                <a:cs typeface="Courier New"/>
              </a:rPr>
              <a:t>.</a:t>
            </a:r>
            <a:r>
              <a:rPr sz="1600" b="1" spc="-10" dirty="0" smtClean="0">
                <a:latin typeface="Courier New"/>
                <a:cs typeface="Courier New"/>
              </a:rPr>
              <a:t>appe</a:t>
            </a:r>
            <a:r>
              <a:rPr sz="1600" b="1" spc="0" dirty="0" smtClean="0">
                <a:latin typeface="Courier New"/>
                <a:cs typeface="Courier New"/>
              </a:rPr>
              <a:t>nd</a:t>
            </a:r>
            <a:r>
              <a:rPr sz="1600" b="1" spc="-10" dirty="0" smtClean="0">
                <a:latin typeface="Courier New"/>
                <a:cs typeface="Courier New"/>
              </a:rPr>
              <a:t>([10,</a:t>
            </a:r>
            <a:r>
              <a:rPr sz="1600" b="1" spc="10" dirty="0" smtClean="0">
                <a:latin typeface="Courier New"/>
                <a:cs typeface="Courier New"/>
              </a:rPr>
              <a:t> </a:t>
            </a:r>
            <a:r>
              <a:rPr sz="1600" b="1" spc="-10" dirty="0" smtClean="0">
                <a:latin typeface="Courier New"/>
                <a:cs typeface="Courier New"/>
              </a:rPr>
              <a:t>11, </a:t>
            </a:r>
            <a:r>
              <a:rPr sz="1600" b="1" spc="0" dirty="0" smtClean="0">
                <a:latin typeface="Courier New"/>
                <a:cs typeface="Courier New"/>
              </a:rPr>
              <a:t>1</a:t>
            </a:r>
            <a:r>
              <a:rPr sz="1600" b="1" spc="-10" dirty="0" smtClean="0">
                <a:latin typeface="Courier New"/>
                <a:cs typeface="Courier New"/>
              </a:rPr>
              <a:t>2])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600" b="1" spc="-10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 </a:t>
            </a:r>
            <a:r>
              <a:rPr sz="1600" b="1" spc="-10" dirty="0" smtClean="0">
                <a:latin typeface="Courier New"/>
                <a:cs typeface="Courier New"/>
              </a:rPr>
              <a:t>li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[1, 2,</a:t>
            </a:r>
            <a:r>
              <a:rPr sz="1600" b="1" spc="10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‘i’,</a:t>
            </a:r>
            <a:r>
              <a:rPr sz="1600" b="1" spc="10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3, 4, </a:t>
            </a:r>
            <a:r>
              <a:rPr sz="16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5</a:t>
            </a: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, ‘a</a:t>
            </a:r>
            <a:r>
              <a:rPr sz="16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’</a:t>
            </a: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, 9, 8,</a:t>
            </a:r>
            <a:r>
              <a:rPr sz="1600" b="1" spc="10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7, </a:t>
            </a:r>
            <a:r>
              <a:rPr sz="16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[</a:t>
            </a: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10, 11,</a:t>
            </a:r>
            <a:r>
              <a:rPr sz="1600" b="1" spc="10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12]]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6965442" y="6366255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40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5454" y="551941"/>
            <a:ext cx="5842000" cy="5441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ts val="4285"/>
              </a:lnSpc>
              <a:tabLst>
                <a:tab pos="2552700" algn="l"/>
                <a:tab pos="3238500" algn="l"/>
                <a:tab pos="4432935" algn="l"/>
                <a:tab pos="5574665" algn="l"/>
              </a:tabLst>
            </a:pPr>
            <a:r>
              <a:rPr sz="3600" b="1" dirty="0" smtClean="0">
                <a:solidFill>
                  <a:srgbClr val="C00000"/>
                </a:solidFill>
                <a:latin typeface="Arial"/>
                <a:cs typeface="Arial"/>
              </a:rPr>
              <a:t>Operations	on	Lists	</a:t>
            </a:r>
            <a:r>
              <a:rPr sz="3600" b="1" spc="-15" dirty="0" smtClean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nly	3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318386"/>
            <a:ext cx="6094095" cy="173608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 </a:t>
            </a:r>
            <a:r>
              <a:rPr sz="1600" b="1" spc="-10" dirty="0" smtClean="0">
                <a:latin typeface="Courier New"/>
                <a:cs typeface="Courier New"/>
              </a:rPr>
              <a:t>li</a:t>
            </a:r>
            <a:r>
              <a:rPr sz="1600" b="1" spc="10" dirty="0" smtClean="0">
                <a:latin typeface="Courier New"/>
                <a:cs typeface="Courier New"/>
              </a:rPr>
              <a:t> </a:t>
            </a:r>
            <a:r>
              <a:rPr sz="1600" b="1" spc="-10" dirty="0" smtClean="0">
                <a:latin typeface="Courier New"/>
                <a:cs typeface="Courier New"/>
              </a:rPr>
              <a:t>= [‘</a:t>
            </a:r>
            <a:r>
              <a:rPr sz="1600" b="1" spc="0" dirty="0" smtClean="0">
                <a:latin typeface="Courier New"/>
                <a:cs typeface="Courier New"/>
              </a:rPr>
              <a:t>a</a:t>
            </a:r>
            <a:r>
              <a:rPr sz="1600" b="1" spc="-10" dirty="0" smtClean="0">
                <a:latin typeface="Courier New"/>
                <a:cs typeface="Courier New"/>
              </a:rPr>
              <a:t>’, ‘b’,</a:t>
            </a:r>
            <a:r>
              <a:rPr sz="1600" b="1" spc="10" dirty="0" smtClean="0">
                <a:latin typeface="Courier New"/>
                <a:cs typeface="Courier New"/>
              </a:rPr>
              <a:t> </a:t>
            </a:r>
            <a:r>
              <a:rPr sz="1600" b="1" spc="-10" dirty="0" smtClean="0">
                <a:latin typeface="Courier New"/>
                <a:cs typeface="Courier New"/>
              </a:rPr>
              <a:t>‘c’,</a:t>
            </a:r>
            <a:r>
              <a:rPr sz="1600" b="1" spc="10" dirty="0" smtClean="0">
                <a:latin typeface="Courier New"/>
                <a:cs typeface="Courier New"/>
              </a:rPr>
              <a:t> </a:t>
            </a:r>
            <a:r>
              <a:rPr sz="1600" b="1" spc="-10" dirty="0" smtClean="0">
                <a:latin typeface="Courier New"/>
                <a:cs typeface="Courier New"/>
              </a:rPr>
              <a:t>‘b’]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650"/>
              </a:lnSpc>
              <a:spcBef>
                <a:spcPts val="40"/>
              </a:spcBef>
            </a:pPr>
            <a:endParaRPr sz="65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12700">
              <a:lnSpc>
                <a:spcPct val="100000"/>
              </a:lnSpc>
              <a:tabLst>
                <a:tab pos="2696845" algn="l"/>
              </a:tabLst>
            </a:pPr>
            <a:r>
              <a:rPr sz="1600" b="1" spc="-10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 </a:t>
            </a:r>
            <a:r>
              <a:rPr sz="1600" b="1" spc="-10" dirty="0" smtClean="0">
                <a:latin typeface="Courier New"/>
                <a:cs typeface="Courier New"/>
              </a:rPr>
              <a:t>li</a:t>
            </a:r>
            <a:r>
              <a:rPr sz="1600" b="1" spc="0" dirty="0" smtClean="0">
                <a:latin typeface="Courier New"/>
                <a:cs typeface="Courier New"/>
              </a:rPr>
              <a:t>.</a:t>
            </a:r>
            <a:r>
              <a:rPr sz="1600" b="1" spc="-10" dirty="0" smtClean="0">
                <a:latin typeface="Courier New"/>
                <a:cs typeface="Courier New"/>
              </a:rPr>
              <a:t>inde</a:t>
            </a:r>
            <a:r>
              <a:rPr sz="1600" b="1" spc="0" dirty="0" smtClean="0">
                <a:latin typeface="Courier New"/>
                <a:cs typeface="Courier New"/>
              </a:rPr>
              <a:t>x</a:t>
            </a:r>
            <a:r>
              <a:rPr sz="1600" b="1" spc="-10" dirty="0" smtClean="0">
                <a:latin typeface="Courier New"/>
                <a:cs typeface="Courier New"/>
              </a:rPr>
              <a:t>(‘b’)	#</a:t>
            </a:r>
            <a:r>
              <a:rPr sz="1600" b="1" spc="10" dirty="0" smtClean="0">
                <a:latin typeface="Courier New"/>
                <a:cs typeface="Courier New"/>
              </a:rPr>
              <a:t> </a:t>
            </a:r>
            <a:r>
              <a:rPr sz="1600" b="1" spc="-10" dirty="0" smtClean="0">
                <a:latin typeface="Courier New"/>
                <a:cs typeface="Courier New"/>
              </a:rPr>
              <a:t>index </a:t>
            </a:r>
            <a:r>
              <a:rPr sz="1600" b="1" spc="0" dirty="0" smtClean="0">
                <a:latin typeface="Courier New"/>
                <a:cs typeface="Courier New"/>
              </a:rPr>
              <a:t>o</a:t>
            </a:r>
            <a:r>
              <a:rPr sz="1600" b="1" spc="-10" dirty="0" smtClean="0">
                <a:latin typeface="Courier New"/>
                <a:cs typeface="Courier New"/>
              </a:rPr>
              <a:t>f fi</a:t>
            </a:r>
            <a:r>
              <a:rPr sz="1600" b="1" spc="0" dirty="0" smtClean="0">
                <a:latin typeface="Courier New"/>
                <a:cs typeface="Courier New"/>
              </a:rPr>
              <a:t>r</a:t>
            </a:r>
            <a:r>
              <a:rPr sz="1600" b="1" spc="-10" dirty="0" smtClean="0">
                <a:latin typeface="Courier New"/>
                <a:cs typeface="Courier New"/>
              </a:rPr>
              <a:t>st occ</a:t>
            </a:r>
            <a:r>
              <a:rPr sz="1600" b="1" spc="0" dirty="0" smtClean="0">
                <a:latin typeface="Courier New"/>
                <a:cs typeface="Courier New"/>
              </a:rPr>
              <a:t>u</a:t>
            </a:r>
            <a:r>
              <a:rPr sz="1600" b="1" spc="-10" dirty="0" smtClean="0">
                <a:latin typeface="Courier New"/>
                <a:cs typeface="Courier New"/>
              </a:rPr>
              <a:t>rren</a:t>
            </a:r>
            <a:r>
              <a:rPr sz="1600" b="1" spc="0" dirty="0" smtClean="0">
                <a:latin typeface="Courier New"/>
                <a:cs typeface="Courier New"/>
              </a:rPr>
              <a:t>c</a:t>
            </a:r>
            <a:r>
              <a:rPr sz="1600" b="1" spc="40" dirty="0" smtClean="0">
                <a:latin typeface="Courier New"/>
                <a:cs typeface="Courier New"/>
              </a:rPr>
              <a:t>e</a:t>
            </a:r>
            <a:r>
              <a:rPr sz="1575" b="1" spc="7" baseline="26455" dirty="0" smtClean="0">
                <a:latin typeface="Courier New"/>
                <a:cs typeface="Courier New"/>
              </a:rPr>
              <a:t>*</a:t>
            </a:r>
            <a:endParaRPr sz="1575" baseline="26455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1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800"/>
              </a:lnSpc>
              <a:spcBef>
                <a:spcPts val="31"/>
              </a:spcBef>
            </a:pPr>
            <a:endParaRPr sz="8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355600">
              <a:lnSpc>
                <a:spcPct val="100000"/>
              </a:lnSpc>
            </a:pPr>
            <a:r>
              <a:rPr sz="1575" b="1" spc="0" baseline="26455" dirty="0" smtClean="0">
                <a:latin typeface="Courier New"/>
                <a:cs typeface="Courier New"/>
              </a:rPr>
              <a:t>*</a:t>
            </a:r>
            <a:r>
              <a:rPr sz="1600" b="1" spc="-15" dirty="0" smtClean="0">
                <a:latin typeface="Arial"/>
                <a:cs typeface="Arial"/>
              </a:rPr>
              <a:t>m</a:t>
            </a:r>
            <a:r>
              <a:rPr sz="1600" b="1" spc="-20" dirty="0" smtClean="0">
                <a:latin typeface="Arial"/>
                <a:cs typeface="Arial"/>
              </a:rPr>
              <a:t>o</a:t>
            </a:r>
            <a:r>
              <a:rPr sz="1600" b="1" spc="-10" dirty="0" smtClean="0">
                <a:latin typeface="Arial"/>
                <a:cs typeface="Arial"/>
              </a:rPr>
              <a:t>re</a:t>
            </a:r>
            <a:r>
              <a:rPr sz="1600" b="1" spc="25" dirty="0" smtClean="0">
                <a:latin typeface="Arial"/>
                <a:cs typeface="Arial"/>
              </a:rPr>
              <a:t> </a:t>
            </a:r>
            <a:r>
              <a:rPr sz="1600" b="1" spc="-10" dirty="0" smtClean="0">
                <a:latin typeface="Arial"/>
                <a:cs typeface="Arial"/>
              </a:rPr>
              <a:t>co</a:t>
            </a:r>
            <a:r>
              <a:rPr sz="1600" b="1" spc="-20" dirty="0" smtClean="0">
                <a:latin typeface="Arial"/>
                <a:cs typeface="Arial"/>
              </a:rPr>
              <a:t>m</a:t>
            </a:r>
            <a:r>
              <a:rPr sz="1600" b="1" spc="-10" dirty="0" smtClean="0">
                <a:latin typeface="Arial"/>
                <a:cs typeface="Arial"/>
              </a:rPr>
              <a:t>plex</a:t>
            </a:r>
            <a:r>
              <a:rPr sz="1600" b="1" spc="15" dirty="0" smtClean="0">
                <a:latin typeface="Arial"/>
                <a:cs typeface="Arial"/>
              </a:rPr>
              <a:t> </a:t>
            </a:r>
            <a:r>
              <a:rPr sz="1600" b="1" spc="-10" dirty="0" smtClean="0">
                <a:latin typeface="Arial"/>
                <a:cs typeface="Arial"/>
              </a:rPr>
              <a:t>f</a:t>
            </a:r>
            <a:r>
              <a:rPr sz="1600" b="1" spc="-20" dirty="0" smtClean="0">
                <a:latin typeface="Arial"/>
                <a:cs typeface="Arial"/>
              </a:rPr>
              <a:t>o</a:t>
            </a:r>
            <a:r>
              <a:rPr sz="1600" b="1" spc="-10" dirty="0" smtClean="0">
                <a:latin typeface="Arial"/>
                <a:cs typeface="Arial"/>
              </a:rPr>
              <a:t>rms</a:t>
            </a:r>
            <a:r>
              <a:rPr sz="1600" b="1" spc="20" dirty="0" smtClean="0">
                <a:latin typeface="Arial"/>
                <a:cs typeface="Arial"/>
              </a:rPr>
              <a:t> </a:t>
            </a:r>
            <a:r>
              <a:rPr sz="1600" b="1" spc="-10" dirty="0" smtClean="0">
                <a:latin typeface="Arial"/>
                <a:cs typeface="Arial"/>
              </a:rPr>
              <a:t>exist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09294" y="4830571"/>
            <a:ext cx="1855470" cy="2698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[‘a’,</a:t>
            </a:r>
            <a:r>
              <a:rPr sz="1600" b="1" spc="10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‘c’,</a:t>
            </a:r>
            <a:r>
              <a:rPr sz="1600" b="1" spc="10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‘b’]</a:t>
            </a:r>
            <a:endParaRPr sz="16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52754" y="3358016"/>
          <a:ext cx="5786176" cy="15003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149"/>
                <a:gridCol w="2013259"/>
                <a:gridCol w="3320766"/>
              </a:tblGrid>
              <a:tr h="750062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600" b="1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600" b="1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</a:pPr>
                      <a:r>
                        <a:rPr sz="1600" b="1" dirty="0" smtClean="0">
                          <a:latin typeface="Courier New"/>
                          <a:cs typeface="Courier New"/>
                        </a:rPr>
                        <a:t>li</a:t>
                      </a:r>
                      <a:r>
                        <a:rPr sz="1600" b="1" spc="10" dirty="0" smtClean="0"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1600" b="1" spc="0" dirty="0" smtClean="0">
                          <a:latin typeface="Courier New"/>
                          <a:cs typeface="Courier New"/>
                        </a:rPr>
                        <a:t>coun</a:t>
                      </a:r>
                      <a:r>
                        <a:rPr sz="1600" b="1" spc="10" dirty="0" smtClean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600" b="1" spc="0" dirty="0" smtClean="0">
                          <a:latin typeface="Courier New"/>
                          <a:cs typeface="Courier New"/>
                        </a:rPr>
                        <a:t>(‘b’)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</a:pPr>
                      <a:r>
                        <a:rPr sz="1600" b="1" dirty="0" smtClean="0">
                          <a:latin typeface="Courier New"/>
                          <a:cs typeface="Courier New"/>
                        </a:rPr>
                        <a:t>#</a:t>
                      </a:r>
                      <a:r>
                        <a:rPr sz="1600" b="1" spc="10" dirty="0" smtClean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0" dirty="0" smtClean="0">
                          <a:latin typeface="Courier New"/>
                          <a:cs typeface="Courier New"/>
                        </a:rPr>
                        <a:t>number</a:t>
                      </a:r>
                      <a:r>
                        <a:rPr sz="1600" b="1" spc="10" dirty="0" smtClean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0" dirty="0" smtClean="0">
                          <a:latin typeface="Courier New"/>
                          <a:cs typeface="Courier New"/>
                        </a:rPr>
                        <a:t>of o</a:t>
                      </a:r>
                      <a:r>
                        <a:rPr sz="1600" b="1" spc="10" dirty="0" smtClean="0"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600" b="1" spc="0" dirty="0" smtClean="0">
                          <a:latin typeface="Courier New"/>
                          <a:cs typeface="Courier New"/>
                        </a:rPr>
                        <a:t>curren</a:t>
                      </a:r>
                      <a:r>
                        <a:rPr sz="1600" b="1" spc="10" dirty="0" smtClean="0"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600" b="1" spc="0" dirty="0" smtClean="0">
                          <a:latin typeface="Courier New"/>
                          <a:cs typeface="Courier New"/>
                        </a:rPr>
                        <a:t>es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750315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600" b="1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600" b="1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325" marR="243840">
                        <a:lnSpc>
                          <a:spcPct val="120100"/>
                        </a:lnSpc>
                      </a:pPr>
                      <a:r>
                        <a:rPr sz="1600" b="1" dirty="0" smtClean="0">
                          <a:latin typeface="Courier New"/>
                          <a:cs typeface="Courier New"/>
                        </a:rPr>
                        <a:t>li</a:t>
                      </a:r>
                      <a:r>
                        <a:rPr sz="1600" b="1" spc="10" dirty="0" smtClean="0"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1600" b="1" spc="0" dirty="0" smtClean="0">
                          <a:latin typeface="Courier New"/>
                          <a:cs typeface="Courier New"/>
                        </a:rPr>
                        <a:t>remo</a:t>
                      </a:r>
                      <a:r>
                        <a:rPr sz="1600" b="1" spc="10" dirty="0" smtClean="0">
                          <a:latin typeface="Courier New"/>
                          <a:cs typeface="Courier New"/>
                        </a:rPr>
                        <a:t>v</a:t>
                      </a:r>
                      <a:r>
                        <a:rPr sz="1600" b="1" spc="0" dirty="0" smtClean="0">
                          <a:latin typeface="Courier New"/>
                          <a:cs typeface="Courier New"/>
                        </a:rPr>
                        <a:t>e(‘b’) li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3840">
                        <a:lnSpc>
                          <a:spcPct val="100000"/>
                        </a:lnSpc>
                      </a:pPr>
                      <a:r>
                        <a:rPr sz="1600" b="1" dirty="0" smtClean="0">
                          <a:latin typeface="Courier New"/>
                          <a:cs typeface="Courier New"/>
                        </a:rPr>
                        <a:t>#</a:t>
                      </a:r>
                      <a:r>
                        <a:rPr sz="1600" b="1" spc="10" dirty="0" smtClean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0" dirty="0" smtClean="0">
                          <a:latin typeface="Courier New"/>
                          <a:cs typeface="Courier New"/>
                        </a:rPr>
                        <a:t>remove</a:t>
                      </a:r>
                      <a:r>
                        <a:rPr sz="1600" b="1" spc="10" dirty="0" smtClean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0" dirty="0" smtClean="0">
                          <a:latin typeface="Courier New"/>
                          <a:cs typeface="Courier New"/>
                        </a:rPr>
                        <a:t>first</a:t>
                      </a:r>
                      <a:r>
                        <a:rPr sz="1600" b="1" spc="10" dirty="0" smtClean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0" dirty="0" smtClean="0">
                          <a:latin typeface="Courier New"/>
                          <a:cs typeface="Courier New"/>
                        </a:rPr>
                        <a:t>occur</a:t>
                      </a:r>
                      <a:r>
                        <a:rPr sz="1600" b="1" spc="10" dirty="0" smtClean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600" b="1" spc="0" dirty="0" smtClean="0">
                          <a:latin typeface="Courier New"/>
                          <a:cs typeface="Courier New"/>
                        </a:rPr>
                        <a:t>ence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/>
          <p:nvPr/>
        </p:nvSpPr>
        <p:spPr>
          <a:xfrm>
            <a:off x="6965442" y="6366255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41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5454" y="551941"/>
            <a:ext cx="5842000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2552700" algn="l"/>
                <a:tab pos="3238500" algn="l"/>
                <a:tab pos="4432935" algn="l"/>
                <a:tab pos="5574665" algn="l"/>
              </a:tabLst>
            </a:pPr>
            <a:r>
              <a:rPr sz="3600" b="1" dirty="0" smtClean="0">
                <a:solidFill>
                  <a:srgbClr val="C00000"/>
                </a:solidFill>
                <a:latin typeface="Arial"/>
                <a:cs typeface="Arial"/>
              </a:rPr>
              <a:t>Operations	on	Lists	</a:t>
            </a:r>
            <a:r>
              <a:rPr sz="3600" b="1" spc="-15" dirty="0" smtClean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nly	4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9294" y="2373248"/>
            <a:ext cx="1489710" cy="2698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[8, </a:t>
            </a:r>
            <a:r>
              <a:rPr sz="16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6</a:t>
            </a: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, 2,</a:t>
            </a:r>
            <a:r>
              <a:rPr sz="1600" b="1" spc="10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5]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5454" y="2909696"/>
            <a:ext cx="1733550" cy="8064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 </a:t>
            </a:r>
            <a:r>
              <a:rPr sz="1600" b="1" spc="-10" dirty="0" smtClean="0">
                <a:latin typeface="Courier New"/>
                <a:cs typeface="Courier New"/>
              </a:rPr>
              <a:t>li</a:t>
            </a:r>
            <a:r>
              <a:rPr sz="1600" b="1" spc="0" dirty="0" smtClean="0">
                <a:latin typeface="Courier New"/>
                <a:cs typeface="Courier New"/>
              </a:rPr>
              <a:t>.</a:t>
            </a:r>
            <a:r>
              <a:rPr sz="1600" b="1" spc="-10" dirty="0" smtClean="0">
                <a:latin typeface="Courier New"/>
                <a:cs typeface="Courier New"/>
              </a:rPr>
              <a:t>sort</a:t>
            </a:r>
            <a:r>
              <a:rPr sz="1600" b="1" spc="0" dirty="0" smtClean="0">
                <a:latin typeface="Courier New"/>
                <a:cs typeface="Courier New"/>
              </a:rPr>
              <a:t>(</a:t>
            </a:r>
            <a:r>
              <a:rPr sz="1600" b="1" spc="-10" dirty="0" smtClean="0"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600" b="1" spc="-10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 </a:t>
            </a:r>
            <a:r>
              <a:rPr sz="1600" b="1" spc="-10" dirty="0" smtClean="0">
                <a:latin typeface="Courier New"/>
                <a:cs typeface="Courier New"/>
              </a:rPr>
              <a:t>li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ct val="100000"/>
              </a:lnSpc>
              <a:spcBef>
                <a:spcPts val="190"/>
              </a:spcBef>
            </a:pP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[2, </a:t>
            </a:r>
            <a:r>
              <a:rPr sz="16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5</a:t>
            </a: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, 6,</a:t>
            </a:r>
            <a:r>
              <a:rPr sz="1600" b="1" spc="10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8]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06274" y="2909696"/>
            <a:ext cx="3202940" cy="2698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latin typeface="Courier New"/>
                <a:cs typeface="Courier New"/>
              </a:rPr>
              <a:t># s</a:t>
            </a:r>
            <a:r>
              <a:rPr sz="1600" b="1" spc="0" dirty="0" smtClean="0">
                <a:latin typeface="Courier New"/>
                <a:cs typeface="Courier New"/>
              </a:rPr>
              <a:t>o</a:t>
            </a:r>
            <a:r>
              <a:rPr sz="1600" b="1" spc="-10" dirty="0" smtClean="0">
                <a:latin typeface="Courier New"/>
                <a:cs typeface="Courier New"/>
              </a:rPr>
              <a:t>rt the</a:t>
            </a:r>
            <a:r>
              <a:rPr sz="1600" b="1" spc="10" dirty="0" smtClean="0">
                <a:latin typeface="Courier New"/>
                <a:cs typeface="Courier New"/>
              </a:rPr>
              <a:t> </a:t>
            </a:r>
            <a:r>
              <a:rPr sz="1600" b="1" spc="-10" dirty="0" smtClean="0">
                <a:latin typeface="Courier New"/>
                <a:cs typeface="Courier New"/>
              </a:rPr>
              <a:t>list</a:t>
            </a:r>
            <a:r>
              <a:rPr sz="1600" b="1" spc="45" dirty="0" smtClean="0">
                <a:latin typeface="Courier New"/>
                <a:cs typeface="Courier New"/>
              </a:rPr>
              <a:t> </a:t>
            </a:r>
            <a:r>
              <a:rPr sz="1600" b="1" i="1" spc="-10" dirty="0" smtClean="0">
                <a:latin typeface="Courier New"/>
                <a:cs typeface="Courier New"/>
              </a:rPr>
              <a:t>*in pl</a:t>
            </a:r>
            <a:r>
              <a:rPr sz="1600" b="1" i="1" spc="0" dirty="0" smtClean="0">
                <a:latin typeface="Courier New"/>
                <a:cs typeface="Courier New"/>
              </a:rPr>
              <a:t>a</a:t>
            </a:r>
            <a:r>
              <a:rPr sz="1600" b="1" i="1" spc="-10" dirty="0" smtClean="0">
                <a:latin typeface="Courier New"/>
                <a:cs typeface="Courier New"/>
              </a:rPr>
              <a:t>ce*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5454" y="3982973"/>
            <a:ext cx="6010275" cy="5378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 </a:t>
            </a:r>
            <a:r>
              <a:rPr sz="1600" b="1" spc="-10" dirty="0" smtClean="0">
                <a:latin typeface="Courier New"/>
                <a:cs typeface="Courier New"/>
              </a:rPr>
              <a:t>li</a:t>
            </a:r>
            <a:r>
              <a:rPr sz="1600" b="1" spc="0" dirty="0" smtClean="0">
                <a:latin typeface="Courier New"/>
                <a:cs typeface="Courier New"/>
              </a:rPr>
              <a:t>.</a:t>
            </a:r>
            <a:r>
              <a:rPr sz="1600" b="1" spc="-10" dirty="0" smtClean="0">
                <a:latin typeface="Courier New"/>
                <a:cs typeface="Courier New"/>
              </a:rPr>
              <a:t>sort</a:t>
            </a:r>
            <a:r>
              <a:rPr sz="1600" b="1" spc="0" dirty="0" smtClean="0">
                <a:latin typeface="Courier New"/>
                <a:cs typeface="Courier New"/>
              </a:rPr>
              <a:t>(</a:t>
            </a:r>
            <a:r>
              <a:rPr sz="1600" b="1" spc="-10" dirty="0" smtClean="0">
                <a:latin typeface="Courier New"/>
                <a:cs typeface="Courier New"/>
              </a:rPr>
              <a:t>some_f</a:t>
            </a:r>
            <a:r>
              <a:rPr sz="1600" b="1" spc="0" dirty="0" smtClean="0">
                <a:latin typeface="Courier New"/>
                <a:cs typeface="Courier New"/>
              </a:rPr>
              <a:t>u</a:t>
            </a:r>
            <a:r>
              <a:rPr sz="1600" b="1" spc="-10" dirty="0" smtClean="0">
                <a:latin typeface="Courier New"/>
                <a:cs typeface="Courier New"/>
              </a:rPr>
              <a:t>ncti</a:t>
            </a:r>
            <a:r>
              <a:rPr sz="1600" b="1" spc="0" dirty="0" smtClean="0">
                <a:latin typeface="Courier New"/>
                <a:cs typeface="Courier New"/>
              </a:rPr>
              <a:t>o</a:t>
            </a:r>
            <a:r>
              <a:rPr sz="1600" b="1" spc="-10" dirty="0" smtClean="0">
                <a:latin typeface="Courier New"/>
                <a:cs typeface="Courier New"/>
              </a:rPr>
              <a:t>n)</a:t>
            </a:r>
            <a:endParaRPr sz="1600">
              <a:latin typeface="Courier New"/>
              <a:cs typeface="Courier New"/>
            </a:endParaRPr>
          </a:p>
          <a:p>
            <a:pPr marL="500380">
              <a:lnSpc>
                <a:spcPct val="100000"/>
              </a:lnSpc>
              <a:spcBef>
                <a:spcPts val="190"/>
              </a:spcBef>
            </a:pPr>
            <a:r>
              <a:rPr sz="1600" b="1" spc="-10" dirty="0" smtClean="0">
                <a:latin typeface="Courier New"/>
                <a:cs typeface="Courier New"/>
              </a:rPr>
              <a:t># </a:t>
            </a:r>
            <a:r>
              <a:rPr sz="1600" b="1" spc="0" dirty="0" smtClean="0">
                <a:latin typeface="Courier New"/>
                <a:cs typeface="Courier New"/>
              </a:rPr>
              <a:t>s</a:t>
            </a:r>
            <a:r>
              <a:rPr sz="1600" b="1" spc="-10" dirty="0" smtClean="0">
                <a:latin typeface="Courier New"/>
                <a:cs typeface="Courier New"/>
              </a:rPr>
              <a:t>ort </a:t>
            </a:r>
            <a:r>
              <a:rPr sz="1600" b="1" spc="0" dirty="0" smtClean="0">
                <a:latin typeface="Courier New"/>
                <a:cs typeface="Courier New"/>
              </a:rPr>
              <a:t>i</a:t>
            </a:r>
            <a:r>
              <a:rPr sz="1600" b="1" spc="-10" dirty="0" smtClean="0">
                <a:latin typeface="Courier New"/>
                <a:cs typeface="Courier New"/>
              </a:rPr>
              <a:t>n place</a:t>
            </a:r>
            <a:r>
              <a:rPr sz="1600" b="1" spc="10" dirty="0" smtClean="0">
                <a:latin typeface="Courier New"/>
                <a:cs typeface="Courier New"/>
              </a:rPr>
              <a:t> </a:t>
            </a:r>
            <a:r>
              <a:rPr sz="1600" b="1" spc="-10" dirty="0" smtClean="0">
                <a:latin typeface="Courier New"/>
                <a:cs typeface="Courier New"/>
              </a:rPr>
              <a:t>usi</a:t>
            </a:r>
            <a:r>
              <a:rPr sz="1600" b="1" spc="0" dirty="0" smtClean="0">
                <a:latin typeface="Courier New"/>
                <a:cs typeface="Courier New"/>
              </a:rPr>
              <a:t>n</a:t>
            </a:r>
            <a:r>
              <a:rPr sz="1600" b="1" spc="-10" dirty="0" smtClean="0">
                <a:latin typeface="Courier New"/>
                <a:cs typeface="Courier New"/>
              </a:rPr>
              <a:t>g use</a:t>
            </a:r>
            <a:r>
              <a:rPr sz="1600" b="1" spc="15" dirty="0" smtClean="0">
                <a:latin typeface="Courier New"/>
                <a:cs typeface="Courier New"/>
              </a:rPr>
              <a:t>r</a:t>
            </a:r>
            <a:r>
              <a:rPr sz="1600" b="1" spc="5" dirty="0" smtClean="0">
                <a:latin typeface="Courier New"/>
                <a:cs typeface="Courier New"/>
              </a:rPr>
              <a:t>-</a:t>
            </a:r>
            <a:r>
              <a:rPr sz="1600" b="1" spc="-10" dirty="0" smtClean="0">
                <a:latin typeface="Courier New"/>
                <a:cs typeface="Courier New"/>
              </a:rPr>
              <a:t>defi</a:t>
            </a:r>
            <a:r>
              <a:rPr sz="1600" b="1" spc="0" dirty="0" smtClean="0">
                <a:latin typeface="Courier New"/>
                <a:cs typeface="Courier New"/>
              </a:rPr>
              <a:t>n</a:t>
            </a:r>
            <a:r>
              <a:rPr sz="1600" b="1" spc="-10" dirty="0" smtClean="0">
                <a:latin typeface="Courier New"/>
                <a:cs typeface="Courier New"/>
              </a:rPr>
              <a:t>ed com</a:t>
            </a:r>
            <a:r>
              <a:rPr sz="1600" b="1" spc="0" dirty="0" smtClean="0">
                <a:latin typeface="Courier New"/>
                <a:cs typeface="Courier New"/>
              </a:rPr>
              <a:t>p</a:t>
            </a:r>
            <a:r>
              <a:rPr sz="1600" b="1" spc="-10" dirty="0" smtClean="0">
                <a:latin typeface="Courier New"/>
                <a:cs typeface="Courier New"/>
              </a:rPr>
              <a:t>aris</a:t>
            </a:r>
            <a:r>
              <a:rPr sz="1600" b="1" spc="0" dirty="0" smtClean="0">
                <a:latin typeface="Courier New"/>
                <a:cs typeface="Courier New"/>
              </a:rPr>
              <a:t>o</a:t>
            </a:r>
            <a:r>
              <a:rPr sz="1600" b="1" spc="-10" dirty="0" smtClean="0">
                <a:latin typeface="Courier New"/>
                <a:cs typeface="Courier New"/>
              </a:rPr>
              <a:t>n</a:t>
            </a:r>
            <a:endParaRPr sz="1600">
              <a:latin typeface="Courier New"/>
              <a:cs typeface="Courier New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52754" y="1290837"/>
          <a:ext cx="6036470" cy="11346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149"/>
                <a:gridCol w="1830654"/>
                <a:gridCol w="366061"/>
                <a:gridCol w="3387604"/>
              </a:tblGrid>
              <a:tr h="433197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600" b="1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</a:pPr>
                      <a:r>
                        <a:rPr sz="1600" b="1" dirty="0" smtClean="0">
                          <a:latin typeface="Courier New"/>
                          <a:cs typeface="Courier New"/>
                        </a:rPr>
                        <a:t>li</a:t>
                      </a:r>
                      <a:r>
                        <a:rPr sz="1600" b="1" spc="10" dirty="0" smtClean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0" dirty="0" smtClean="0">
                          <a:latin typeface="Courier New"/>
                          <a:cs typeface="Courier New"/>
                        </a:rPr>
                        <a:t>= [5,</a:t>
                      </a:r>
                      <a:r>
                        <a:rPr sz="1600" b="1" spc="10" dirty="0" smtClean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0" dirty="0" smtClean="0">
                          <a:latin typeface="Courier New"/>
                          <a:cs typeface="Courier New"/>
                        </a:rPr>
                        <a:t>2, 6,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600" b="1" dirty="0" smtClean="0">
                          <a:latin typeface="Courier New"/>
                          <a:cs typeface="Courier New"/>
                        </a:rPr>
                        <a:t>8]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701421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600" b="1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600" b="1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325" marR="305435">
                        <a:lnSpc>
                          <a:spcPct val="110000"/>
                        </a:lnSpc>
                      </a:pPr>
                      <a:r>
                        <a:rPr sz="1600" b="1" dirty="0" smtClean="0">
                          <a:latin typeface="Courier New"/>
                          <a:cs typeface="Courier New"/>
                        </a:rPr>
                        <a:t>li</a:t>
                      </a:r>
                      <a:r>
                        <a:rPr sz="1600" b="1" spc="10" dirty="0" smtClean="0">
                          <a:latin typeface="Courier New"/>
                          <a:cs typeface="Courier New"/>
                        </a:rPr>
                        <a:t>.</a:t>
                      </a:r>
                      <a:r>
                        <a:rPr sz="1600" b="1" spc="0" dirty="0" smtClean="0">
                          <a:latin typeface="Courier New"/>
                          <a:cs typeface="Courier New"/>
                        </a:rPr>
                        <a:t>reve</a:t>
                      </a:r>
                      <a:r>
                        <a:rPr sz="1600" b="1" spc="10" dirty="0" smtClean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600" b="1" spc="0" dirty="0" smtClean="0">
                          <a:latin typeface="Courier New"/>
                          <a:cs typeface="Courier New"/>
                        </a:rPr>
                        <a:t>se() li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</a:pPr>
                      <a:r>
                        <a:rPr sz="1600" b="1" dirty="0" smtClean="0">
                          <a:latin typeface="Courier New"/>
                          <a:cs typeface="Courier New"/>
                        </a:rPr>
                        <a:t>#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600" b="1" dirty="0" smtClean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600" b="1" spc="10" dirty="0" smtClean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600" b="1" spc="0" dirty="0" smtClean="0">
                          <a:latin typeface="Courier New"/>
                          <a:cs typeface="Courier New"/>
                        </a:rPr>
                        <a:t>verse </a:t>
                      </a:r>
                      <a:r>
                        <a:rPr sz="1600" b="1" spc="10" dirty="0" smtClean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600" b="1" spc="0" dirty="0" smtClean="0">
                          <a:latin typeface="Courier New"/>
                          <a:cs typeface="Courier New"/>
                        </a:rPr>
                        <a:t>he l</a:t>
                      </a:r>
                      <a:r>
                        <a:rPr sz="1600" b="1" spc="10" dirty="0" smtClean="0"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600" b="1" spc="0" dirty="0" smtClean="0">
                          <a:latin typeface="Courier New"/>
                          <a:cs typeface="Courier New"/>
                        </a:rPr>
                        <a:t>st</a:t>
                      </a:r>
                      <a:r>
                        <a:rPr sz="1600" b="1" spc="40" dirty="0" smtClean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i="1" spc="0" dirty="0" smtClean="0">
                          <a:latin typeface="Courier New"/>
                          <a:cs typeface="Courier New"/>
                        </a:rPr>
                        <a:t>*in</a:t>
                      </a:r>
                      <a:r>
                        <a:rPr sz="1600" b="1" i="1" spc="10" dirty="0" smtClean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i="1" spc="0" dirty="0" smtClean="0">
                          <a:latin typeface="Courier New"/>
                          <a:cs typeface="Courier New"/>
                        </a:rPr>
                        <a:t>plac</a:t>
                      </a:r>
                      <a:r>
                        <a:rPr sz="1600" b="1" i="1" spc="10" dirty="0" smtClean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600" b="1" i="1" spc="0" dirty="0" smtClean="0">
                          <a:latin typeface="Courier New"/>
                          <a:cs typeface="Courier New"/>
                        </a:rPr>
                        <a:t>*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965442" y="6366255"/>
            <a:ext cx="24892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42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5454" y="551941"/>
            <a:ext cx="3453765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2374900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Tup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l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es</a:t>
            </a:r>
            <a:r>
              <a:rPr sz="3600" b="1" spc="10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vs.	L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i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sts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309242"/>
            <a:ext cx="7600315" cy="29660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Lists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sl</a:t>
            </a:r>
            <a:r>
              <a:rPr sz="2000" b="1" spc="-20" dirty="0" smtClean="0">
                <a:latin typeface="Arial"/>
                <a:cs typeface="Arial"/>
              </a:rPr>
              <a:t>o</a:t>
            </a:r>
            <a:r>
              <a:rPr sz="2000" b="1" spc="3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er</a:t>
            </a:r>
            <a:r>
              <a:rPr sz="2000" b="1" spc="-5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but 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ore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p</a:t>
            </a:r>
            <a:r>
              <a:rPr sz="2000" b="1" spc="-15" dirty="0" smtClean="0">
                <a:latin typeface="Arial"/>
                <a:cs typeface="Arial"/>
              </a:rPr>
              <a:t>o</a:t>
            </a:r>
            <a:r>
              <a:rPr sz="2000" b="1" spc="3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e</a:t>
            </a:r>
            <a:r>
              <a:rPr sz="2000" b="1" spc="-10" dirty="0" smtClean="0">
                <a:latin typeface="Arial"/>
                <a:cs typeface="Arial"/>
              </a:rPr>
              <a:t>rf</a:t>
            </a:r>
            <a:r>
              <a:rPr sz="2000" b="1" spc="0" dirty="0" smtClean="0">
                <a:latin typeface="Arial"/>
                <a:cs typeface="Arial"/>
              </a:rPr>
              <a:t>ul</a:t>
            </a:r>
            <a:r>
              <a:rPr sz="2000" b="1" spc="-4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than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tuples.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50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756285" algn="l"/>
              </a:tabLst>
            </a:pPr>
            <a:r>
              <a:rPr sz="1800" spc="-10" dirty="0" smtClean="0">
                <a:latin typeface="Arial"/>
                <a:cs typeface="Arial"/>
              </a:rPr>
              <a:t>L</a:t>
            </a:r>
            <a:r>
              <a:rPr sz="1800" spc="0" dirty="0" smtClean="0">
                <a:latin typeface="Arial"/>
                <a:cs typeface="Arial"/>
              </a:rPr>
              <a:t>ists c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n</a:t>
            </a:r>
            <a:r>
              <a:rPr sz="1800" spc="-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be m</a:t>
            </a:r>
            <a:r>
              <a:rPr sz="1800" spc="-10" dirty="0" smtClean="0">
                <a:latin typeface="Arial"/>
                <a:cs typeface="Arial"/>
              </a:rPr>
              <a:t>od</a:t>
            </a:r>
            <a:r>
              <a:rPr sz="1800" spc="0" dirty="0" smtClean="0">
                <a:latin typeface="Arial"/>
                <a:cs typeface="Arial"/>
              </a:rPr>
              <a:t>ifi</a:t>
            </a:r>
            <a:r>
              <a:rPr sz="1800" spc="-15" dirty="0" smtClean="0">
                <a:latin typeface="Arial"/>
                <a:cs typeface="Arial"/>
              </a:rPr>
              <a:t>e</a:t>
            </a:r>
            <a:r>
              <a:rPr sz="1800" spc="-10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,</a:t>
            </a:r>
            <a:r>
              <a:rPr sz="1800" spc="15" dirty="0" smtClean="0">
                <a:latin typeface="Arial"/>
                <a:cs typeface="Arial"/>
              </a:rPr>
              <a:t> </a:t>
            </a:r>
            <a:r>
              <a:rPr sz="1800" spc="-10" dirty="0" smtClean="0">
                <a:latin typeface="Arial"/>
                <a:cs typeface="Arial"/>
              </a:rPr>
              <a:t>an</a:t>
            </a:r>
            <a:r>
              <a:rPr sz="1800" spc="0" dirty="0" smtClean="0">
                <a:latin typeface="Arial"/>
                <a:cs typeface="Arial"/>
              </a:rPr>
              <a:t>d</a:t>
            </a:r>
            <a:r>
              <a:rPr sz="1800" spc="-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t</a:t>
            </a:r>
            <a:r>
              <a:rPr sz="1800" spc="-10" dirty="0" smtClean="0">
                <a:latin typeface="Arial"/>
                <a:cs typeface="Arial"/>
              </a:rPr>
              <a:t>he</a:t>
            </a:r>
            <a:r>
              <a:rPr sz="1800" spc="0" dirty="0" smtClean="0">
                <a:latin typeface="Arial"/>
                <a:cs typeface="Arial"/>
              </a:rPr>
              <a:t>y </a:t>
            </a:r>
            <a:r>
              <a:rPr sz="1800" spc="-10" dirty="0" smtClean="0">
                <a:latin typeface="Arial"/>
                <a:cs typeface="Arial"/>
              </a:rPr>
              <a:t>ha</a:t>
            </a:r>
            <a:r>
              <a:rPr sz="1800" spc="0" dirty="0" smtClean="0">
                <a:latin typeface="Arial"/>
                <a:cs typeface="Arial"/>
              </a:rPr>
              <a:t>ve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l</a:t>
            </a:r>
            <a:r>
              <a:rPr sz="1800" spc="-15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ts of h</a:t>
            </a:r>
            <a:r>
              <a:rPr sz="1800" spc="-10" dirty="0" smtClean="0">
                <a:latin typeface="Arial"/>
                <a:cs typeface="Arial"/>
              </a:rPr>
              <a:t>and</a:t>
            </a:r>
            <a:r>
              <a:rPr sz="1800" spc="0" dirty="0" smtClean="0">
                <a:latin typeface="Arial"/>
                <a:cs typeface="Arial"/>
              </a:rPr>
              <a:t>y</a:t>
            </a:r>
            <a:r>
              <a:rPr sz="1800" spc="10" dirty="0" smtClean="0">
                <a:latin typeface="Arial"/>
                <a:cs typeface="Arial"/>
              </a:rPr>
              <a:t> </a:t>
            </a:r>
            <a:r>
              <a:rPr sz="1800" spc="-10" dirty="0" smtClean="0">
                <a:latin typeface="Arial"/>
                <a:cs typeface="Arial"/>
              </a:rPr>
              <a:t>ope</a:t>
            </a:r>
            <a:r>
              <a:rPr sz="1800" spc="0" dirty="0" smtClean="0">
                <a:latin typeface="Arial"/>
                <a:cs typeface="Arial"/>
              </a:rPr>
              <a:t>r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ti</a:t>
            </a:r>
            <a:r>
              <a:rPr sz="1800" spc="-10" dirty="0" smtClean="0">
                <a:latin typeface="Arial"/>
                <a:cs typeface="Arial"/>
              </a:rPr>
              <a:t>on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10" dirty="0" smtClean="0">
                <a:latin typeface="Arial"/>
                <a:cs typeface="Arial"/>
              </a:rPr>
              <a:t> </a:t>
            </a:r>
            <a:r>
              <a:rPr sz="1800" spc="-45" dirty="0" smtClean="0">
                <a:latin typeface="Arial"/>
                <a:cs typeface="Arial"/>
              </a:rPr>
              <a:t>w</a:t>
            </a:r>
            <a:r>
              <a:rPr sz="1800" spc="0" dirty="0" smtClean="0">
                <a:latin typeface="Arial"/>
                <a:cs typeface="Arial"/>
              </a:rPr>
              <a:t>e</a:t>
            </a:r>
            <a:endParaRPr sz="1800">
              <a:latin typeface="Arial"/>
              <a:cs typeface="Arial"/>
            </a:endParaRPr>
          </a:p>
          <a:p>
            <a:pPr marL="756285">
              <a:lnSpc>
                <a:spcPts val="2130"/>
              </a:lnSpc>
            </a:pPr>
            <a:r>
              <a:rPr sz="1800" dirty="0" smtClean="0">
                <a:latin typeface="Arial"/>
                <a:cs typeface="Arial"/>
              </a:rPr>
              <a:t>can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p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rform</a:t>
            </a:r>
            <a:r>
              <a:rPr sz="1800" spc="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on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5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h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m.</a:t>
            </a:r>
            <a:endParaRPr sz="1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80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756285" algn="l"/>
              </a:tabLst>
            </a:pPr>
            <a:r>
              <a:rPr sz="1800" spc="10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u</a:t>
            </a:r>
            <a:r>
              <a:rPr sz="1800" spc="-10" dirty="0" smtClean="0">
                <a:latin typeface="Arial"/>
                <a:cs typeface="Arial"/>
              </a:rPr>
              <a:t>p</a:t>
            </a:r>
            <a:r>
              <a:rPr sz="1800" spc="0" dirty="0" smtClean="0">
                <a:latin typeface="Arial"/>
                <a:cs typeface="Arial"/>
              </a:rPr>
              <a:t>l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s are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immuta</a:t>
            </a:r>
            <a:r>
              <a:rPr sz="1800" spc="-10" dirty="0" smtClean="0">
                <a:latin typeface="Arial"/>
                <a:cs typeface="Arial"/>
              </a:rPr>
              <a:t>b</a:t>
            </a:r>
            <a:r>
              <a:rPr sz="1800" spc="0" dirty="0" smtClean="0">
                <a:latin typeface="Arial"/>
                <a:cs typeface="Arial"/>
              </a:rPr>
              <a:t>le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-10" dirty="0" smtClean="0">
                <a:latin typeface="Arial"/>
                <a:cs typeface="Arial"/>
              </a:rPr>
              <a:t>n</a:t>
            </a:r>
            <a:r>
              <a:rPr sz="1800" spc="0" dirty="0" smtClean="0">
                <a:latin typeface="Arial"/>
                <a:cs typeface="Arial"/>
              </a:rPr>
              <a:t>d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h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ve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fe</a:t>
            </a:r>
            <a:r>
              <a:rPr sz="1800" spc="-45" dirty="0" smtClean="0">
                <a:latin typeface="Arial"/>
                <a:cs typeface="Arial"/>
              </a:rPr>
              <a:t>w</a:t>
            </a:r>
            <a:r>
              <a:rPr sz="1800" spc="0" dirty="0" smtClean="0">
                <a:latin typeface="Arial"/>
                <a:cs typeface="Arial"/>
              </a:rPr>
              <a:t>er</a:t>
            </a:r>
            <a:r>
              <a:rPr sz="1800" spc="3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fe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tur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s.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 lvl="1"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 lvl="1">
              <a:lnSpc>
                <a:spcPts val="1100"/>
              </a:lnSpc>
              <a:spcBef>
                <a:spcPts val="21"/>
              </a:spcBef>
              <a:buClr>
                <a:srgbClr val="FF0000"/>
              </a:buClr>
              <a:buFont typeface="Wingdings"/>
              <a:buChar char=""/>
            </a:pPr>
            <a:endParaRPr sz="1100"/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To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con</a:t>
            </a:r>
            <a:r>
              <a:rPr sz="2000" b="1" spc="-30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ert be</a:t>
            </a:r>
            <a:r>
              <a:rPr sz="2000" b="1" spc="-25" dirty="0" smtClean="0">
                <a:latin typeface="Arial"/>
                <a:cs typeface="Arial"/>
              </a:rPr>
              <a:t>t</a:t>
            </a:r>
            <a:r>
              <a:rPr sz="2000" b="1" spc="3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een</a:t>
            </a:r>
            <a:r>
              <a:rPr sz="2000" b="1" spc="-5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tuples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and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l</a:t>
            </a:r>
            <a:r>
              <a:rPr sz="2000" b="1" spc="-15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sts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use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l</a:t>
            </a:r>
            <a:r>
              <a:rPr sz="2000" b="1" spc="-15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st</a:t>
            </a:r>
            <a:r>
              <a:rPr sz="2000" b="1" spc="5" dirty="0" smtClean="0">
                <a:latin typeface="Arial"/>
                <a:cs typeface="Arial"/>
              </a:rPr>
              <a:t>(</a:t>
            </a:r>
            <a:r>
              <a:rPr sz="2000" b="1" spc="0" dirty="0" smtClean="0">
                <a:latin typeface="Arial"/>
                <a:cs typeface="Arial"/>
              </a:rPr>
              <a:t>)</a:t>
            </a:r>
            <a:r>
              <a:rPr sz="2000" b="1" spc="-4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and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tuple()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ts val="2365"/>
              </a:lnSpc>
            </a:pPr>
            <a:r>
              <a:rPr sz="2000" b="1" dirty="0" smtClean="0">
                <a:latin typeface="Arial"/>
                <a:cs typeface="Arial"/>
              </a:rPr>
              <a:t>func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ions: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270"/>
              </a:spcBef>
            </a:pPr>
            <a:r>
              <a:rPr sz="1800" b="1" dirty="0" smtClean="0">
                <a:latin typeface="Courier New"/>
                <a:cs typeface="Courier New"/>
              </a:rPr>
              <a:t>li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=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li</a:t>
            </a:r>
            <a:r>
              <a:rPr sz="1800" b="1" spc="-15" dirty="0" smtClean="0">
                <a:latin typeface="Courier New"/>
                <a:cs typeface="Courier New"/>
              </a:rPr>
              <a:t>s</a:t>
            </a:r>
            <a:r>
              <a:rPr sz="1800" b="1" spc="0" dirty="0" smtClean="0">
                <a:latin typeface="Courier New"/>
                <a:cs typeface="Courier New"/>
              </a:rPr>
              <a:t>t</a:t>
            </a:r>
            <a:r>
              <a:rPr sz="1800" b="1" spc="-15" dirty="0" smtClean="0">
                <a:latin typeface="Courier New"/>
                <a:cs typeface="Courier New"/>
              </a:rPr>
              <a:t>(t</a:t>
            </a:r>
            <a:r>
              <a:rPr sz="1800" b="1" spc="0" dirty="0" smtClean="0">
                <a:latin typeface="Courier New"/>
                <a:cs typeface="Courier New"/>
              </a:rPr>
              <a:t>u)</a:t>
            </a:r>
            <a:endParaRPr sz="18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430"/>
              </a:spcBef>
            </a:pPr>
            <a:r>
              <a:rPr sz="1800" b="1" dirty="0" smtClean="0">
                <a:latin typeface="Courier New"/>
                <a:cs typeface="Courier New"/>
              </a:rPr>
              <a:t>tu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=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tu</a:t>
            </a:r>
            <a:r>
              <a:rPr sz="1800" b="1" spc="-15" dirty="0" smtClean="0">
                <a:latin typeface="Courier New"/>
                <a:cs typeface="Courier New"/>
              </a:rPr>
              <a:t>p</a:t>
            </a:r>
            <a:r>
              <a:rPr sz="1800" b="1" spc="0" dirty="0" smtClean="0">
                <a:latin typeface="Courier New"/>
                <a:cs typeface="Courier New"/>
              </a:rPr>
              <a:t>l</a:t>
            </a:r>
            <a:r>
              <a:rPr sz="1800" b="1" spc="-15" dirty="0" smtClean="0">
                <a:latin typeface="Courier New"/>
                <a:cs typeface="Courier New"/>
              </a:rPr>
              <a:t>e(</a:t>
            </a:r>
            <a:r>
              <a:rPr sz="1800" b="1" spc="0" dirty="0" smtClean="0">
                <a:latin typeface="Courier New"/>
                <a:cs typeface="Courier New"/>
              </a:rPr>
              <a:t>li)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5454" y="2602610"/>
            <a:ext cx="7579995" cy="4965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 smtClean="0">
                <a:solidFill>
                  <a:srgbClr val="000066"/>
                </a:solidFill>
                <a:latin typeface="Arial"/>
                <a:cs typeface="Arial"/>
              </a:rPr>
              <a:t>Dict</a:t>
            </a:r>
            <a:r>
              <a:rPr sz="3200" b="1" spc="-15" dirty="0" smtClean="0">
                <a:solidFill>
                  <a:srgbClr val="000066"/>
                </a:solidFill>
                <a:latin typeface="Arial"/>
                <a:cs typeface="Arial"/>
              </a:rPr>
              <a:t>i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on</a:t>
            </a:r>
            <a:r>
              <a:rPr sz="3200" b="1" spc="-15" dirty="0" smtClean="0">
                <a:solidFill>
                  <a:srgbClr val="000066"/>
                </a:solidFill>
                <a:latin typeface="Arial"/>
                <a:cs typeface="Arial"/>
              </a:rPr>
              <a:t>a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rie</a:t>
            </a:r>
            <a:r>
              <a:rPr sz="3200" b="1" spc="-20" dirty="0" smtClean="0">
                <a:solidFill>
                  <a:srgbClr val="000066"/>
                </a:solidFill>
                <a:latin typeface="Arial"/>
                <a:cs typeface="Arial"/>
              </a:rPr>
              <a:t>s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:</a:t>
            </a:r>
            <a:r>
              <a:rPr sz="3200" b="1" spc="-40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a</a:t>
            </a:r>
            <a:r>
              <a:rPr sz="3200" b="1" spc="-10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3200" b="1" i="1" spc="-15" dirty="0" smtClean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32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ppi</a:t>
            </a:r>
            <a:r>
              <a:rPr sz="3200" b="1" i="1" spc="-15" dirty="0" smtClean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32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g</a:t>
            </a:r>
            <a:r>
              <a:rPr sz="3200" b="1" i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c</a:t>
            </a:r>
            <a:r>
              <a:rPr sz="3200" b="1" spc="-10" dirty="0" smtClean="0">
                <a:solidFill>
                  <a:srgbClr val="000066"/>
                </a:solidFill>
                <a:latin typeface="Arial"/>
                <a:cs typeface="Arial"/>
              </a:rPr>
              <a:t>o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ll</a:t>
            </a:r>
            <a:r>
              <a:rPr sz="3200" b="1" spc="-15" dirty="0" smtClean="0">
                <a:solidFill>
                  <a:srgbClr val="000066"/>
                </a:solidFill>
                <a:latin typeface="Arial"/>
                <a:cs typeface="Arial"/>
              </a:rPr>
              <a:t>e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ct</a:t>
            </a:r>
            <a:r>
              <a:rPr sz="3200" b="1" spc="-10" dirty="0" smtClean="0">
                <a:solidFill>
                  <a:srgbClr val="000066"/>
                </a:solidFill>
                <a:latin typeface="Arial"/>
                <a:cs typeface="Arial"/>
              </a:rPr>
              <a:t>i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on</a:t>
            </a:r>
            <a:r>
              <a:rPr sz="3200" b="1" spc="-4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type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25487" y="4318314"/>
            <a:ext cx="4589340" cy="8412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5454" y="551941"/>
            <a:ext cx="6834505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2908935" algn="l"/>
                <a:tab pos="5270500" algn="l"/>
                <a:tab pos="5804535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Dictionaries:	L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i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ke </a:t>
            </a:r>
            <a:r>
              <a:rPr sz="3600" b="1" i="1" spc="0" dirty="0" smtClean="0">
                <a:solidFill>
                  <a:srgbClr val="000066"/>
                </a:solidFill>
                <a:latin typeface="Arial"/>
                <a:cs typeface="Arial"/>
              </a:rPr>
              <a:t>maps	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in	Java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042416" y="2040635"/>
            <a:ext cx="565404" cy="6903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331975" y="2046732"/>
            <a:ext cx="2878836" cy="6797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05428" y="2046732"/>
            <a:ext cx="1930907" cy="67970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413247" y="2046732"/>
            <a:ext cx="1117092" cy="67970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5454" y="1302384"/>
            <a:ext cx="7782559" cy="46513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latin typeface="Arial"/>
                <a:cs typeface="Arial"/>
              </a:rPr>
              <a:t>Diction</a:t>
            </a:r>
            <a:r>
              <a:rPr sz="2400" b="1" spc="-10" dirty="0" smtClean="0">
                <a:latin typeface="Arial"/>
                <a:cs typeface="Arial"/>
              </a:rPr>
              <a:t>a</a:t>
            </a:r>
            <a:r>
              <a:rPr sz="2400" b="1" spc="0" dirty="0" smtClean="0">
                <a:latin typeface="Arial"/>
                <a:cs typeface="Arial"/>
              </a:rPr>
              <a:t>ries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store a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000" i="1" spc="-15" dirty="0" smtClean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apping</a:t>
            </a:r>
            <a:r>
              <a:rPr sz="2000" i="1" spc="1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b</a:t>
            </a:r>
            <a:r>
              <a:rPr sz="2400" b="1" spc="-10" dirty="0" smtClean="0">
                <a:latin typeface="Arial"/>
                <a:cs typeface="Arial"/>
              </a:rPr>
              <a:t>e</a:t>
            </a:r>
            <a:r>
              <a:rPr sz="2400" b="1" spc="0" dirty="0" smtClean="0">
                <a:latin typeface="Arial"/>
                <a:cs typeface="Arial"/>
              </a:rPr>
              <a:t>t</a:t>
            </a:r>
            <a:r>
              <a:rPr sz="2400" b="1" spc="25" dirty="0" smtClean="0">
                <a:latin typeface="Arial"/>
                <a:cs typeface="Arial"/>
              </a:rPr>
              <a:t>w</a:t>
            </a:r>
            <a:r>
              <a:rPr sz="2400" b="1" spc="0" dirty="0" smtClean="0">
                <a:latin typeface="Arial"/>
                <a:cs typeface="Arial"/>
              </a:rPr>
              <a:t>e</a:t>
            </a:r>
            <a:r>
              <a:rPr sz="2400" b="1" spc="-10" dirty="0" smtClean="0">
                <a:latin typeface="Arial"/>
                <a:cs typeface="Arial"/>
              </a:rPr>
              <a:t>e</a:t>
            </a:r>
            <a:r>
              <a:rPr sz="2400" b="1" spc="0" dirty="0" smtClean="0">
                <a:latin typeface="Arial"/>
                <a:cs typeface="Arial"/>
              </a:rPr>
              <a:t>n</a:t>
            </a:r>
            <a:r>
              <a:rPr sz="2400" b="1" spc="-4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 set of </a:t>
            </a:r>
            <a:r>
              <a:rPr sz="2400" b="1" spc="-10" dirty="0" smtClean="0">
                <a:latin typeface="Arial"/>
                <a:cs typeface="Arial"/>
              </a:rPr>
              <a:t>k</a:t>
            </a:r>
            <a:r>
              <a:rPr sz="2400" b="1" spc="0" dirty="0" smtClean="0">
                <a:latin typeface="Arial"/>
                <a:cs typeface="Arial"/>
              </a:rPr>
              <a:t>e</a:t>
            </a:r>
            <a:r>
              <a:rPr sz="2400" b="1" spc="-35" dirty="0" smtClean="0">
                <a:latin typeface="Arial"/>
                <a:cs typeface="Arial"/>
              </a:rPr>
              <a:t>y</a:t>
            </a:r>
            <a:r>
              <a:rPr sz="2400" b="1" spc="0" dirty="0" smtClean="0">
                <a:latin typeface="Arial"/>
                <a:cs typeface="Arial"/>
              </a:rPr>
              <a:t>s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ts val="2830"/>
              </a:lnSpc>
            </a:pPr>
            <a:r>
              <a:rPr sz="2400" b="1" dirty="0" smtClean="0">
                <a:latin typeface="Arial"/>
                <a:cs typeface="Arial"/>
              </a:rPr>
              <a:t>and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set</a:t>
            </a:r>
            <a:r>
              <a:rPr sz="2400" b="1" spc="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of v</a:t>
            </a:r>
            <a:r>
              <a:rPr sz="2400" b="1" spc="-10" dirty="0" smtClean="0">
                <a:latin typeface="Arial"/>
                <a:cs typeface="Arial"/>
              </a:rPr>
              <a:t>a</a:t>
            </a:r>
            <a:r>
              <a:rPr sz="2400" b="1" spc="0" dirty="0" smtClean="0">
                <a:latin typeface="Arial"/>
                <a:cs typeface="Arial"/>
              </a:rPr>
              <a:t>lues.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75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756285" algn="l"/>
              </a:tabLst>
            </a:pPr>
            <a:r>
              <a:rPr sz="2400" b="1" i="1" dirty="0" smtClean="0">
                <a:latin typeface="Arial"/>
                <a:cs typeface="Arial"/>
              </a:rPr>
              <a:t>K</a:t>
            </a:r>
            <a:r>
              <a:rPr sz="2400" b="1" i="1" spc="-10" dirty="0" smtClean="0">
                <a:latin typeface="Arial"/>
                <a:cs typeface="Arial"/>
              </a:rPr>
              <a:t>e</a:t>
            </a:r>
            <a:r>
              <a:rPr sz="2400" b="1" i="1" spc="0" dirty="0" smtClean="0">
                <a:latin typeface="Arial"/>
                <a:cs typeface="Arial"/>
              </a:rPr>
              <a:t>ys</a:t>
            </a:r>
            <a:r>
              <a:rPr sz="2400" b="1" i="1" spc="5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can</a:t>
            </a:r>
            <a:r>
              <a:rPr sz="2400" b="1" i="1" spc="-1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be any</a:t>
            </a:r>
            <a:r>
              <a:rPr sz="2400" b="1" i="1" spc="5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im</a:t>
            </a:r>
            <a:r>
              <a:rPr sz="2400" b="1" i="1" spc="5" dirty="0" smtClean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24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utable</a:t>
            </a:r>
            <a:r>
              <a:rPr sz="2400" b="1" i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type.</a:t>
            </a:r>
            <a:endParaRPr sz="2400">
              <a:latin typeface="Arial"/>
              <a:cs typeface="Arial"/>
            </a:endParaRPr>
          </a:p>
          <a:p>
            <a:pPr marL="756285" indent="-287020">
              <a:lnSpc>
                <a:spcPct val="100000"/>
              </a:lnSpc>
              <a:spcBef>
                <a:spcPts val="244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dirty="0" smtClean="0">
                <a:latin typeface="Arial"/>
                <a:cs typeface="Arial"/>
              </a:rPr>
              <a:t>Values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c</a:t>
            </a:r>
            <a:r>
              <a:rPr sz="2000" spc="5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be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any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</a:t>
            </a:r>
            <a:r>
              <a:rPr sz="2000" spc="-15" dirty="0" smtClean="0">
                <a:latin typeface="Arial"/>
                <a:cs typeface="Arial"/>
              </a:rPr>
              <a:t>y</a:t>
            </a:r>
            <a:r>
              <a:rPr sz="2000" spc="0" dirty="0" smtClean="0">
                <a:latin typeface="Arial"/>
                <a:cs typeface="Arial"/>
              </a:rPr>
              <a:t>pe</a:t>
            </a:r>
            <a:endParaRPr sz="2000">
              <a:latin typeface="Arial"/>
              <a:cs typeface="Arial"/>
            </a:endParaRPr>
          </a:p>
          <a:p>
            <a:pPr marL="756285" indent="-28702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spc="-10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alues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and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keys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can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be of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di</a:t>
            </a:r>
            <a:r>
              <a:rPr sz="2000" spc="-10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ferent</a:t>
            </a:r>
            <a:r>
              <a:rPr sz="2000" spc="-3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</a:t>
            </a:r>
            <a:r>
              <a:rPr sz="2000" spc="-15" dirty="0" smtClean="0">
                <a:latin typeface="Arial"/>
                <a:cs typeface="Arial"/>
              </a:rPr>
              <a:t>y</a:t>
            </a:r>
            <a:r>
              <a:rPr sz="2000" spc="0" dirty="0" smtClean="0">
                <a:latin typeface="Arial"/>
                <a:cs typeface="Arial"/>
              </a:rPr>
              <a:t>pes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in</a:t>
            </a:r>
            <a:r>
              <a:rPr sz="2000" spc="-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single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dictionary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35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latin typeface="Arial"/>
                <a:cs typeface="Arial"/>
              </a:rPr>
              <a:t>You</a:t>
            </a:r>
            <a:r>
              <a:rPr sz="2400" b="1" spc="-10" dirty="0" smtClean="0">
                <a:latin typeface="Arial"/>
                <a:cs typeface="Arial"/>
              </a:rPr>
              <a:t> c</a:t>
            </a:r>
            <a:r>
              <a:rPr sz="2400" b="1" spc="0" dirty="0" smtClean="0">
                <a:latin typeface="Arial"/>
                <a:cs typeface="Arial"/>
              </a:rPr>
              <a:t>an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dirty="0" smtClean="0">
                <a:latin typeface="Arial"/>
                <a:cs typeface="Arial"/>
              </a:rPr>
              <a:t>define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dirty="0" smtClean="0">
                <a:latin typeface="Arial"/>
                <a:cs typeface="Arial"/>
              </a:rPr>
              <a:t>modify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dirty="0" smtClean="0">
                <a:latin typeface="Arial"/>
                <a:cs typeface="Arial"/>
              </a:rPr>
              <a:t>v</a:t>
            </a:r>
            <a:r>
              <a:rPr sz="2000" spc="-10" dirty="0" smtClean="0">
                <a:latin typeface="Arial"/>
                <a:cs typeface="Arial"/>
              </a:rPr>
              <a:t>i</a:t>
            </a:r>
            <a:r>
              <a:rPr sz="2000" spc="0" dirty="0" smtClean="0">
                <a:latin typeface="Arial"/>
                <a:cs typeface="Arial"/>
              </a:rPr>
              <a:t>ew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dirty="0" smtClean="0">
                <a:latin typeface="Arial"/>
                <a:cs typeface="Arial"/>
              </a:rPr>
              <a:t>loo</a:t>
            </a:r>
            <a:r>
              <a:rPr sz="2000" spc="5" dirty="0" smtClean="0">
                <a:latin typeface="Arial"/>
                <a:cs typeface="Arial"/>
              </a:rPr>
              <a:t>k</a:t>
            </a:r>
            <a:r>
              <a:rPr sz="2000" spc="0" dirty="0" smtClean="0">
                <a:latin typeface="Arial"/>
                <a:cs typeface="Arial"/>
              </a:rPr>
              <a:t>up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dirty="0" smtClean="0">
                <a:latin typeface="Arial"/>
                <a:cs typeface="Arial"/>
              </a:rPr>
              <a:t>delete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500"/>
              </a:lnSpc>
              <a:spcBef>
                <a:spcPts val="31"/>
              </a:spcBef>
            </a:pPr>
            <a:endParaRPr sz="500"/>
          </a:p>
          <a:p>
            <a:pPr marL="439420">
              <a:lnSpc>
                <a:spcPct val="100000"/>
              </a:lnSpc>
            </a:pPr>
            <a:r>
              <a:rPr sz="2400" b="1" dirty="0" smtClean="0">
                <a:latin typeface="Arial"/>
                <a:cs typeface="Arial"/>
              </a:rPr>
              <a:t>the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k</a:t>
            </a:r>
            <a:r>
              <a:rPr sz="2400" b="1" spc="-10" dirty="0" smtClean="0">
                <a:latin typeface="Arial"/>
                <a:cs typeface="Arial"/>
              </a:rPr>
              <a:t>e</a:t>
            </a:r>
            <a:r>
              <a:rPr sz="2400" b="1" spc="-30" dirty="0" smtClean="0">
                <a:latin typeface="Arial"/>
                <a:cs typeface="Arial"/>
              </a:rPr>
              <a:t>y</a:t>
            </a:r>
            <a:r>
              <a:rPr sz="2400" b="1" spc="0" dirty="0" smtClean="0">
                <a:latin typeface="Arial"/>
                <a:cs typeface="Arial"/>
              </a:rPr>
              <a:t>-v</a:t>
            </a:r>
            <a:r>
              <a:rPr sz="2400" b="1" spc="-10" dirty="0" smtClean="0">
                <a:latin typeface="Arial"/>
                <a:cs typeface="Arial"/>
              </a:rPr>
              <a:t>a</a:t>
            </a:r>
            <a:r>
              <a:rPr sz="2400" b="1" spc="0" dirty="0" smtClean="0">
                <a:latin typeface="Arial"/>
                <a:cs typeface="Arial"/>
              </a:rPr>
              <a:t>lue</a:t>
            </a:r>
            <a:r>
              <a:rPr sz="2400" b="1" spc="3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p</a:t>
            </a:r>
            <a:r>
              <a:rPr sz="2400" b="1" spc="-10" dirty="0" smtClean="0">
                <a:latin typeface="Arial"/>
                <a:cs typeface="Arial"/>
              </a:rPr>
              <a:t>a</a:t>
            </a:r>
            <a:r>
              <a:rPr sz="2400" b="1" spc="0" dirty="0" smtClean="0">
                <a:latin typeface="Arial"/>
                <a:cs typeface="Arial"/>
              </a:rPr>
              <a:t>irs in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the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dictionar</a:t>
            </a:r>
            <a:r>
              <a:rPr sz="2400" b="1" spc="-35" dirty="0" smtClean="0">
                <a:latin typeface="Arial"/>
                <a:cs typeface="Arial"/>
              </a:rPr>
              <a:t>y</a:t>
            </a:r>
            <a:r>
              <a:rPr sz="2400" b="1" spc="0" dirty="0" smtClean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44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1981200"/>
            <a:ext cx="5410200" cy="3581400"/>
          </a:xfrm>
          <a:custGeom>
            <a:avLst/>
            <a:gdLst/>
            <a:ahLst/>
            <a:cxnLst/>
            <a:rect l="l" t="t" r="r" b="b"/>
            <a:pathLst>
              <a:path w="5410200" h="3581400">
                <a:moveTo>
                  <a:pt x="0" y="3581400"/>
                </a:moveTo>
                <a:lnTo>
                  <a:pt x="5410200" y="3581400"/>
                </a:lnTo>
                <a:lnTo>
                  <a:pt x="5410200" y="0"/>
                </a:lnTo>
                <a:lnTo>
                  <a:pt x="0" y="0"/>
                </a:lnTo>
                <a:lnTo>
                  <a:pt x="0" y="35814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1981200"/>
            <a:ext cx="5410200" cy="3581400"/>
          </a:xfrm>
          <a:custGeom>
            <a:avLst/>
            <a:gdLst/>
            <a:ahLst/>
            <a:cxnLst/>
            <a:rect l="l" t="t" r="r" b="b"/>
            <a:pathLst>
              <a:path w="5410200" h="3581400">
                <a:moveTo>
                  <a:pt x="0" y="3581400"/>
                </a:moveTo>
                <a:lnTo>
                  <a:pt x="5410200" y="3581400"/>
                </a:lnTo>
                <a:lnTo>
                  <a:pt x="5410200" y="0"/>
                </a:lnTo>
                <a:lnTo>
                  <a:pt x="0" y="0"/>
                </a:lnTo>
                <a:lnTo>
                  <a:pt x="0" y="35814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>
              <a:lnSpc>
                <a:spcPct val="100000"/>
              </a:lnSpc>
              <a:tabLst>
                <a:tab pos="2933065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Cr</a:t>
            </a:r>
            <a:r>
              <a:rPr sz="3600" b="1" spc="5" dirty="0" smtClean="0">
                <a:solidFill>
                  <a:srgbClr val="000066"/>
                </a:solidFill>
                <a:latin typeface="Arial"/>
                <a:cs typeface="Arial"/>
              </a:rPr>
              <a:t>e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ating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and	acc</a:t>
            </a:r>
            <a:r>
              <a:rPr sz="3600" b="1" spc="5" dirty="0" smtClean="0">
                <a:solidFill>
                  <a:srgbClr val="000066"/>
                </a:solidFill>
                <a:latin typeface="Arial"/>
                <a:cs typeface="Arial"/>
              </a:rPr>
              <a:t>e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ssing dicti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o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naries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45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5454" y="1986153"/>
            <a:ext cx="2834640" cy="2698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 </a:t>
            </a:r>
            <a:r>
              <a:rPr sz="1600" b="1" spc="-10" dirty="0" smtClean="0">
                <a:latin typeface="Courier New"/>
                <a:cs typeface="Courier New"/>
              </a:rPr>
              <a:t>d =</a:t>
            </a:r>
            <a:r>
              <a:rPr sz="1600" b="1" spc="10" dirty="0" smtClean="0">
                <a:latin typeface="Courier New"/>
                <a:cs typeface="Courier New"/>
              </a:rPr>
              <a:t> </a:t>
            </a:r>
            <a:r>
              <a:rPr sz="1600" b="1" spc="-5" dirty="0" smtClean="0">
                <a:latin typeface="Courier New"/>
                <a:cs typeface="Courier New"/>
              </a:rPr>
              <a:t>{</a:t>
            </a:r>
            <a:r>
              <a:rPr sz="16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‘u</a:t>
            </a:r>
            <a:r>
              <a:rPr sz="16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s</a:t>
            </a:r>
            <a:r>
              <a:rPr sz="16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er</a:t>
            </a:r>
            <a:r>
              <a:rPr sz="1600" b="1" spc="-5" dirty="0" smtClean="0">
                <a:solidFill>
                  <a:srgbClr val="008000"/>
                </a:solidFill>
                <a:latin typeface="Courier New"/>
                <a:cs typeface="Courier New"/>
              </a:rPr>
              <a:t>’</a:t>
            </a:r>
            <a:r>
              <a:rPr sz="1600" b="1" spc="-5" dirty="0" smtClean="0">
                <a:latin typeface="Courier New"/>
                <a:cs typeface="Courier New"/>
              </a:rPr>
              <a:t>:</a:t>
            </a:r>
            <a:r>
              <a:rPr sz="16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‘b</a:t>
            </a:r>
            <a:r>
              <a:rPr sz="16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o</a:t>
            </a:r>
            <a:r>
              <a:rPr sz="16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zo</a:t>
            </a:r>
            <a:r>
              <a:rPr sz="1600" b="1" spc="-5" dirty="0" smtClean="0">
                <a:solidFill>
                  <a:srgbClr val="008000"/>
                </a:solidFill>
                <a:latin typeface="Courier New"/>
                <a:cs typeface="Courier New"/>
              </a:rPr>
              <a:t>’</a:t>
            </a:r>
            <a:r>
              <a:rPr sz="1600" b="1" spc="-10" dirty="0" smtClean="0">
                <a:latin typeface="Courier New"/>
                <a:cs typeface="Courier New"/>
              </a:rPr>
              <a:t>,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97985" y="1986153"/>
            <a:ext cx="1490345" cy="2698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‘pswd’</a:t>
            </a:r>
            <a:r>
              <a:rPr sz="1600" b="1" spc="5" dirty="0" smtClean="0">
                <a:latin typeface="Courier New"/>
                <a:cs typeface="Courier New"/>
              </a:rPr>
              <a:t>:</a:t>
            </a:r>
            <a:r>
              <a:rPr sz="1600" b="1" spc="-10" dirty="0" smtClean="0">
                <a:latin typeface="Courier New"/>
                <a:cs typeface="Courier New"/>
              </a:rPr>
              <a:t>1234}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5454" y="2522601"/>
            <a:ext cx="1613535" cy="18796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 </a:t>
            </a:r>
            <a:r>
              <a:rPr sz="1600" b="1" spc="-10" dirty="0" smtClean="0">
                <a:latin typeface="Courier New"/>
                <a:cs typeface="Courier New"/>
              </a:rPr>
              <a:t>d[</a:t>
            </a:r>
            <a:r>
              <a:rPr sz="16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‘</a:t>
            </a:r>
            <a:r>
              <a:rPr sz="16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user</a:t>
            </a:r>
            <a:r>
              <a:rPr sz="1600" b="1" spc="5" dirty="0" smtClean="0">
                <a:solidFill>
                  <a:srgbClr val="008000"/>
                </a:solidFill>
                <a:latin typeface="Courier New"/>
                <a:cs typeface="Courier New"/>
              </a:rPr>
              <a:t>’</a:t>
            </a:r>
            <a:r>
              <a:rPr sz="1600" b="1" spc="-10" dirty="0" smtClean="0">
                <a:latin typeface="Courier New"/>
                <a:cs typeface="Courier New"/>
              </a:rPr>
              <a:t>]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‘bozo’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300"/>
              </a:lnSpc>
              <a:spcBef>
                <a:spcPts val="6"/>
              </a:spcBef>
            </a:pPr>
            <a:endParaRPr sz="1300"/>
          </a:p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 </a:t>
            </a:r>
            <a:r>
              <a:rPr sz="1600" b="1" spc="-10" dirty="0" smtClean="0">
                <a:latin typeface="Courier New"/>
                <a:cs typeface="Courier New"/>
              </a:rPr>
              <a:t>d[</a:t>
            </a:r>
            <a:r>
              <a:rPr sz="16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‘</a:t>
            </a:r>
            <a:r>
              <a:rPr sz="16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pswd</a:t>
            </a:r>
            <a:r>
              <a:rPr sz="1600" b="1" spc="5" dirty="0" smtClean="0">
                <a:solidFill>
                  <a:srgbClr val="008000"/>
                </a:solidFill>
                <a:latin typeface="Courier New"/>
                <a:cs typeface="Courier New"/>
              </a:rPr>
              <a:t>’</a:t>
            </a:r>
            <a:r>
              <a:rPr sz="1600" b="1" spc="-10" dirty="0" smtClean="0">
                <a:latin typeface="Courier New"/>
                <a:cs typeface="Courier New"/>
              </a:rPr>
              <a:t>]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1234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300"/>
              </a:lnSpc>
              <a:spcBef>
                <a:spcPts val="4"/>
              </a:spcBef>
            </a:pPr>
            <a:endParaRPr sz="1300"/>
          </a:p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 </a:t>
            </a:r>
            <a:r>
              <a:rPr sz="1600" b="1" spc="-10" dirty="0" smtClean="0">
                <a:latin typeface="Courier New"/>
                <a:cs typeface="Courier New"/>
              </a:rPr>
              <a:t>d[</a:t>
            </a:r>
            <a:r>
              <a:rPr sz="16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‘</a:t>
            </a:r>
            <a:r>
              <a:rPr sz="16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bozo</a:t>
            </a:r>
            <a:r>
              <a:rPr sz="1600" b="1" spc="5" dirty="0" smtClean="0">
                <a:solidFill>
                  <a:srgbClr val="008000"/>
                </a:solidFill>
                <a:latin typeface="Courier New"/>
                <a:cs typeface="Courier New"/>
              </a:rPr>
              <a:t>’</a:t>
            </a:r>
            <a:r>
              <a:rPr sz="1600" b="1" spc="-10" dirty="0" smtClean="0">
                <a:latin typeface="Courier New"/>
                <a:cs typeface="Courier New"/>
              </a:rPr>
              <a:t>]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5454" y="5205476"/>
            <a:ext cx="1733550" cy="2698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KeyErr</a:t>
            </a:r>
            <a:r>
              <a:rPr sz="16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o</a:t>
            </a:r>
            <a:r>
              <a:rPr sz="16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r: b</a:t>
            </a:r>
            <a:r>
              <a:rPr sz="16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o</a:t>
            </a:r>
            <a:r>
              <a:rPr sz="16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zo</a:t>
            </a:r>
            <a:endParaRPr sz="1600">
              <a:latin typeface="Courier New"/>
              <a:cs typeface="Courier New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52754" y="4659766"/>
          <a:ext cx="5053848" cy="5979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6924"/>
                <a:gridCol w="1952634"/>
                <a:gridCol w="574289"/>
              </a:tblGrid>
              <a:tr h="298957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600" b="1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Traceb</a:t>
                      </a:r>
                      <a:r>
                        <a:rPr sz="1600" b="1" spc="10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600" b="1" spc="0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ck (</a:t>
                      </a:r>
                      <a:r>
                        <a:rPr sz="1600" b="1" spc="10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600" b="1" spc="0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nnermo</a:t>
                      </a:r>
                      <a:r>
                        <a:rPr sz="1600" b="1" spc="10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600" b="1" spc="0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</a:pPr>
                      <a:r>
                        <a:rPr sz="1600" b="1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la</a:t>
                      </a:r>
                      <a:r>
                        <a:rPr sz="1600" b="1" spc="10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s</a:t>
                      </a:r>
                      <a:r>
                        <a:rPr sz="1600" b="1" spc="0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t):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298957">
                <a:tc>
                  <a:txBody>
                    <a:bodyPr/>
                    <a:lstStyle/>
                    <a:p>
                      <a:pPr marL="269240">
                        <a:lnSpc>
                          <a:spcPct val="100000"/>
                        </a:lnSpc>
                      </a:pPr>
                      <a:r>
                        <a:rPr sz="1600" b="1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File</a:t>
                      </a:r>
                      <a:r>
                        <a:rPr sz="1600" b="1" spc="10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0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‘&lt;in</a:t>
                      </a:r>
                      <a:r>
                        <a:rPr sz="1600" b="1" spc="10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600" b="1" spc="0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eracti</a:t>
                      </a:r>
                      <a:r>
                        <a:rPr sz="1600" b="1" spc="10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v</a:t>
                      </a:r>
                      <a:r>
                        <a:rPr sz="1600" b="1" spc="0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600" b="1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in</a:t>
                      </a:r>
                      <a:r>
                        <a:rPr sz="1600" b="1" spc="10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p</a:t>
                      </a:r>
                      <a:r>
                        <a:rPr sz="1600" b="1" spc="0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ut&gt;’ l</a:t>
                      </a:r>
                      <a:r>
                        <a:rPr sz="1600" b="1" spc="10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600" b="1" spc="0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ne 1,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1594">
                        <a:lnSpc>
                          <a:spcPct val="100000"/>
                        </a:lnSpc>
                      </a:pPr>
                      <a:r>
                        <a:rPr sz="1600" b="1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in ?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1447800"/>
            <a:ext cx="4572000" cy="1524000"/>
          </a:xfrm>
          <a:custGeom>
            <a:avLst/>
            <a:gdLst/>
            <a:ahLst/>
            <a:cxnLst/>
            <a:rect l="l" t="t" r="r" b="b"/>
            <a:pathLst>
              <a:path w="4572000" h="1524000">
                <a:moveTo>
                  <a:pt x="0" y="1524000"/>
                </a:moveTo>
                <a:lnTo>
                  <a:pt x="4572000" y="1524000"/>
                </a:lnTo>
                <a:lnTo>
                  <a:pt x="4572000" y="0"/>
                </a:lnTo>
                <a:lnTo>
                  <a:pt x="0" y="0"/>
                </a:lnTo>
                <a:lnTo>
                  <a:pt x="0" y="15240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1447800"/>
            <a:ext cx="4572000" cy="1524000"/>
          </a:xfrm>
          <a:custGeom>
            <a:avLst/>
            <a:gdLst/>
            <a:ahLst/>
            <a:cxnLst/>
            <a:rect l="l" t="t" r="r" b="b"/>
            <a:pathLst>
              <a:path w="4572000" h="1524000">
                <a:moveTo>
                  <a:pt x="0" y="1524000"/>
                </a:moveTo>
                <a:lnTo>
                  <a:pt x="4572000" y="1524000"/>
                </a:lnTo>
                <a:lnTo>
                  <a:pt x="4572000" y="0"/>
                </a:lnTo>
                <a:lnTo>
                  <a:pt x="0" y="0"/>
                </a:lnTo>
                <a:lnTo>
                  <a:pt x="0" y="15240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9600" y="3733800"/>
            <a:ext cx="4953000" cy="1066800"/>
          </a:xfrm>
          <a:custGeom>
            <a:avLst/>
            <a:gdLst/>
            <a:ahLst/>
            <a:cxnLst/>
            <a:rect l="l" t="t" r="r" b="b"/>
            <a:pathLst>
              <a:path w="4953000" h="1066800">
                <a:moveTo>
                  <a:pt x="0" y="1066800"/>
                </a:moveTo>
                <a:lnTo>
                  <a:pt x="4953000" y="1066800"/>
                </a:lnTo>
                <a:lnTo>
                  <a:pt x="495300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09600" y="3733800"/>
            <a:ext cx="4953000" cy="1066800"/>
          </a:xfrm>
          <a:custGeom>
            <a:avLst/>
            <a:gdLst/>
            <a:ahLst/>
            <a:cxnLst/>
            <a:rect l="l" t="t" r="r" b="b"/>
            <a:pathLst>
              <a:path w="4953000" h="1066800">
                <a:moveTo>
                  <a:pt x="0" y="1066800"/>
                </a:moveTo>
                <a:lnTo>
                  <a:pt x="4953000" y="1066800"/>
                </a:lnTo>
                <a:lnTo>
                  <a:pt x="495300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32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 smtClean="0">
                <a:solidFill>
                  <a:srgbClr val="C00000"/>
                </a:solidFill>
                <a:latin typeface="Arial"/>
                <a:cs typeface="Arial"/>
              </a:rPr>
              <a:t>Updating</a:t>
            </a:r>
            <a:r>
              <a:rPr sz="36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5" dirty="0" smtClean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ictio</a:t>
            </a:r>
            <a:r>
              <a:rPr sz="3600" b="1" spc="-15" dirty="0" smtClean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aries</a:t>
            </a:r>
            <a:endParaRPr sz="36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46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5454" y="1452498"/>
            <a:ext cx="4914900" cy="42614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 </a:t>
            </a:r>
            <a:r>
              <a:rPr sz="1600" b="1" spc="-10" dirty="0" smtClean="0">
                <a:latin typeface="Courier New"/>
                <a:cs typeface="Courier New"/>
              </a:rPr>
              <a:t>d =</a:t>
            </a:r>
            <a:r>
              <a:rPr sz="1600" b="1" spc="10" dirty="0" smtClean="0">
                <a:latin typeface="Courier New"/>
                <a:cs typeface="Courier New"/>
              </a:rPr>
              <a:t> </a:t>
            </a:r>
            <a:r>
              <a:rPr sz="1600" b="1" spc="-5" dirty="0" smtClean="0">
                <a:latin typeface="Courier New"/>
                <a:cs typeface="Courier New"/>
              </a:rPr>
              <a:t>{</a:t>
            </a:r>
            <a:r>
              <a:rPr sz="16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‘u</a:t>
            </a:r>
            <a:r>
              <a:rPr sz="16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s</a:t>
            </a:r>
            <a:r>
              <a:rPr sz="16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er</a:t>
            </a:r>
            <a:r>
              <a:rPr sz="1600" b="1" spc="-5" dirty="0" smtClean="0">
                <a:solidFill>
                  <a:srgbClr val="008000"/>
                </a:solidFill>
                <a:latin typeface="Courier New"/>
                <a:cs typeface="Courier New"/>
              </a:rPr>
              <a:t>’</a:t>
            </a:r>
            <a:r>
              <a:rPr sz="1600" b="1" spc="-5" dirty="0" smtClean="0">
                <a:latin typeface="Courier New"/>
                <a:cs typeface="Courier New"/>
              </a:rPr>
              <a:t>:</a:t>
            </a:r>
            <a:r>
              <a:rPr sz="16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‘b</a:t>
            </a:r>
            <a:r>
              <a:rPr sz="16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o</a:t>
            </a:r>
            <a:r>
              <a:rPr sz="16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zo</a:t>
            </a:r>
            <a:r>
              <a:rPr sz="1600" b="1" spc="-5" dirty="0" smtClean="0">
                <a:solidFill>
                  <a:srgbClr val="008000"/>
                </a:solidFill>
                <a:latin typeface="Courier New"/>
                <a:cs typeface="Courier New"/>
              </a:rPr>
              <a:t>’</a:t>
            </a:r>
            <a:r>
              <a:rPr sz="1600" b="1" spc="-10" dirty="0" smtClean="0">
                <a:latin typeface="Courier New"/>
                <a:cs typeface="Courier New"/>
              </a:rPr>
              <a:t>,</a:t>
            </a:r>
            <a:r>
              <a:rPr sz="1600" b="1" spc="10" dirty="0" smtClean="0"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‘pswd’</a:t>
            </a:r>
            <a:r>
              <a:rPr sz="1600" b="1" spc="5" dirty="0" smtClean="0">
                <a:latin typeface="Courier New"/>
                <a:cs typeface="Courier New"/>
              </a:rPr>
              <a:t>:</a:t>
            </a:r>
            <a:r>
              <a:rPr sz="1600" b="1" spc="-10" dirty="0" smtClean="0">
                <a:latin typeface="Courier New"/>
                <a:cs typeface="Courier New"/>
              </a:rPr>
              <a:t>1234}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300"/>
              </a:lnSpc>
              <a:spcBef>
                <a:spcPts val="6"/>
              </a:spcBef>
            </a:pPr>
            <a:endParaRPr sz="1300"/>
          </a:p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 </a:t>
            </a:r>
            <a:r>
              <a:rPr sz="1600" b="1" spc="-10" dirty="0" smtClean="0">
                <a:latin typeface="Courier New"/>
                <a:cs typeface="Courier New"/>
              </a:rPr>
              <a:t>d[</a:t>
            </a:r>
            <a:r>
              <a:rPr sz="16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‘</a:t>
            </a:r>
            <a:r>
              <a:rPr sz="16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user</a:t>
            </a:r>
            <a:r>
              <a:rPr sz="1600" b="1" spc="5" dirty="0" smtClean="0">
                <a:solidFill>
                  <a:srgbClr val="008000"/>
                </a:solidFill>
                <a:latin typeface="Courier New"/>
                <a:cs typeface="Courier New"/>
              </a:rPr>
              <a:t>’</a:t>
            </a:r>
            <a:r>
              <a:rPr sz="1600" b="1" spc="-10" dirty="0" smtClean="0">
                <a:latin typeface="Courier New"/>
                <a:cs typeface="Courier New"/>
              </a:rPr>
              <a:t>] =</a:t>
            </a:r>
            <a:r>
              <a:rPr sz="1600" b="1" spc="5" dirty="0" smtClean="0"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‘c</a:t>
            </a:r>
            <a:r>
              <a:rPr sz="16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l</a:t>
            </a:r>
            <a:r>
              <a:rPr sz="16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own’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600" b="1" spc="-10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 </a:t>
            </a:r>
            <a:r>
              <a:rPr sz="1600" b="1" spc="-10" dirty="0" smtClean="0">
                <a:latin typeface="Courier New"/>
                <a:cs typeface="Courier New"/>
              </a:rPr>
              <a:t>d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{‘user</a:t>
            </a:r>
            <a:r>
              <a:rPr sz="16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’</a:t>
            </a: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:‘cl</a:t>
            </a:r>
            <a:r>
              <a:rPr sz="16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o</a:t>
            </a: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wn’, ‘</a:t>
            </a:r>
            <a:r>
              <a:rPr sz="16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p</a:t>
            </a: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swd’</a:t>
            </a:r>
            <a:r>
              <a:rPr sz="16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:</a:t>
            </a: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1234}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200"/>
              </a:lnSpc>
              <a:spcBef>
                <a:spcPts val="50"/>
              </a:spcBef>
            </a:pPr>
            <a:endParaRPr sz="1200"/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09375"/>
              <a:buFont typeface="Wingdings"/>
              <a:buChar char=""/>
              <a:tabLst>
                <a:tab pos="354965" algn="l"/>
              </a:tabLst>
            </a:pPr>
            <a:r>
              <a:rPr sz="1600" b="1" spc="-15" dirty="0" smtClean="0">
                <a:latin typeface="Arial"/>
                <a:cs typeface="Arial"/>
              </a:rPr>
              <a:t>Ke</a:t>
            </a:r>
            <a:r>
              <a:rPr sz="1600" b="1" spc="-50" dirty="0" smtClean="0">
                <a:latin typeface="Arial"/>
                <a:cs typeface="Arial"/>
              </a:rPr>
              <a:t>y</a:t>
            </a:r>
            <a:r>
              <a:rPr sz="1600" b="1" spc="-10" dirty="0" smtClean="0">
                <a:latin typeface="Arial"/>
                <a:cs typeface="Arial"/>
              </a:rPr>
              <a:t>s</a:t>
            </a:r>
            <a:r>
              <a:rPr sz="1600" b="1" spc="30" dirty="0" smtClean="0">
                <a:latin typeface="Arial"/>
                <a:cs typeface="Arial"/>
              </a:rPr>
              <a:t> </a:t>
            </a:r>
            <a:r>
              <a:rPr sz="1600" b="1" spc="-20" dirty="0" smtClean="0">
                <a:latin typeface="Arial"/>
                <a:cs typeface="Arial"/>
              </a:rPr>
              <a:t>m</a:t>
            </a:r>
            <a:r>
              <a:rPr sz="1600" b="1" spc="-10" dirty="0" smtClean="0">
                <a:latin typeface="Arial"/>
                <a:cs typeface="Arial"/>
              </a:rPr>
              <a:t>u</a:t>
            </a:r>
            <a:r>
              <a:rPr sz="1600" b="1" spc="-15" dirty="0" smtClean="0">
                <a:latin typeface="Arial"/>
                <a:cs typeface="Arial"/>
              </a:rPr>
              <a:t>s</a:t>
            </a:r>
            <a:r>
              <a:rPr sz="1600" b="1" spc="-10" dirty="0" smtClean="0">
                <a:latin typeface="Arial"/>
                <a:cs typeface="Arial"/>
              </a:rPr>
              <a:t>t</a:t>
            </a:r>
            <a:r>
              <a:rPr sz="1600" b="1" spc="15" dirty="0" smtClean="0">
                <a:latin typeface="Arial"/>
                <a:cs typeface="Arial"/>
              </a:rPr>
              <a:t> </a:t>
            </a:r>
            <a:r>
              <a:rPr sz="1600" b="1" spc="-10" dirty="0" smtClean="0">
                <a:latin typeface="Arial"/>
                <a:cs typeface="Arial"/>
              </a:rPr>
              <a:t>be u</a:t>
            </a:r>
            <a:r>
              <a:rPr sz="1600" b="1" spc="-20" dirty="0" smtClean="0">
                <a:latin typeface="Arial"/>
                <a:cs typeface="Arial"/>
              </a:rPr>
              <a:t>n</a:t>
            </a:r>
            <a:r>
              <a:rPr sz="1600" b="1" spc="-5" dirty="0" smtClean="0">
                <a:latin typeface="Arial"/>
                <a:cs typeface="Arial"/>
              </a:rPr>
              <a:t>i</a:t>
            </a:r>
            <a:r>
              <a:rPr sz="1600" b="1" spc="-15" dirty="0" smtClean="0">
                <a:latin typeface="Arial"/>
                <a:cs typeface="Arial"/>
              </a:rPr>
              <a:t>q</a:t>
            </a:r>
            <a:r>
              <a:rPr sz="1600" b="1" spc="-10" dirty="0" smtClean="0">
                <a:latin typeface="Arial"/>
                <a:cs typeface="Arial"/>
              </a:rPr>
              <a:t>u</a:t>
            </a:r>
            <a:r>
              <a:rPr sz="1600" b="1" spc="-15" dirty="0" smtClean="0">
                <a:latin typeface="Arial"/>
                <a:cs typeface="Arial"/>
              </a:rPr>
              <a:t>e</a:t>
            </a:r>
            <a:r>
              <a:rPr sz="1600" b="1" spc="-5" dirty="0" smtClean="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 marL="355600" indent="-342900">
              <a:lnSpc>
                <a:spcPts val="2045"/>
              </a:lnSpc>
              <a:buClr>
                <a:srgbClr val="FF0000"/>
              </a:buClr>
              <a:buSzPct val="109375"/>
              <a:buFont typeface="Wingdings"/>
              <a:buChar char=""/>
              <a:tabLst>
                <a:tab pos="354965" algn="l"/>
              </a:tabLst>
            </a:pPr>
            <a:r>
              <a:rPr sz="1600" b="1" spc="-65" dirty="0" smtClean="0">
                <a:latin typeface="Arial"/>
                <a:cs typeface="Arial"/>
              </a:rPr>
              <a:t>A</a:t>
            </a:r>
            <a:r>
              <a:rPr sz="1600" b="1" spc="-10" dirty="0" smtClean="0">
                <a:latin typeface="Arial"/>
                <a:cs typeface="Arial"/>
              </a:rPr>
              <a:t>ssigning</a:t>
            </a:r>
            <a:r>
              <a:rPr sz="1600" b="1" spc="55" dirty="0" smtClean="0">
                <a:latin typeface="Arial"/>
                <a:cs typeface="Arial"/>
              </a:rPr>
              <a:t> </a:t>
            </a:r>
            <a:r>
              <a:rPr sz="1600" b="1" spc="-10" dirty="0" smtClean="0">
                <a:latin typeface="Arial"/>
                <a:cs typeface="Arial"/>
              </a:rPr>
              <a:t>to</a:t>
            </a:r>
            <a:r>
              <a:rPr sz="1600" b="1" spc="10" dirty="0" smtClean="0">
                <a:latin typeface="Arial"/>
                <a:cs typeface="Arial"/>
              </a:rPr>
              <a:t> </a:t>
            </a:r>
            <a:r>
              <a:rPr sz="1600" b="1" spc="-10" dirty="0" smtClean="0">
                <a:latin typeface="Arial"/>
                <a:cs typeface="Arial"/>
              </a:rPr>
              <a:t>an</a:t>
            </a:r>
            <a:r>
              <a:rPr sz="1600" b="1" spc="5" dirty="0" smtClean="0">
                <a:latin typeface="Arial"/>
                <a:cs typeface="Arial"/>
              </a:rPr>
              <a:t> </a:t>
            </a:r>
            <a:r>
              <a:rPr sz="1600" b="1" spc="-10" dirty="0" smtClean="0">
                <a:latin typeface="Arial"/>
                <a:cs typeface="Arial"/>
              </a:rPr>
              <a:t>existing</a:t>
            </a:r>
            <a:r>
              <a:rPr sz="1600" b="1" spc="10" dirty="0" smtClean="0">
                <a:latin typeface="Arial"/>
                <a:cs typeface="Arial"/>
              </a:rPr>
              <a:t> </a:t>
            </a:r>
            <a:r>
              <a:rPr sz="1600" b="1" spc="-10" dirty="0" smtClean="0">
                <a:latin typeface="Arial"/>
                <a:cs typeface="Arial"/>
              </a:rPr>
              <a:t>key</a:t>
            </a:r>
            <a:r>
              <a:rPr sz="1600" b="1" spc="10" dirty="0" smtClean="0">
                <a:latin typeface="Arial"/>
                <a:cs typeface="Arial"/>
              </a:rPr>
              <a:t> </a:t>
            </a:r>
            <a:r>
              <a:rPr sz="1600" b="1" spc="-10" dirty="0" smtClean="0">
                <a:latin typeface="Arial"/>
                <a:cs typeface="Arial"/>
              </a:rPr>
              <a:t>replaces</a:t>
            </a:r>
            <a:r>
              <a:rPr sz="1600" b="1" spc="10" dirty="0" smtClean="0">
                <a:latin typeface="Arial"/>
                <a:cs typeface="Arial"/>
              </a:rPr>
              <a:t> </a:t>
            </a:r>
            <a:r>
              <a:rPr sz="1600" b="1" spc="-10" dirty="0" smtClean="0">
                <a:latin typeface="Arial"/>
                <a:cs typeface="Arial"/>
              </a:rPr>
              <a:t>its</a:t>
            </a:r>
            <a:r>
              <a:rPr sz="1600" b="1" spc="5" dirty="0" smtClean="0">
                <a:latin typeface="Arial"/>
                <a:cs typeface="Arial"/>
              </a:rPr>
              <a:t> </a:t>
            </a:r>
            <a:r>
              <a:rPr sz="1600" b="1" spc="-50" dirty="0" smtClean="0">
                <a:latin typeface="Arial"/>
                <a:cs typeface="Arial"/>
              </a:rPr>
              <a:t>v</a:t>
            </a:r>
            <a:r>
              <a:rPr sz="1600" b="1" spc="-10" dirty="0" smtClean="0">
                <a:latin typeface="Arial"/>
                <a:cs typeface="Arial"/>
              </a:rPr>
              <a:t>alue.</a:t>
            </a:r>
            <a:endParaRPr sz="1600">
              <a:latin typeface="Arial"/>
              <a:cs typeface="Arial"/>
            </a:endParaRPr>
          </a:p>
          <a:p>
            <a:pPr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>
              <a:lnSpc>
                <a:spcPts val="1200"/>
              </a:lnSpc>
              <a:spcBef>
                <a:spcPts val="50"/>
              </a:spcBef>
              <a:buClr>
                <a:srgbClr val="FF0000"/>
              </a:buClr>
              <a:buFont typeface="Wingdings"/>
              <a:buChar char=""/>
            </a:pPr>
            <a:endParaRPr sz="1200"/>
          </a:p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 </a:t>
            </a:r>
            <a:r>
              <a:rPr sz="1600" b="1" spc="-10" dirty="0" smtClean="0">
                <a:latin typeface="Courier New"/>
                <a:cs typeface="Courier New"/>
              </a:rPr>
              <a:t>d[</a:t>
            </a:r>
            <a:r>
              <a:rPr sz="16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‘</a:t>
            </a:r>
            <a:r>
              <a:rPr sz="16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id</a:t>
            </a:r>
            <a:r>
              <a:rPr sz="1600" b="1" spc="-5" dirty="0" smtClean="0">
                <a:solidFill>
                  <a:srgbClr val="008000"/>
                </a:solidFill>
                <a:latin typeface="Courier New"/>
                <a:cs typeface="Courier New"/>
              </a:rPr>
              <a:t>’</a:t>
            </a:r>
            <a:r>
              <a:rPr sz="1600" b="1" spc="-10" dirty="0" smtClean="0">
                <a:latin typeface="Courier New"/>
                <a:cs typeface="Courier New"/>
              </a:rPr>
              <a:t>]</a:t>
            </a:r>
            <a:r>
              <a:rPr sz="1600" b="1" spc="10" dirty="0" smtClean="0">
                <a:latin typeface="Courier New"/>
                <a:cs typeface="Courier New"/>
              </a:rPr>
              <a:t> </a:t>
            </a:r>
            <a:r>
              <a:rPr sz="1600" b="1" spc="-10" dirty="0" smtClean="0">
                <a:latin typeface="Courier New"/>
                <a:cs typeface="Courier New"/>
              </a:rPr>
              <a:t>= 45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600" b="1" spc="-10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 </a:t>
            </a:r>
            <a:r>
              <a:rPr sz="1600" b="1" spc="-10" dirty="0" smtClean="0">
                <a:latin typeface="Courier New"/>
                <a:cs typeface="Courier New"/>
              </a:rPr>
              <a:t>d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{‘user</a:t>
            </a:r>
            <a:r>
              <a:rPr sz="16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’</a:t>
            </a: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:‘cl</a:t>
            </a:r>
            <a:r>
              <a:rPr sz="1600" b="1" spc="5" dirty="0" smtClean="0">
                <a:solidFill>
                  <a:srgbClr val="0000FF"/>
                </a:solidFill>
                <a:latin typeface="Courier New"/>
                <a:cs typeface="Courier New"/>
              </a:rPr>
              <a:t>o</a:t>
            </a: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wn’, ‘</a:t>
            </a:r>
            <a:r>
              <a:rPr sz="16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i</a:t>
            </a: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d’:4</a:t>
            </a:r>
            <a:r>
              <a:rPr sz="1600" b="1" spc="5" dirty="0" smtClean="0">
                <a:solidFill>
                  <a:srgbClr val="0000FF"/>
                </a:solidFill>
                <a:latin typeface="Courier New"/>
                <a:cs typeface="Courier New"/>
              </a:rPr>
              <a:t>5</a:t>
            </a: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,</a:t>
            </a:r>
            <a:r>
              <a:rPr sz="16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‘psw</a:t>
            </a:r>
            <a:r>
              <a:rPr sz="16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d</a:t>
            </a: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’:12</a:t>
            </a:r>
            <a:r>
              <a:rPr sz="1600" b="1" spc="5" dirty="0" smtClean="0">
                <a:solidFill>
                  <a:srgbClr val="0000FF"/>
                </a:solidFill>
                <a:latin typeface="Courier New"/>
                <a:cs typeface="Courier New"/>
              </a:rPr>
              <a:t>3</a:t>
            </a:r>
            <a:r>
              <a:rPr sz="16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4}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200"/>
              </a:lnSpc>
              <a:spcBef>
                <a:spcPts val="52"/>
              </a:spcBef>
            </a:pPr>
            <a:endParaRPr sz="1200"/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09375"/>
              <a:buFont typeface="Wingdings"/>
              <a:buChar char=""/>
              <a:tabLst>
                <a:tab pos="354965" algn="l"/>
              </a:tabLst>
            </a:pPr>
            <a:r>
              <a:rPr sz="1600" b="1" spc="-10" dirty="0" smtClean="0">
                <a:latin typeface="Arial"/>
                <a:cs typeface="Arial"/>
              </a:rPr>
              <a:t>Dicti</a:t>
            </a:r>
            <a:r>
              <a:rPr sz="1600" b="1" spc="-20" dirty="0" smtClean="0">
                <a:latin typeface="Arial"/>
                <a:cs typeface="Arial"/>
              </a:rPr>
              <a:t>o</a:t>
            </a:r>
            <a:r>
              <a:rPr sz="1600" b="1" spc="-10" dirty="0" smtClean="0">
                <a:latin typeface="Arial"/>
                <a:cs typeface="Arial"/>
              </a:rPr>
              <a:t>naries</a:t>
            </a:r>
            <a:r>
              <a:rPr sz="1600" b="1" spc="35" dirty="0" smtClean="0">
                <a:latin typeface="Arial"/>
                <a:cs typeface="Arial"/>
              </a:rPr>
              <a:t> </a:t>
            </a:r>
            <a:r>
              <a:rPr sz="1600" b="1" spc="-10" dirty="0" smtClean="0">
                <a:latin typeface="Arial"/>
                <a:cs typeface="Arial"/>
              </a:rPr>
              <a:t>are</a:t>
            </a:r>
            <a:r>
              <a:rPr sz="1600" b="1" spc="10" dirty="0" smtClean="0">
                <a:latin typeface="Arial"/>
                <a:cs typeface="Arial"/>
              </a:rPr>
              <a:t> </a:t>
            </a:r>
            <a:r>
              <a:rPr sz="1600" b="1" spc="-10" dirty="0" smtClean="0">
                <a:latin typeface="Arial"/>
                <a:cs typeface="Arial"/>
              </a:rPr>
              <a:t>u</a:t>
            </a:r>
            <a:r>
              <a:rPr sz="1600" b="1" spc="-20" dirty="0" smtClean="0">
                <a:latin typeface="Arial"/>
                <a:cs typeface="Arial"/>
              </a:rPr>
              <a:t>n</a:t>
            </a:r>
            <a:r>
              <a:rPr sz="1600" b="1" spc="-10" dirty="0" smtClean="0">
                <a:latin typeface="Arial"/>
                <a:cs typeface="Arial"/>
              </a:rPr>
              <a:t>ordered</a:t>
            </a:r>
            <a:endParaRPr sz="16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0"/>
              </a:spcBef>
              <a:buClr>
                <a:srgbClr val="FF0000"/>
              </a:buClr>
              <a:buSzPct val="107142"/>
              <a:buFont typeface="Wingdings"/>
              <a:buChar char=""/>
              <a:tabLst>
                <a:tab pos="756285" algn="l"/>
              </a:tabLst>
            </a:pPr>
            <a:r>
              <a:rPr sz="1400" b="1" spc="-10" dirty="0" smtClean="0">
                <a:latin typeface="Arial"/>
                <a:cs typeface="Arial"/>
              </a:rPr>
              <a:t>N</a:t>
            </a:r>
            <a:r>
              <a:rPr sz="1400" b="1" spc="0" dirty="0" smtClean="0">
                <a:latin typeface="Arial"/>
                <a:cs typeface="Arial"/>
              </a:rPr>
              <a:t>ew</a:t>
            </a:r>
            <a:r>
              <a:rPr sz="1400" b="1" spc="-10" dirty="0" smtClean="0">
                <a:latin typeface="Arial"/>
                <a:cs typeface="Arial"/>
              </a:rPr>
              <a:t> </a:t>
            </a:r>
            <a:r>
              <a:rPr sz="1400" b="1" spc="0" dirty="0" smtClean="0">
                <a:latin typeface="Arial"/>
                <a:cs typeface="Arial"/>
              </a:rPr>
              <a:t>e</a:t>
            </a:r>
            <a:r>
              <a:rPr sz="1400" b="1" spc="-10" dirty="0" smtClean="0">
                <a:latin typeface="Arial"/>
                <a:cs typeface="Arial"/>
              </a:rPr>
              <a:t>n</a:t>
            </a:r>
            <a:r>
              <a:rPr sz="1400" b="1" spc="0" dirty="0" smtClean="0">
                <a:latin typeface="Arial"/>
                <a:cs typeface="Arial"/>
              </a:rPr>
              <a:t>try</a:t>
            </a:r>
            <a:r>
              <a:rPr sz="1400" b="1" spc="-20" dirty="0" smtClean="0">
                <a:latin typeface="Arial"/>
                <a:cs typeface="Arial"/>
              </a:rPr>
              <a:t> </a:t>
            </a:r>
            <a:r>
              <a:rPr sz="1400" b="1" spc="0" dirty="0" smtClean="0">
                <a:latin typeface="Arial"/>
                <a:cs typeface="Arial"/>
              </a:rPr>
              <a:t>mi</a:t>
            </a:r>
            <a:r>
              <a:rPr sz="1400" b="1" spc="-10" dirty="0" smtClean="0">
                <a:latin typeface="Arial"/>
                <a:cs typeface="Arial"/>
              </a:rPr>
              <a:t>gh</a:t>
            </a:r>
            <a:r>
              <a:rPr sz="1400" b="1" spc="0" dirty="0" smtClean="0">
                <a:latin typeface="Arial"/>
                <a:cs typeface="Arial"/>
              </a:rPr>
              <a:t>t</a:t>
            </a:r>
            <a:r>
              <a:rPr sz="1400" b="1" spc="-30" dirty="0" smtClean="0">
                <a:latin typeface="Arial"/>
                <a:cs typeface="Arial"/>
              </a:rPr>
              <a:t> </a:t>
            </a:r>
            <a:r>
              <a:rPr sz="1400" b="1" spc="0" dirty="0" smtClean="0">
                <a:latin typeface="Arial"/>
                <a:cs typeface="Arial"/>
              </a:rPr>
              <a:t>a</a:t>
            </a:r>
            <a:r>
              <a:rPr sz="1400" b="1" spc="-10" dirty="0" smtClean="0">
                <a:latin typeface="Arial"/>
                <a:cs typeface="Arial"/>
              </a:rPr>
              <a:t>pp</a:t>
            </a:r>
            <a:r>
              <a:rPr sz="1400" b="1" spc="0" dirty="0" smtClean="0">
                <a:latin typeface="Arial"/>
                <a:cs typeface="Arial"/>
              </a:rPr>
              <a:t>ear</a:t>
            </a:r>
            <a:r>
              <a:rPr sz="1400" b="1" spc="-15" dirty="0" smtClean="0">
                <a:latin typeface="Arial"/>
                <a:cs typeface="Arial"/>
              </a:rPr>
              <a:t> </a:t>
            </a:r>
            <a:r>
              <a:rPr sz="1400" b="1" spc="0" dirty="0" smtClean="0">
                <a:latin typeface="Arial"/>
                <a:cs typeface="Arial"/>
              </a:rPr>
              <a:t>a</a:t>
            </a:r>
            <a:r>
              <a:rPr sz="1400" b="1" spc="-10" dirty="0" smtClean="0">
                <a:latin typeface="Arial"/>
                <a:cs typeface="Arial"/>
              </a:rPr>
              <a:t>n</a:t>
            </a:r>
            <a:r>
              <a:rPr sz="1400" b="1" spc="-50" dirty="0" smtClean="0">
                <a:latin typeface="Arial"/>
                <a:cs typeface="Arial"/>
              </a:rPr>
              <a:t>y</a:t>
            </a:r>
            <a:r>
              <a:rPr sz="1400" b="1" spc="30" dirty="0" smtClean="0">
                <a:latin typeface="Arial"/>
                <a:cs typeface="Arial"/>
              </a:rPr>
              <a:t>w</a:t>
            </a:r>
            <a:r>
              <a:rPr sz="1400" b="1" spc="-10" dirty="0" smtClean="0">
                <a:latin typeface="Arial"/>
                <a:cs typeface="Arial"/>
              </a:rPr>
              <a:t>h</a:t>
            </a:r>
            <a:r>
              <a:rPr sz="1400" b="1" spc="0" dirty="0" smtClean="0">
                <a:latin typeface="Arial"/>
                <a:cs typeface="Arial"/>
              </a:rPr>
              <a:t>ere</a:t>
            </a:r>
            <a:r>
              <a:rPr sz="1400" b="1" spc="-20" dirty="0" smtClean="0">
                <a:latin typeface="Arial"/>
                <a:cs typeface="Arial"/>
              </a:rPr>
              <a:t> </a:t>
            </a:r>
            <a:r>
              <a:rPr sz="1400" b="1" spc="0" dirty="0" smtClean="0">
                <a:latin typeface="Arial"/>
                <a:cs typeface="Arial"/>
              </a:rPr>
              <a:t>in</a:t>
            </a:r>
            <a:r>
              <a:rPr sz="1400" b="1" spc="-25" dirty="0" smtClean="0">
                <a:latin typeface="Arial"/>
                <a:cs typeface="Arial"/>
              </a:rPr>
              <a:t> </a:t>
            </a:r>
            <a:r>
              <a:rPr sz="1400" b="1" spc="0" dirty="0" smtClean="0">
                <a:latin typeface="Arial"/>
                <a:cs typeface="Arial"/>
              </a:rPr>
              <a:t>t</a:t>
            </a:r>
            <a:r>
              <a:rPr sz="1400" b="1" spc="-10" dirty="0" smtClean="0">
                <a:latin typeface="Arial"/>
                <a:cs typeface="Arial"/>
              </a:rPr>
              <a:t>h</a:t>
            </a:r>
            <a:r>
              <a:rPr sz="1400" b="1" spc="0" dirty="0" smtClean="0">
                <a:latin typeface="Arial"/>
                <a:cs typeface="Arial"/>
              </a:rPr>
              <a:t>e</a:t>
            </a:r>
            <a:r>
              <a:rPr sz="1400" b="1" spc="-20" dirty="0" smtClean="0">
                <a:latin typeface="Arial"/>
                <a:cs typeface="Arial"/>
              </a:rPr>
              <a:t> </a:t>
            </a:r>
            <a:r>
              <a:rPr sz="1400" b="1" spc="-10" dirty="0" smtClean="0">
                <a:latin typeface="Arial"/>
                <a:cs typeface="Arial"/>
              </a:rPr>
              <a:t>ou</a:t>
            </a:r>
            <a:r>
              <a:rPr sz="1400" b="1" spc="0" dirty="0" smtClean="0">
                <a:latin typeface="Arial"/>
                <a:cs typeface="Arial"/>
              </a:rPr>
              <a:t>t</a:t>
            </a:r>
            <a:r>
              <a:rPr sz="1400" b="1" spc="-10" dirty="0" smtClean="0">
                <a:latin typeface="Arial"/>
                <a:cs typeface="Arial"/>
              </a:rPr>
              <a:t>pu</a:t>
            </a:r>
            <a:r>
              <a:rPr sz="1400" b="1" spc="0" dirty="0" smtClean="0">
                <a:latin typeface="Arial"/>
                <a:cs typeface="Arial"/>
              </a:rPr>
              <a:t>t.</a:t>
            </a:r>
            <a:endParaRPr sz="1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5"/>
              </a:spcBef>
              <a:buClr>
                <a:srgbClr val="FF0000"/>
              </a:buClr>
              <a:buSzPct val="109375"/>
              <a:buFont typeface="Wingdings"/>
              <a:buChar char=""/>
              <a:tabLst>
                <a:tab pos="354965" algn="l"/>
              </a:tabLst>
            </a:pPr>
            <a:r>
              <a:rPr sz="1600" b="1" spc="-10" dirty="0" smtClean="0">
                <a:latin typeface="Arial"/>
                <a:cs typeface="Arial"/>
              </a:rPr>
              <a:t>(Dic</a:t>
            </a:r>
            <a:r>
              <a:rPr sz="1600" b="1" spc="-20" dirty="0" smtClean="0">
                <a:latin typeface="Arial"/>
                <a:cs typeface="Arial"/>
              </a:rPr>
              <a:t>t</a:t>
            </a:r>
            <a:r>
              <a:rPr sz="1600" b="1" spc="-10" dirty="0" smtClean="0">
                <a:latin typeface="Arial"/>
                <a:cs typeface="Arial"/>
              </a:rPr>
              <a:t>io</a:t>
            </a:r>
            <a:r>
              <a:rPr sz="1600" b="1" spc="-20" dirty="0" smtClean="0">
                <a:latin typeface="Arial"/>
                <a:cs typeface="Arial"/>
              </a:rPr>
              <a:t>n</a:t>
            </a:r>
            <a:r>
              <a:rPr sz="1600" b="1" spc="-10" dirty="0" smtClean="0">
                <a:latin typeface="Arial"/>
                <a:cs typeface="Arial"/>
              </a:rPr>
              <a:t>aries</a:t>
            </a:r>
            <a:r>
              <a:rPr sz="1600" b="1" spc="45" dirty="0" smtClean="0">
                <a:latin typeface="Arial"/>
                <a:cs typeface="Arial"/>
              </a:rPr>
              <a:t> </a:t>
            </a:r>
            <a:r>
              <a:rPr sz="1600" b="1" spc="25" dirty="0" smtClean="0">
                <a:latin typeface="Arial"/>
                <a:cs typeface="Arial"/>
              </a:rPr>
              <a:t>w</a:t>
            </a:r>
            <a:r>
              <a:rPr sz="1600" b="1" spc="-10" dirty="0" smtClean="0">
                <a:latin typeface="Arial"/>
                <a:cs typeface="Arial"/>
              </a:rPr>
              <a:t>ork</a:t>
            </a:r>
            <a:r>
              <a:rPr sz="1600" b="1" spc="-25" dirty="0" smtClean="0">
                <a:latin typeface="Arial"/>
                <a:cs typeface="Arial"/>
              </a:rPr>
              <a:t> </a:t>
            </a:r>
            <a:r>
              <a:rPr sz="1600" b="1" spc="-10" dirty="0" smtClean="0">
                <a:latin typeface="Arial"/>
                <a:cs typeface="Arial"/>
              </a:rPr>
              <a:t>by</a:t>
            </a:r>
            <a:r>
              <a:rPr sz="1600" b="1" spc="15" dirty="0" smtClean="0">
                <a:latin typeface="Arial"/>
                <a:cs typeface="Arial"/>
              </a:rPr>
              <a:t> </a:t>
            </a:r>
            <a:r>
              <a:rPr sz="1600" b="1" i="1" spc="-10" dirty="0" smtClean="0">
                <a:solidFill>
                  <a:srgbClr val="0000FF"/>
                </a:solidFill>
                <a:latin typeface="Arial"/>
                <a:cs typeface="Arial"/>
              </a:rPr>
              <a:t>has</a:t>
            </a:r>
            <a:r>
              <a:rPr sz="1600" b="1" i="1" spc="-15" dirty="0" smtClean="0">
                <a:solidFill>
                  <a:srgbClr val="0000FF"/>
                </a:solidFill>
                <a:latin typeface="Arial"/>
                <a:cs typeface="Arial"/>
              </a:rPr>
              <a:t>h</a:t>
            </a:r>
            <a:r>
              <a:rPr sz="1600" b="1" i="1" spc="-10" dirty="0" smtClean="0">
                <a:solidFill>
                  <a:srgbClr val="0000FF"/>
                </a:solidFill>
                <a:latin typeface="Arial"/>
                <a:cs typeface="Arial"/>
              </a:rPr>
              <a:t>in</a:t>
            </a:r>
            <a:r>
              <a:rPr sz="1600" b="1" i="1" spc="-20" dirty="0" smtClean="0">
                <a:solidFill>
                  <a:srgbClr val="0000FF"/>
                </a:solidFill>
                <a:latin typeface="Arial"/>
                <a:cs typeface="Arial"/>
              </a:rPr>
              <a:t>g</a:t>
            </a:r>
            <a:r>
              <a:rPr sz="1600" b="1" i="1" spc="-10" dirty="0" smtClean="0">
                <a:latin typeface="Arial"/>
                <a:cs typeface="Arial"/>
              </a:rPr>
              <a:t>)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3400" y="1295400"/>
            <a:ext cx="8305800" cy="4572000"/>
          </a:xfrm>
          <a:custGeom>
            <a:avLst/>
            <a:gdLst/>
            <a:ahLst/>
            <a:cxnLst/>
            <a:rect l="l" t="t" r="r" b="b"/>
            <a:pathLst>
              <a:path w="8305800" h="4572000">
                <a:moveTo>
                  <a:pt x="0" y="4572000"/>
                </a:moveTo>
                <a:lnTo>
                  <a:pt x="8305800" y="4572000"/>
                </a:lnTo>
                <a:lnTo>
                  <a:pt x="8305800" y="0"/>
                </a:lnTo>
                <a:lnTo>
                  <a:pt x="0" y="0"/>
                </a:lnTo>
                <a:lnTo>
                  <a:pt x="0" y="45720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3400" y="1295400"/>
            <a:ext cx="8305800" cy="4572000"/>
          </a:xfrm>
          <a:custGeom>
            <a:avLst/>
            <a:gdLst/>
            <a:ahLst/>
            <a:cxnLst/>
            <a:rect l="l" t="t" r="r" b="b"/>
            <a:pathLst>
              <a:path w="8305800" h="4572000">
                <a:moveTo>
                  <a:pt x="0" y="4572000"/>
                </a:moveTo>
                <a:lnTo>
                  <a:pt x="8305800" y="4572000"/>
                </a:lnTo>
                <a:lnTo>
                  <a:pt x="8305800" y="0"/>
                </a:lnTo>
                <a:lnTo>
                  <a:pt x="0" y="0"/>
                </a:lnTo>
                <a:lnTo>
                  <a:pt x="0" y="45720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5454" y="551941"/>
            <a:ext cx="6172200" cy="5441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ts val="4285"/>
              </a:lnSpc>
              <a:tabLst>
                <a:tab pos="4658995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Re</a:t>
            </a:r>
            <a:r>
              <a:rPr sz="3600" b="1" spc="5" dirty="0" smtClean="0">
                <a:solidFill>
                  <a:srgbClr val="000066"/>
                </a:solidFill>
                <a:latin typeface="Arial"/>
                <a:cs typeface="Arial"/>
              </a:rPr>
              <a:t>m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oving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d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i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ctionary	ent</a:t>
            </a:r>
            <a:r>
              <a:rPr sz="3600" b="1" spc="5" dirty="0" smtClean="0">
                <a:solidFill>
                  <a:srgbClr val="000066"/>
                </a:solidFill>
                <a:latin typeface="Arial"/>
                <a:cs typeface="Arial"/>
              </a:rPr>
              <a:t>r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ies</a:t>
            </a:r>
            <a:endParaRPr sz="36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47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5454" y="1314322"/>
            <a:ext cx="5624195" cy="2895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d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=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{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‘u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se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r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’</a:t>
            </a:r>
            <a:r>
              <a:rPr sz="1800" b="1" spc="-15" dirty="0" smtClean="0">
                <a:latin typeface="Courier New"/>
                <a:cs typeface="Courier New"/>
              </a:rPr>
              <a:t>: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‘b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o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z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o’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‘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p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’</a:t>
            </a:r>
            <a:r>
              <a:rPr sz="1800" b="1" spc="0" dirty="0" smtClean="0">
                <a:latin typeface="Courier New"/>
                <a:cs typeface="Courier New"/>
              </a:rPr>
              <a:t>:123</a:t>
            </a:r>
            <a:r>
              <a:rPr sz="1800" b="1" spc="-15" dirty="0" smtClean="0">
                <a:latin typeface="Courier New"/>
                <a:cs typeface="Courier New"/>
              </a:rPr>
              <a:t>4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2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‘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i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’</a:t>
            </a:r>
            <a:r>
              <a:rPr sz="1800" b="1" spc="-15" dirty="0" smtClean="0">
                <a:latin typeface="Courier New"/>
                <a:cs typeface="Courier New"/>
              </a:rPr>
              <a:t>:</a:t>
            </a:r>
            <a:r>
              <a:rPr sz="1800" b="1" spc="0" dirty="0" smtClean="0">
                <a:latin typeface="Courier New"/>
                <a:cs typeface="Courier New"/>
              </a:rPr>
              <a:t>34}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5454" y="1972945"/>
            <a:ext cx="2346960" cy="302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d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el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d</a:t>
            </a:r>
            <a:r>
              <a:rPr sz="1800" b="1" spc="-15" dirty="0" smtClean="0">
                <a:latin typeface="Courier New"/>
                <a:cs typeface="Courier New"/>
              </a:rPr>
              <a:t>[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‘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us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e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r</a:t>
            </a:r>
            <a:r>
              <a:rPr sz="18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’</a:t>
            </a:r>
            <a:r>
              <a:rPr sz="1800" b="1" spc="0" dirty="0" smtClean="0">
                <a:latin typeface="Courier New"/>
                <a:cs typeface="Courier New"/>
              </a:rPr>
              <a:t>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60823" y="1972945"/>
            <a:ext cx="1828164" cy="57658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40005">
              <a:lnSpc>
                <a:spcPct val="100000"/>
              </a:lnSpc>
            </a:pPr>
            <a:r>
              <a:rPr sz="1800" b="1" dirty="0" smtClean="0">
                <a:solidFill>
                  <a:srgbClr val="FF3300"/>
                </a:solidFill>
                <a:latin typeface="Courier New"/>
                <a:cs typeface="Courier New"/>
              </a:rPr>
              <a:t>#</a:t>
            </a: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R</a:t>
            </a: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em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ove</a:t>
            </a: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 o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ne.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FF3300"/>
                </a:solidFill>
                <a:latin typeface="Courier New"/>
                <a:cs typeface="Courier New"/>
              </a:rPr>
              <a:t>#</a:t>
            </a: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a</a:t>
            </a: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fu</a:t>
            </a: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n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c</a:t>
            </a: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ti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on.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98894" y="1972945"/>
            <a:ext cx="571500" cy="302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No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te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79894" y="1972945"/>
            <a:ext cx="572770" cy="302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FF3300"/>
                </a:solidFill>
                <a:latin typeface="Courier New"/>
                <a:cs typeface="Courier New"/>
              </a:rPr>
              <a:t>t</a:t>
            </a: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h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at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62493" y="1972945"/>
            <a:ext cx="845819" cy="302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FF3300"/>
                </a:solidFill>
                <a:latin typeface="Courier New"/>
                <a:cs typeface="Courier New"/>
              </a:rPr>
              <a:t>d</a:t>
            </a: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e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l</a:t>
            </a: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is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65454" y="2576448"/>
            <a:ext cx="1393190" cy="6311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d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dirty="0" smtClean="0">
                <a:solidFill>
                  <a:srgbClr val="0000FF"/>
                </a:solidFill>
                <a:latin typeface="Courier New"/>
                <a:cs typeface="Courier New"/>
              </a:rPr>
              <a:t>{‘</a:t>
            </a:r>
            <a:r>
              <a:rPr sz="1800" b="1" spc="-20" dirty="0" smtClean="0">
                <a:solidFill>
                  <a:srgbClr val="0000FF"/>
                </a:solidFill>
                <a:latin typeface="Courier New"/>
                <a:cs typeface="Courier New"/>
              </a:rPr>
              <a:t>p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’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: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12</a:t>
            </a:r>
            <a:r>
              <a:rPr sz="1800" b="1" spc="-20" dirty="0" smtClean="0">
                <a:solidFill>
                  <a:srgbClr val="0000FF"/>
                </a:solidFill>
                <a:latin typeface="Courier New"/>
                <a:cs typeface="Courier New"/>
              </a:rPr>
              <a:t>3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4,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66841" y="2905633"/>
            <a:ext cx="982980" cy="302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0000FF"/>
                </a:solidFill>
                <a:latin typeface="Courier New"/>
                <a:cs typeface="Courier New"/>
              </a:rPr>
              <a:t>‘i</a:t>
            </a:r>
            <a:r>
              <a:rPr sz="1800" b="1" spc="-20" dirty="0" smtClean="0">
                <a:solidFill>
                  <a:srgbClr val="0000FF"/>
                </a:solidFill>
                <a:latin typeface="Courier New"/>
                <a:cs typeface="Courier New"/>
              </a:rPr>
              <a:t>’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: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3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4}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5454" y="4991100"/>
            <a:ext cx="1663700" cy="96646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d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el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a</a:t>
            </a:r>
            <a:r>
              <a:rPr sz="1800" b="1" spc="-15" dirty="0" smtClean="0">
                <a:latin typeface="Courier New"/>
                <a:cs typeface="Courier New"/>
              </a:rPr>
              <a:t>[1</a:t>
            </a:r>
            <a:r>
              <a:rPr sz="1800" b="1" spc="0" dirty="0" smtClean="0">
                <a:latin typeface="Courier New"/>
                <a:cs typeface="Courier New"/>
              </a:rPr>
              <a:t>]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a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18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[1]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23409" y="4991100"/>
            <a:ext cx="2351405" cy="302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FF3300"/>
                </a:solidFill>
                <a:latin typeface="Courier New"/>
                <a:cs typeface="Courier New"/>
              </a:rPr>
              <a:t>#</a:t>
            </a:r>
            <a:r>
              <a:rPr sz="1800" b="1" spc="-5" dirty="0" smtClean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(d</a:t>
            </a: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e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l</a:t>
            </a:r>
            <a:r>
              <a:rPr sz="1800" b="1" spc="-5" dirty="0" smtClean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al</a:t>
            </a: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s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o</a:t>
            </a:r>
            <a:r>
              <a:rPr sz="18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wor</a:t>
            </a: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k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86346" y="4991100"/>
            <a:ext cx="1257300" cy="302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FF3300"/>
                </a:solidFill>
                <a:latin typeface="Courier New"/>
                <a:cs typeface="Courier New"/>
              </a:rPr>
              <a:t>on</a:t>
            </a: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l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ists)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752754" y="3561480"/>
          <a:ext cx="5648747" cy="14546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24540"/>
                <a:gridCol w="1228612"/>
                <a:gridCol w="1595595"/>
              </a:tblGrid>
              <a:tr h="342392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r>
                        <a:rPr sz="1800" b="1" spc="-15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.c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ar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()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7310" algn="r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800" b="1" spc="-15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em</a:t>
                      </a:r>
                      <a:r>
                        <a:rPr sz="1800" b="1" spc="0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ove</a:t>
                      </a:r>
                      <a:r>
                        <a:rPr sz="1800" b="1" spc="-15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 a</a:t>
                      </a:r>
                      <a:r>
                        <a:rPr sz="1800" b="1" spc="0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ll.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29071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r>
                        <a:rPr sz="1800" b="1" spc="-15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d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783194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800" b="1" spc="-5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{}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ts val="1300"/>
                        </a:lnSpc>
                        <a:spcBef>
                          <a:spcPts val="9"/>
                        </a:spcBef>
                      </a:pPr>
                      <a:endParaRPr sz="1300"/>
                    </a:p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r>
                        <a:rPr sz="1800" b="1" spc="-434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a=[1,2]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3400" y="1295400"/>
            <a:ext cx="7620000" cy="3276600"/>
          </a:xfrm>
          <a:custGeom>
            <a:avLst/>
            <a:gdLst/>
            <a:ahLst/>
            <a:cxnLst/>
            <a:rect l="l" t="t" r="r" b="b"/>
            <a:pathLst>
              <a:path w="7620000" h="3276600">
                <a:moveTo>
                  <a:pt x="0" y="3276600"/>
                </a:moveTo>
                <a:lnTo>
                  <a:pt x="7620000" y="3276600"/>
                </a:lnTo>
                <a:lnTo>
                  <a:pt x="7620000" y="0"/>
                </a:lnTo>
                <a:lnTo>
                  <a:pt x="0" y="0"/>
                </a:lnTo>
                <a:lnTo>
                  <a:pt x="0" y="32766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3400" y="1295400"/>
            <a:ext cx="7620000" cy="3276600"/>
          </a:xfrm>
          <a:custGeom>
            <a:avLst/>
            <a:gdLst/>
            <a:ahLst/>
            <a:cxnLst/>
            <a:rect l="l" t="t" r="r" b="b"/>
            <a:pathLst>
              <a:path w="7620000" h="3276600">
                <a:moveTo>
                  <a:pt x="0" y="3276600"/>
                </a:moveTo>
                <a:lnTo>
                  <a:pt x="7620000" y="3276600"/>
                </a:lnTo>
                <a:lnTo>
                  <a:pt x="7620000" y="0"/>
                </a:lnTo>
                <a:lnTo>
                  <a:pt x="0" y="0"/>
                </a:lnTo>
                <a:lnTo>
                  <a:pt x="0" y="32766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320" rIns="0" bIns="0" rtlCol="0">
            <a:noAutofit/>
          </a:bodyPr>
          <a:lstStyle/>
          <a:p>
            <a:pPr marL="12700">
              <a:lnSpc>
                <a:spcPts val="4285"/>
              </a:lnSpc>
            </a:pPr>
            <a:r>
              <a:rPr sz="3600" b="1" dirty="0" smtClean="0">
                <a:solidFill>
                  <a:srgbClr val="C00000"/>
                </a:solidFill>
                <a:latin typeface="Arial"/>
                <a:cs typeface="Arial"/>
              </a:rPr>
              <a:t>Useful</a:t>
            </a:r>
            <a:r>
              <a:rPr sz="3600" b="1" spc="-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Ac</a:t>
            </a:r>
            <a:r>
              <a:rPr sz="3600" b="1" spc="5" dirty="0" smtClean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essor</a:t>
            </a:r>
            <a:r>
              <a:rPr sz="3600" b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Me</a:t>
            </a:r>
            <a:r>
              <a:rPr sz="3600" b="1" spc="5" dirty="0" smtClean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hods</a:t>
            </a:r>
            <a:endParaRPr sz="36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48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5454" y="1294510"/>
            <a:ext cx="5624195" cy="11950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d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=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{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‘u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se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r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’</a:t>
            </a:r>
            <a:r>
              <a:rPr sz="1800" b="1" spc="-15" dirty="0" smtClean="0">
                <a:latin typeface="Courier New"/>
                <a:cs typeface="Courier New"/>
              </a:rPr>
              <a:t>: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‘b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o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z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o’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‘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p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’</a:t>
            </a:r>
            <a:r>
              <a:rPr sz="1800" b="1" spc="0" dirty="0" smtClean="0">
                <a:latin typeface="Courier New"/>
                <a:cs typeface="Courier New"/>
              </a:rPr>
              <a:t>:123</a:t>
            </a:r>
            <a:r>
              <a:rPr sz="1800" b="1" spc="-15" dirty="0" smtClean="0">
                <a:latin typeface="Courier New"/>
                <a:cs typeface="Courier New"/>
              </a:rPr>
              <a:t>4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2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‘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i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’</a:t>
            </a:r>
            <a:r>
              <a:rPr sz="1800" b="1" spc="-15" dirty="0" smtClean="0">
                <a:latin typeface="Courier New"/>
                <a:cs typeface="Courier New"/>
              </a:rPr>
              <a:t>:</a:t>
            </a:r>
            <a:r>
              <a:rPr sz="1800" b="1" spc="0" dirty="0" smtClean="0">
                <a:latin typeface="Courier New"/>
                <a:cs typeface="Courier New"/>
              </a:rPr>
              <a:t>34}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550"/>
              </a:lnSpc>
              <a:spcBef>
                <a:spcPts val="44"/>
              </a:spcBef>
            </a:pPr>
            <a:endParaRPr sz="55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12700">
              <a:lnSpc>
                <a:spcPct val="100000"/>
              </a:lnSpc>
              <a:tabLst>
                <a:tab pos="3289300" algn="l"/>
              </a:tabLst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d</a:t>
            </a:r>
            <a:r>
              <a:rPr sz="1800" b="1" spc="0" dirty="0" smtClean="0">
                <a:latin typeface="Courier New"/>
                <a:cs typeface="Courier New"/>
              </a:rPr>
              <a:t>.k</a:t>
            </a:r>
            <a:r>
              <a:rPr sz="1800" b="1" spc="-15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y</a:t>
            </a:r>
            <a:r>
              <a:rPr sz="1800" b="1" spc="-15" dirty="0" smtClean="0">
                <a:latin typeface="Courier New"/>
                <a:cs typeface="Courier New"/>
              </a:rPr>
              <a:t>s(</a:t>
            </a:r>
            <a:r>
              <a:rPr sz="1800" b="1" spc="0" dirty="0" smtClean="0">
                <a:latin typeface="Courier New"/>
                <a:cs typeface="Courier New"/>
              </a:rPr>
              <a:t>)	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#</a:t>
            </a: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 L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ist</a:t>
            </a: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 o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f</a:t>
            </a:r>
            <a:r>
              <a:rPr sz="1800" b="1" spc="-10" dirty="0" smtClean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i="1" spc="0" dirty="0" smtClean="0">
                <a:solidFill>
                  <a:srgbClr val="C00000"/>
                </a:solidFill>
                <a:latin typeface="Courier New"/>
                <a:cs typeface="Courier New"/>
              </a:rPr>
              <a:t>c</a:t>
            </a:r>
            <a:r>
              <a:rPr sz="1800" b="1" i="1" spc="-15" dirty="0" smtClean="0">
                <a:solidFill>
                  <a:srgbClr val="C00000"/>
                </a:solidFill>
                <a:latin typeface="Courier New"/>
                <a:cs typeface="Courier New"/>
              </a:rPr>
              <a:t>u</a:t>
            </a:r>
            <a:r>
              <a:rPr sz="1800" b="1" i="1" spc="0" dirty="0" smtClean="0">
                <a:solidFill>
                  <a:srgbClr val="C00000"/>
                </a:solidFill>
                <a:latin typeface="Courier New"/>
                <a:cs typeface="Courier New"/>
              </a:rPr>
              <a:t>r</a:t>
            </a:r>
            <a:r>
              <a:rPr sz="1800" b="1" i="1" spc="-15" dirty="0" smtClean="0">
                <a:solidFill>
                  <a:srgbClr val="C00000"/>
                </a:solidFill>
                <a:latin typeface="Courier New"/>
                <a:cs typeface="Courier New"/>
              </a:rPr>
              <a:t>r</a:t>
            </a:r>
            <a:r>
              <a:rPr sz="1800" b="1" i="1" spc="0" dirty="0" smtClean="0">
                <a:solidFill>
                  <a:srgbClr val="C00000"/>
                </a:solidFill>
                <a:latin typeface="Courier New"/>
                <a:cs typeface="Courier New"/>
              </a:rPr>
              <a:t>ent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dirty="0" smtClean="0">
                <a:solidFill>
                  <a:srgbClr val="0000FF"/>
                </a:solidFill>
                <a:latin typeface="Courier New"/>
                <a:cs typeface="Courier New"/>
              </a:rPr>
              <a:t>[‘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u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s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e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r’,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‘p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’,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5" dirty="0" smtClean="0">
                <a:solidFill>
                  <a:srgbClr val="0000FF"/>
                </a:solidFill>
                <a:latin typeface="Courier New"/>
                <a:cs typeface="Courier New"/>
              </a:rPr>
              <a:t>‘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i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’]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99605" y="1898269"/>
            <a:ext cx="571500" cy="302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ke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ys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5454" y="4010914"/>
            <a:ext cx="5348605" cy="302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2470785" algn="l"/>
              </a:tabLst>
            </a:pPr>
            <a:r>
              <a:rPr sz="1800" b="1" dirty="0" smtClean="0">
                <a:solidFill>
                  <a:srgbClr val="0000FF"/>
                </a:solidFill>
                <a:latin typeface="Courier New"/>
                <a:cs typeface="Courier New"/>
              </a:rPr>
              <a:t>[(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‘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u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s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er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’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,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‘b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oz</a:t>
            </a:r>
            <a:r>
              <a:rPr sz="18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o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’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)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,	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(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‘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p’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,1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2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3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4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),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(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‘i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’,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3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4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)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]</a:t>
            </a:r>
            <a:endParaRPr sz="1800">
              <a:latin typeface="Courier New"/>
              <a:cs typeface="Courier New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52754" y="2800623"/>
          <a:ext cx="6740315" cy="12612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05619"/>
                <a:gridCol w="545722"/>
                <a:gridCol w="955889"/>
                <a:gridCol w="1091272"/>
                <a:gridCol w="1093114"/>
                <a:gridCol w="1048697"/>
              </a:tblGrid>
              <a:tr h="328866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r>
                        <a:rPr sz="1800" b="1" spc="-15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.v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ue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s()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67310" algn="r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800" b="1" spc="-15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1800" b="1" spc="0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ist</a:t>
                      </a:r>
                      <a:r>
                        <a:rPr sz="1800" b="1" spc="-15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 o</a:t>
                      </a:r>
                      <a:r>
                        <a:rPr sz="1800" b="1" spc="0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f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b="1" i="1" dirty="0" smtClean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800" b="1" i="1" spc="-15" dirty="0" smtClean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u</a:t>
                      </a:r>
                      <a:r>
                        <a:rPr sz="1800" b="1" i="1" spc="0" dirty="0" smtClean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800" b="1" i="1" spc="-15" dirty="0" smtClean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800" b="1" i="1" spc="0" dirty="0" smtClean="0">
                          <a:solidFill>
                            <a:srgbClr val="C00000"/>
                          </a:solidFill>
                          <a:latin typeface="Courier New"/>
                          <a:cs typeface="Courier New"/>
                        </a:rPr>
                        <a:t>ent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b="1" spc="-15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va</a:t>
                      </a:r>
                      <a:r>
                        <a:rPr sz="1800" b="1" spc="0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lu</a:t>
                      </a:r>
                      <a:r>
                        <a:rPr sz="1800" b="1" spc="-15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800" b="1" spc="0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s.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932370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[‘</a:t>
                      </a:r>
                      <a:r>
                        <a:rPr sz="1800" b="1" spc="-15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r>
                        <a:rPr sz="1800" b="1" spc="0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800" b="1" spc="-15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z</a:t>
                      </a:r>
                      <a:r>
                        <a:rPr sz="1800" b="1" spc="0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o’,</a:t>
                      </a:r>
                      <a:r>
                        <a:rPr sz="1800" b="1" spc="-15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 12</a:t>
                      </a:r>
                      <a:r>
                        <a:rPr sz="1800" b="1" spc="0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34,</a:t>
                      </a:r>
                      <a:endParaRPr sz="1800">
                        <a:latin typeface="Courier New"/>
                        <a:cs typeface="Courier New"/>
                      </a:endParaRPr>
                    </a:p>
                    <a:p>
                      <a:pPr>
                        <a:lnSpc>
                          <a:spcPts val="550"/>
                        </a:lnSpc>
                        <a:spcBef>
                          <a:spcPts val="41"/>
                        </a:spcBef>
                      </a:pPr>
                      <a:endParaRPr sz="550"/>
                    </a:p>
                    <a:p>
                      <a:pPr>
                        <a:lnSpc>
                          <a:spcPts val="1000"/>
                        </a:lnSpc>
                      </a:pPr>
                      <a:endParaRPr sz="1000"/>
                    </a:p>
                    <a:p>
                      <a:pPr>
                        <a:lnSpc>
                          <a:spcPts val="1000"/>
                        </a:lnSpc>
                      </a:pPr>
                      <a:endParaRPr sz="1000"/>
                    </a:p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r>
                        <a:rPr sz="1800" b="1" spc="-15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.i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ms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()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800" b="1" spc="-15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1800" b="1" spc="0" dirty="0" smtClean="0">
                          <a:solidFill>
                            <a:srgbClr val="0000FF"/>
                          </a:solidFill>
                          <a:latin typeface="Courier New"/>
                          <a:cs typeface="Courier New"/>
                        </a:rPr>
                        <a:t>4]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#</a:t>
                      </a:r>
                      <a:r>
                        <a:rPr sz="1800" b="1" spc="-15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 L</a:t>
                      </a:r>
                      <a:r>
                        <a:rPr sz="1800" b="1" spc="0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ist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800" b="1" spc="-15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1800" b="1" spc="0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f</a:t>
                      </a:r>
                      <a:r>
                        <a:rPr sz="1800" b="1" spc="-5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800" b="1" spc="-15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800" b="1" spc="0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800" b="1" spc="-15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800" b="1" spc="0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m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1800" b="1" spc="-15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u</a:t>
                      </a:r>
                      <a:r>
                        <a:rPr sz="1800" b="1" spc="0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p</a:t>
                      </a:r>
                      <a:r>
                        <a:rPr sz="1800" b="1" spc="-15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l</a:t>
                      </a:r>
                      <a:r>
                        <a:rPr sz="1800" b="1" spc="0" dirty="0" smtClean="0">
                          <a:solidFill>
                            <a:srgbClr val="FF3300"/>
                          </a:solidFill>
                          <a:latin typeface="Courier New"/>
                          <a:cs typeface="Courier New"/>
                        </a:rPr>
                        <a:t>es.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5454" y="2602610"/>
            <a:ext cx="4155440" cy="4965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 smtClean="0">
                <a:solidFill>
                  <a:srgbClr val="000066"/>
                </a:solidFill>
                <a:latin typeface="Arial"/>
                <a:cs typeface="Arial"/>
              </a:rPr>
              <a:t>Bool</a:t>
            </a:r>
            <a:r>
              <a:rPr sz="3200" b="1" spc="-20" dirty="0" smtClean="0">
                <a:solidFill>
                  <a:srgbClr val="000066"/>
                </a:solidFill>
                <a:latin typeface="Arial"/>
                <a:cs typeface="Arial"/>
              </a:rPr>
              <a:t>e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an</a:t>
            </a:r>
            <a:r>
              <a:rPr sz="3200" b="1" spc="-40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Ex</a:t>
            </a:r>
            <a:r>
              <a:rPr sz="3200" b="1" spc="-15" dirty="0" smtClean="0">
                <a:solidFill>
                  <a:srgbClr val="000066"/>
                </a:solidFill>
                <a:latin typeface="Arial"/>
                <a:cs typeface="Arial"/>
              </a:rPr>
              <a:t>p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re</a:t>
            </a:r>
            <a:r>
              <a:rPr sz="3200" b="1" spc="-15" dirty="0" smtClean="0">
                <a:solidFill>
                  <a:srgbClr val="000066"/>
                </a:solidFill>
                <a:latin typeface="Arial"/>
                <a:cs typeface="Arial"/>
              </a:rPr>
              <a:t>s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s</a:t>
            </a:r>
            <a:r>
              <a:rPr sz="3200" b="1" spc="-10" dirty="0" smtClean="0">
                <a:solidFill>
                  <a:srgbClr val="000066"/>
                </a:solidFill>
                <a:latin typeface="Arial"/>
                <a:cs typeface="Arial"/>
              </a:rPr>
              <a:t>i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ons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179468" y="4260757"/>
            <a:ext cx="3296128" cy="18305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50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5454" y="551941"/>
            <a:ext cx="3252470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130300" algn="l"/>
                <a:tab pos="2070100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True	and	False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460880"/>
            <a:ext cx="7158990" cy="45783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i="1" dirty="0" smtClean="0">
                <a:solidFill>
                  <a:srgbClr val="C00000"/>
                </a:solidFill>
                <a:latin typeface="Arial"/>
                <a:cs typeface="Arial"/>
              </a:rPr>
              <a:t>True</a:t>
            </a:r>
            <a:r>
              <a:rPr sz="2400" b="1" i="1" spc="10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-5" dirty="0" smtClean="0">
                <a:latin typeface="Arial"/>
                <a:cs typeface="Arial"/>
              </a:rPr>
              <a:t>an</a:t>
            </a:r>
            <a:r>
              <a:rPr sz="2400" b="1" spc="0" dirty="0" smtClean="0">
                <a:latin typeface="Arial"/>
                <a:cs typeface="Arial"/>
              </a:rPr>
              <a:t>d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False</a:t>
            </a:r>
            <a:r>
              <a:rPr sz="2400" b="1" i="1" spc="-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are c</a:t>
            </a:r>
            <a:r>
              <a:rPr sz="2400" b="1" spc="-10" dirty="0" smtClean="0">
                <a:latin typeface="Arial"/>
                <a:cs typeface="Arial"/>
              </a:rPr>
              <a:t>o</a:t>
            </a:r>
            <a:r>
              <a:rPr sz="2400" b="1" spc="0" dirty="0" smtClean="0">
                <a:latin typeface="Arial"/>
                <a:cs typeface="Arial"/>
              </a:rPr>
              <a:t>n</a:t>
            </a:r>
            <a:r>
              <a:rPr sz="2400" b="1" spc="-10" dirty="0" smtClean="0">
                <a:latin typeface="Arial"/>
                <a:cs typeface="Arial"/>
              </a:rPr>
              <a:t>s</a:t>
            </a:r>
            <a:r>
              <a:rPr sz="2400" b="1" spc="0" dirty="0" smtClean="0">
                <a:latin typeface="Arial"/>
                <a:cs typeface="Arial"/>
              </a:rPr>
              <a:t>tants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>
              <a:lnSpc>
                <a:spcPts val="1300"/>
              </a:lnSpc>
              <a:spcBef>
                <a:spcPts val="3"/>
              </a:spcBef>
              <a:buClr>
                <a:srgbClr val="FF0000"/>
              </a:buClr>
              <a:buFont typeface="Wingdings"/>
              <a:buChar char=""/>
            </a:pPr>
            <a:endParaRPr sz="1300"/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i="1" dirty="0" smtClean="0">
                <a:latin typeface="Arial"/>
                <a:cs typeface="Arial"/>
              </a:rPr>
              <a:t>O</a:t>
            </a:r>
            <a:r>
              <a:rPr sz="2400" b="1" i="1" spc="5" dirty="0" smtClean="0">
                <a:latin typeface="Arial"/>
                <a:cs typeface="Arial"/>
              </a:rPr>
              <a:t>t</a:t>
            </a:r>
            <a:r>
              <a:rPr sz="2400" b="1" i="1" spc="0" dirty="0" smtClean="0">
                <a:latin typeface="Arial"/>
                <a:cs typeface="Arial"/>
              </a:rPr>
              <a:t>her</a:t>
            </a:r>
            <a:r>
              <a:rPr sz="2400" b="1" i="1" spc="-1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values are treated as eq</a:t>
            </a:r>
            <a:r>
              <a:rPr sz="2400" b="1" i="1" spc="-10" dirty="0" smtClean="0">
                <a:latin typeface="Arial"/>
                <a:cs typeface="Arial"/>
              </a:rPr>
              <a:t>u</a:t>
            </a:r>
            <a:r>
              <a:rPr sz="2400" b="1" i="1" spc="0" dirty="0" smtClean="0">
                <a:latin typeface="Arial"/>
                <a:cs typeface="Arial"/>
              </a:rPr>
              <a:t>ivalent to</a:t>
            </a:r>
            <a:r>
              <a:rPr sz="2400" b="1" i="1" spc="-2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either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ts val="2550"/>
              </a:lnSpc>
            </a:pPr>
            <a:r>
              <a:rPr sz="2400" b="1" i="1" dirty="0" smtClean="0">
                <a:solidFill>
                  <a:srgbClr val="C00000"/>
                </a:solidFill>
                <a:latin typeface="Arial"/>
                <a:cs typeface="Arial"/>
              </a:rPr>
              <a:t>True</a:t>
            </a:r>
            <a:r>
              <a:rPr sz="2400" b="1" i="1" spc="-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or</a:t>
            </a:r>
            <a:r>
              <a:rPr sz="2400" b="1" i="1" spc="-1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False</a:t>
            </a:r>
            <a:r>
              <a:rPr sz="2400" b="1" i="1" spc="-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when</a:t>
            </a:r>
            <a:r>
              <a:rPr sz="2400" b="1" i="1" spc="-1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us</a:t>
            </a:r>
            <a:r>
              <a:rPr sz="2400" b="1" i="1" spc="-10" dirty="0" smtClean="0">
                <a:latin typeface="Arial"/>
                <a:cs typeface="Arial"/>
              </a:rPr>
              <a:t>e</a:t>
            </a:r>
            <a:r>
              <a:rPr sz="2400" b="1" i="1" spc="0" dirty="0" smtClean="0">
                <a:latin typeface="Arial"/>
                <a:cs typeface="Arial"/>
              </a:rPr>
              <a:t>d in</a:t>
            </a:r>
            <a:r>
              <a:rPr sz="2400" b="1" i="1" spc="-15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co</a:t>
            </a:r>
            <a:r>
              <a:rPr sz="2400" b="1" i="1" spc="-10" dirty="0" smtClean="0">
                <a:latin typeface="Arial"/>
                <a:cs typeface="Arial"/>
              </a:rPr>
              <a:t>n</a:t>
            </a:r>
            <a:r>
              <a:rPr sz="2400" b="1" i="1" spc="0" dirty="0" smtClean="0">
                <a:latin typeface="Arial"/>
                <a:cs typeface="Arial"/>
              </a:rPr>
              <a:t>ditionals: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i="1" dirty="0" smtClean="0">
                <a:solidFill>
                  <a:srgbClr val="C00000"/>
                </a:solidFill>
                <a:latin typeface="Arial"/>
                <a:cs typeface="Arial"/>
              </a:rPr>
              <a:t>False</a:t>
            </a:r>
            <a:r>
              <a:rPr sz="2000" dirty="0" smtClean="0">
                <a:latin typeface="Arial"/>
                <a:cs typeface="Arial"/>
              </a:rPr>
              <a:t>: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ze</a:t>
            </a:r>
            <a:r>
              <a:rPr sz="2000" spc="5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o,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None</a:t>
            </a:r>
            <a:r>
              <a:rPr sz="2000" spc="0" dirty="0" smtClean="0">
                <a:latin typeface="Arial"/>
                <a:cs typeface="Arial"/>
              </a:rPr>
              <a:t>,</a:t>
            </a:r>
            <a:r>
              <a:rPr sz="2000" spc="-3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emp</a:t>
            </a:r>
            <a:r>
              <a:rPr sz="2000" spc="-10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y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containers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i="1" dirty="0" smtClean="0">
                <a:solidFill>
                  <a:srgbClr val="C00000"/>
                </a:solidFill>
                <a:latin typeface="Arial"/>
                <a:cs typeface="Arial"/>
              </a:rPr>
              <a:t>Tru</a:t>
            </a:r>
            <a:r>
              <a:rPr sz="2000" i="1" spc="5" dirty="0" smtClean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:</a:t>
            </a:r>
            <a:r>
              <a:rPr sz="2000" spc="-3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no</a:t>
            </a:r>
            <a:r>
              <a:rPr sz="2000" spc="5" dirty="0" smtClean="0">
                <a:latin typeface="Arial"/>
                <a:cs typeface="Arial"/>
              </a:rPr>
              <a:t>n-</a:t>
            </a:r>
            <a:r>
              <a:rPr sz="2000" spc="0" dirty="0" smtClean="0">
                <a:latin typeface="Arial"/>
                <a:cs typeface="Arial"/>
              </a:rPr>
              <a:t>z</a:t>
            </a:r>
            <a:r>
              <a:rPr sz="2000" spc="5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ro</a:t>
            </a:r>
            <a:r>
              <a:rPr sz="2000" spc="-4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numbe</a:t>
            </a:r>
            <a:r>
              <a:rPr sz="2000" spc="5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s,</a:t>
            </a:r>
            <a:r>
              <a:rPr sz="2000" spc="-5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no</a:t>
            </a:r>
            <a:r>
              <a:rPr sz="2000" spc="15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-empty</a:t>
            </a:r>
            <a:r>
              <a:rPr sz="2000" spc="-5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obje</a:t>
            </a:r>
            <a:r>
              <a:rPr sz="2000" spc="5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ts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dirty="0" smtClean="0">
                <a:latin typeface="Arial"/>
                <a:cs typeface="Arial"/>
              </a:rPr>
              <a:t>See</a:t>
            </a:r>
            <a:r>
              <a:rPr sz="2000" spc="-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10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P 8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for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the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most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10" dirty="0" smtClean="0">
                <a:latin typeface="Arial"/>
                <a:cs typeface="Arial"/>
              </a:rPr>
              <a:t>y</a:t>
            </a:r>
            <a:r>
              <a:rPr sz="2000" spc="0" dirty="0" smtClean="0">
                <a:latin typeface="Arial"/>
                <a:cs typeface="Arial"/>
              </a:rPr>
              <a:t>thonic ways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to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c</a:t>
            </a:r>
            <a:r>
              <a:rPr sz="2000" spc="5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mpare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ts val="650"/>
              </a:lnSpc>
              <a:spcBef>
                <a:spcPts val="35"/>
              </a:spcBef>
              <a:buClr>
                <a:srgbClr val="FF0000"/>
              </a:buClr>
              <a:buFont typeface="Wingdings"/>
              <a:buChar char=""/>
            </a:pPr>
            <a:endParaRPr sz="650"/>
          </a:p>
          <a:p>
            <a:pPr lvl="1"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 lvl="1"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latin typeface="Arial"/>
                <a:cs typeface="Arial"/>
              </a:rPr>
              <a:t>C</a:t>
            </a:r>
            <a:r>
              <a:rPr sz="2400" b="1" spc="-10" dirty="0" smtClean="0">
                <a:latin typeface="Arial"/>
                <a:cs typeface="Arial"/>
              </a:rPr>
              <a:t>o</a:t>
            </a:r>
            <a:r>
              <a:rPr sz="2400" b="1" spc="0" dirty="0" smtClean="0">
                <a:latin typeface="Arial"/>
                <a:cs typeface="Arial"/>
              </a:rPr>
              <a:t>mparison operators: ==,</a:t>
            </a:r>
            <a:r>
              <a:rPr sz="2400" b="1" spc="-2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!=,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&lt;,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&lt;=,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etc.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ts val="256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b="1" dirty="0" smtClean="0">
                <a:latin typeface="Courier New"/>
                <a:cs typeface="Courier New"/>
              </a:rPr>
              <a:t>X</a:t>
            </a:r>
            <a:r>
              <a:rPr sz="2000" b="1" spc="-5" dirty="0" smtClean="0">
                <a:latin typeface="Courier New"/>
                <a:cs typeface="Courier New"/>
              </a:rPr>
              <a:t> =</a:t>
            </a:r>
            <a:r>
              <a:rPr sz="2000" b="1" spc="0" dirty="0" smtClean="0">
                <a:latin typeface="Courier New"/>
                <a:cs typeface="Courier New"/>
              </a:rPr>
              <a:t>=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Y</a:t>
            </a:r>
            <a:endParaRPr sz="2000">
              <a:latin typeface="Courier New"/>
              <a:cs typeface="Courier New"/>
            </a:endParaRPr>
          </a:p>
          <a:p>
            <a:pPr marL="1155065" lvl="2" indent="-228600">
              <a:lnSpc>
                <a:spcPct val="100000"/>
              </a:lnSpc>
              <a:spcBef>
                <a:spcPts val="45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1155065" algn="l"/>
              </a:tabLst>
            </a:pPr>
            <a:r>
              <a:rPr sz="1800" spc="0" dirty="0" smtClean="0">
                <a:latin typeface="Arial"/>
                <a:cs typeface="Arial"/>
              </a:rPr>
              <a:t>X a</a:t>
            </a:r>
            <a:r>
              <a:rPr sz="1800" spc="-10" dirty="0" smtClean="0">
                <a:latin typeface="Arial"/>
                <a:cs typeface="Arial"/>
              </a:rPr>
              <a:t>n</a:t>
            </a:r>
            <a:r>
              <a:rPr sz="1800" spc="0" dirty="0" smtClean="0">
                <a:latin typeface="Arial"/>
                <a:cs typeface="Arial"/>
              </a:rPr>
              <a:t>d Y h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ve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same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val</a:t>
            </a:r>
            <a:r>
              <a:rPr sz="1800" spc="-10" dirty="0" smtClean="0">
                <a:latin typeface="Arial"/>
                <a:cs typeface="Arial"/>
              </a:rPr>
              <a:t>u</a:t>
            </a:r>
            <a:r>
              <a:rPr sz="1800" spc="0" dirty="0" smtClean="0">
                <a:latin typeface="Arial"/>
                <a:cs typeface="Arial"/>
              </a:rPr>
              <a:t>e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(l</a:t>
            </a:r>
            <a:r>
              <a:rPr sz="1800" spc="-10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ke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Java </a:t>
            </a:r>
            <a:r>
              <a:rPr sz="1800" i="1" spc="0" dirty="0" smtClean="0">
                <a:latin typeface="Arial"/>
                <a:cs typeface="Arial"/>
              </a:rPr>
              <a:t>e</a:t>
            </a:r>
            <a:r>
              <a:rPr sz="1800" i="1" spc="-10" dirty="0" smtClean="0">
                <a:latin typeface="Arial"/>
                <a:cs typeface="Arial"/>
              </a:rPr>
              <a:t>q</a:t>
            </a:r>
            <a:r>
              <a:rPr sz="1800" i="1" spc="0" dirty="0" smtClean="0">
                <a:latin typeface="Arial"/>
                <a:cs typeface="Arial"/>
              </a:rPr>
              <a:t>u</a:t>
            </a:r>
            <a:r>
              <a:rPr sz="1800" i="1" spc="-10" dirty="0" smtClean="0">
                <a:latin typeface="Arial"/>
                <a:cs typeface="Arial"/>
              </a:rPr>
              <a:t>a</a:t>
            </a:r>
            <a:r>
              <a:rPr sz="1800" i="1" spc="0" dirty="0" smtClean="0">
                <a:latin typeface="Arial"/>
                <a:cs typeface="Arial"/>
              </a:rPr>
              <a:t>ls</a:t>
            </a:r>
            <a:r>
              <a:rPr sz="1800" i="1" spc="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me</a:t>
            </a:r>
            <a:r>
              <a:rPr sz="1800" spc="5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ho</a:t>
            </a:r>
            <a:r>
              <a:rPr sz="1800" spc="-10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756285" lvl="1" indent="-287020">
              <a:lnSpc>
                <a:spcPts val="263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b="1" dirty="0" smtClean="0">
                <a:latin typeface="Courier New"/>
                <a:cs typeface="Courier New"/>
              </a:rPr>
              <a:t>X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FF9933"/>
                </a:solidFill>
                <a:latin typeface="Courier New"/>
                <a:cs typeface="Courier New"/>
              </a:rPr>
              <a:t>i</a:t>
            </a:r>
            <a:r>
              <a:rPr sz="2000" b="1" spc="0" dirty="0" smtClean="0">
                <a:solidFill>
                  <a:srgbClr val="FF9933"/>
                </a:solidFill>
                <a:latin typeface="Courier New"/>
                <a:cs typeface="Courier New"/>
              </a:rPr>
              <a:t>s</a:t>
            </a:r>
            <a:r>
              <a:rPr sz="2000" b="1" spc="-5" dirty="0" smtClean="0">
                <a:solidFill>
                  <a:srgbClr val="FF9933"/>
                </a:solidFill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Y</a:t>
            </a:r>
            <a:r>
              <a:rPr sz="2000" b="1" spc="-655" dirty="0" smtClean="0">
                <a:latin typeface="Courier New"/>
                <a:cs typeface="Courier New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1155065" lvl="2" indent="-228600">
              <a:lnSpc>
                <a:spcPct val="100000"/>
              </a:lnSpc>
              <a:spcBef>
                <a:spcPts val="114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1155065" algn="l"/>
              </a:tabLst>
            </a:pPr>
            <a:r>
              <a:rPr sz="1800" spc="0" dirty="0" smtClean="0">
                <a:latin typeface="Arial"/>
                <a:cs typeface="Arial"/>
              </a:rPr>
              <a:t>X</a:t>
            </a:r>
            <a:r>
              <a:rPr sz="1800" spc="-5" dirty="0" smtClean="0">
                <a:latin typeface="Arial"/>
                <a:cs typeface="Arial"/>
              </a:rPr>
              <a:t> </a:t>
            </a:r>
            <a:r>
              <a:rPr sz="1800" spc="-10" dirty="0" smtClean="0">
                <a:latin typeface="Arial"/>
                <a:cs typeface="Arial"/>
              </a:rPr>
              <a:t>an</a:t>
            </a:r>
            <a:r>
              <a:rPr sz="1800" spc="0" dirty="0" smtClean="0">
                <a:latin typeface="Arial"/>
                <a:cs typeface="Arial"/>
              </a:rPr>
              <a:t>d</a:t>
            </a:r>
            <a:r>
              <a:rPr sz="1800" spc="-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Y ref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r to</a:t>
            </a:r>
            <a:r>
              <a:rPr sz="1800" spc="-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t</a:t>
            </a:r>
            <a:r>
              <a:rPr sz="1800" spc="-10" dirty="0" smtClean="0">
                <a:latin typeface="Arial"/>
                <a:cs typeface="Arial"/>
              </a:rPr>
              <a:t>h</a:t>
            </a:r>
            <a:r>
              <a:rPr sz="1800" spc="0" dirty="0" smtClean="0">
                <a:latin typeface="Arial"/>
                <a:cs typeface="Arial"/>
              </a:rPr>
              <a:t>e </a:t>
            </a:r>
            <a:r>
              <a:rPr sz="1800" i="1" spc="-10" dirty="0" smtClean="0">
                <a:latin typeface="Arial"/>
                <a:cs typeface="Arial"/>
              </a:rPr>
              <a:t>e</a:t>
            </a:r>
            <a:r>
              <a:rPr sz="1800" i="1" spc="0" dirty="0" smtClean="0">
                <a:latin typeface="Arial"/>
                <a:cs typeface="Arial"/>
              </a:rPr>
              <a:t>x</a:t>
            </a:r>
            <a:r>
              <a:rPr sz="1800" i="1" spc="-10" dirty="0" smtClean="0">
                <a:latin typeface="Arial"/>
                <a:cs typeface="Arial"/>
              </a:rPr>
              <a:t>a</a:t>
            </a:r>
            <a:r>
              <a:rPr sz="1800" i="1" spc="0" dirty="0" smtClean="0">
                <a:latin typeface="Arial"/>
                <a:cs typeface="Arial"/>
              </a:rPr>
              <a:t>ct sa</a:t>
            </a:r>
            <a:r>
              <a:rPr sz="1800" i="1" spc="-20" dirty="0" smtClean="0">
                <a:latin typeface="Arial"/>
                <a:cs typeface="Arial"/>
              </a:rPr>
              <a:t>m</a:t>
            </a:r>
            <a:r>
              <a:rPr sz="1800" i="1" spc="0" dirty="0" smtClean="0">
                <a:latin typeface="Arial"/>
                <a:cs typeface="Arial"/>
              </a:rPr>
              <a:t>e</a:t>
            </a:r>
            <a:r>
              <a:rPr sz="1800" i="1" spc="5" dirty="0" smtClean="0">
                <a:latin typeface="Arial"/>
                <a:cs typeface="Arial"/>
              </a:rPr>
              <a:t> </a:t>
            </a:r>
            <a:r>
              <a:rPr sz="1800" i="1" spc="-10" dirty="0" smtClean="0">
                <a:latin typeface="Arial"/>
                <a:cs typeface="Arial"/>
              </a:rPr>
              <a:t>ob</a:t>
            </a:r>
            <a:r>
              <a:rPr sz="1800" i="1" spc="0" dirty="0" smtClean="0">
                <a:latin typeface="Arial"/>
                <a:cs typeface="Arial"/>
              </a:rPr>
              <a:t>j</a:t>
            </a:r>
            <a:r>
              <a:rPr sz="1800" i="1" spc="-15" dirty="0" smtClean="0">
                <a:latin typeface="Arial"/>
                <a:cs typeface="Arial"/>
              </a:rPr>
              <a:t>e</a:t>
            </a:r>
            <a:r>
              <a:rPr sz="1800" i="1" spc="0" dirty="0" smtClean="0">
                <a:latin typeface="Arial"/>
                <a:cs typeface="Arial"/>
              </a:rPr>
              <a:t>ct</a:t>
            </a:r>
            <a:r>
              <a:rPr sz="1800" i="1" spc="1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(l</a:t>
            </a:r>
            <a:r>
              <a:rPr sz="1800" spc="-10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ke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Ja</a:t>
            </a:r>
            <a:r>
              <a:rPr sz="1800" spc="-10" dirty="0" smtClean="0">
                <a:latin typeface="Arial"/>
                <a:cs typeface="Arial"/>
              </a:rPr>
              <a:t>v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=</a:t>
            </a:r>
            <a:r>
              <a:rPr sz="1800" spc="5" dirty="0" smtClean="0">
                <a:latin typeface="Arial"/>
                <a:cs typeface="Arial"/>
              </a:rPr>
              <a:t>=</a:t>
            </a:r>
            <a:r>
              <a:rPr sz="1800" spc="0" dirty="0" smtClean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51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5454" y="551941"/>
            <a:ext cx="3936365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737995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Log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i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cal	Operators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302384"/>
            <a:ext cx="6815455" cy="41338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latin typeface="Arial"/>
                <a:cs typeface="Arial"/>
              </a:rPr>
              <a:t>Y</a:t>
            </a:r>
            <a:r>
              <a:rPr sz="2400" b="1" spc="-10" dirty="0" smtClean="0">
                <a:latin typeface="Arial"/>
                <a:cs typeface="Arial"/>
              </a:rPr>
              <a:t>o</a:t>
            </a:r>
            <a:r>
              <a:rPr sz="2400" b="1" spc="0" dirty="0" smtClean="0">
                <a:latin typeface="Arial"/>
                <a:cs typeface="Arial"/>
              </a:rPr>
              <a:t>u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c</a:t>
            </a:r>
            <a:r>
              <a:rPr sz="2400" b="1" spc="-10" dirty="0" smtClean="0">
                <a:latin typeface="Arial"/>
                <a:cs typeface="Arial"/>
              </a:rPr>
              <a:t>a</a:t>
            </a:r>
            <a:r>
              <a:rPr sz="2400" b="1" spc="0" dirty="0" smtClean="0">
                <a:latin typeface="Arial"/>
                <a:cs typeface="Arial"/>
              </a:rPr>
              <a:t>n also c</a:t>
            </a:r>
            <a:r>
              <a:rPr sz="2400" b="1" spc="-10" dirty="0" smtClean="0">
                <a:latin typeface="Arial"/>
                <a:cs typeface="Arial"/>
              </a:rPr>
              <a:t>o</a:t>
            </a:r>
            <a:r>
              <a:rPr sz="2400" b="1" spc="0" dirty="0" smtClean="0">
                <a:latin typeface="Arial"/>
                <a:cs typeface="Arial"/>
              </a:rPr>
              <a:t>mbine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B</a:t>
            </a:r>
            <a:r>
              <a:rPr sz="2400" b="1" spc="-10" dirty="0" smtClean="0">
                <a:latin typeface="Arial"/>
                <a:cs typeface="Arial"/>
              </a:rPr>
              <a:t>o</a:t>
            </a:r>
            <a:r>
              <a:rPr sz="2400" b="1" spc="0" dirty="0" smtClean="0">
                <a:latin typeface="Arial"/>
                <a:cs typeface="Arial"/>
              </a:rPr>
              <a:t>olean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e</a:t>
            </a:r>
            <a:r>
              <a:rPr sz="2400" b="1" spc="-10" dirty="0" smtClean="0">
                <a:latin typeface="Arial"/>
                <a:cs typeface="Arial"/>
              </a:rPr>
              <a:t>x</a:t>
            </a:r>
            <a:r>
              <a:rPr sz="2400" b="1" spc="0" dirty="0" smtClean="0">
                <a:latin typeface="Arial"/>
                <a:cs typeface="Arial"/>
              </a:rPr>
              <a:t>pre</a:t>
            </a:r>
            <a:r>
              <a:rPr sz="2400" b="1" spc="-10" dirty="0" smtClean="0">
                <a:latin typeface="Arial"/>
                <a:cs typeface="Arial"/>
              </a:rPr>
              <a:t>s</a:t>
            </a:r>
            <a:r>
              <a:rPr sz="2400" b="1" spc="0" dirty="0" smtClean="0">
                <a:latin typeface="Arial"/>
                <a:cs typeface="Arial"/>
              </a:rPr>
              <a:t>sio</a:t>
            </a:r>
            <a:r>
              <a:rPr sz="2400" b="1" spc="-10" dirty="0" smtClean="0">
                <a:latin typeface="Arial"/>
                <a:cs typeface="Arial"/>
              </a:rPr>
              <a:t>n</a:t>
            </a:r>
            <a:r>
              <a:rPr sz="2400" b="1" spc="0" dirty="0" smtClean="0">
                <a:latin typeface="Arial"/>
                <a:cs typeface="Arial"/>
              </a:rPr>
              <a:t>s.</a:t>
            </a:r>
            <a:endParaRPr sz="2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09954" y="1709466"/>
          <a:ext cx="5233339" cy="11518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509"/>
                <a:gridCol w="3693613"/>
                <a:gridCol w="1307215"/>
              </a:tblGrid>
              <a:tr h="393056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2200" dirty="0" smtClean="0">
                          <a:solidFill>
                            <a:srgbClr val="FF0000"/>
                          </a:solidFill>
                          <a:latin typeface="Wingdings"/>
                          <a:cs typeface="Wingdings"/>
                        </a:rPr>
                        <a:t></a:t>
                      </a:r>
                      <a:endParaRPr sz="2200">
                        <a:latin typeface="Wingdings"/>
                        <a:cs typeface="Wingding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</a:pPr>
                      <a:r>
                        <a:rPr sz="2000" i="1" dirty="0" smtClean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True</a:t>
                      </a:r>
                      <a:r>
                        <a:rPr sz="2000" i="1" spc="-10" dirty="0" smtClean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0" dirty="0" smtClean="0">
                          <a:latin typeface="Arial"/>
                          <a:cs typeface="Arial"/>
                        </a:rPr>
                        <a:t>if</a:t>
                      </a:r>
                      <a:r>
                        <a:rPr sz="2000" spc="-15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0" dirty="0" smtClean="0">
                          <a:latin typeface="Arial"/>
                          <a:cs typeface="Arial"/>
                        </a:rPr>
                        <a:t>a</a:t>
                      </a:r>
                      <a:r>
                        <a:rPr sz="2000" spc="-15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0" dirty="0" smtClean="0">
                          <a:latin typeface="Arial"/>
                          <a:cs typeface="Arial"/>
                        </a:rPr>
                        <a:t>is True</a:t>
                      </a:r>
                      <a:r>
                        <a:rPr sz="2000" spc="-25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0" dirty="0" smtClean="0">
                          <a:latin typeface="Arial"/>
                          <a:cs typeface="Arial"/>
                        </a:rPr>
                        <a:t>and</a:t>
                      </a:r>
                      <a:r>
                        <a:rPr sz="2000" spc="-15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0" dirty="0" smtClean="0">
                          <a:latin typeface="Arial"/>
                          <a:cs typeface="Arial"/>
                        </a:rPr>
                        <a:t>b is True: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</a:pPr>
                      <a:r>
                        <a:rPr sz="2000" b="1" dirty="0" smtClean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-5" dirty="0" smtClean="0">
                          <a:solidFill>
                            <a:srgbClr val="FF9933"/>
                          </a:solidFill>
                          <a:latin typeface="Courier New"/>
                          <a:cs typeface="Courier New"/>
                        </a:rPr>
                        <a:t>an</a:t>
                      </a:r>
                      <a:r>
                        <a:rPr sz="2000" b="1" spc="0" dirty="0" smtClean="0">
                          <a:solidFill>
                            <a:srgbClr val="FF9933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2000" b="1" spc="-5" dirty="0" smtClean="0">
                          <a:solidFill>
                            <a:srgbClr val="FF993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0" dirty="0" smtClean="0">
                          <a:latin typeface="Courier New"/>
                          <a:cs typeface="Courier New"/>
                        </a:rPr>
                        <a:t>b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65760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2200" dirty="0" smtClean="0">
                          <a:solidFill>
                            <a:srgbClr val="FF0000"/>
                          </a:solidFill>
                          <a:latin typeface="Wingdings"/>
                          <a:cs typeface="Wingdings"/>
                        </a:rPr>
                        <a:t></a:t>
                      </a:r>
                      <a:endParaRPr sz="2200">
                        <a:latin typeface="Wingdings"/>
                        <a:cs typeface="Wingding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</a:pPr>
                      <a:r>
                        <a:rPr sz="2000" i="1" dirty="0" smtClean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True</a:t>
                      </a:r>
                      <a:r>
                        <a:rPr sz="2000" i="1" spc="-10" dirty="0" smtClean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0" dirty="0" smtClean="0">
                          <a:latin typeface="Arial"/>
                          <a:cs typeface="Arial"/>
                        </a:rPr>
                        <a:t>if</a:t>
                      </a:r>
                      <a:r>
                        <a:rPr sz="2000" spc="-15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0" dirty="0" smtClean="0">
                          <a:latin typeface="Arial"/>
                          <a:cs typeface="Arial"/>
                        </a:rPr>
                        <a:t>a</a:t>
                      </a:r>
                      <a:r>
                        <a:rPr sz="2000" spc="-15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0" dirty="0" smtClean="0">
                          <a:latin typeface="Arial"/>
                          <a:cs typeface="Arial"/>
                        </a:rPr>
                        <a:t>is True</a:t>
                      </a:r>
                      <a:r>
                        <a:rPr sz="2000" spc="-25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0" dirty="0" smtClean="0">
                          <a:latin typeface="Arial"/>
                          <a:cs typeface="Arial"/>
                        </a:rPr>
                        <a:t>or</a:t>
                      </a:r>
                      <a:r>
                        <a:rPr sz="2000" spc="-15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0" dirty="0" smtClean="0">
                          <a:latin typeface="Arial"/>
                          <a:cs typeface="Arial"/>
                        </a:rPr>
                        <a:t>b is</a:t>
                      </a:r>
                      <a:r>
                        <a:rPr sz="2000" spc="-15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0" dirty="0" smtClean="0">
                          <a:latin typeface="Arial"/>
                          <a:cs typeface="Arial"/>
                        </a:rPr>
                        <a:t>Tru</a:t>
                      </a:r>
                      <a:r>
                        <a:rPr sz="2000" spc="5" dirty="0" smtClean="0">
                          <a:latin typeface="Arial"/>
                          <a:cs typeface="Arial"/>
                        </a:rPr>
                        <a:t>e</a:t>
                      </a:r>
                      <a:r>
                        <a:rPr sz="2000" spc="0" dirty="0" smtClean="0">
                          <a:latin typeface="Arial"/>
                          <a:cs typeface="Arial"/>
                        </a:rPr>
                        <a:t>: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</a:pPr>
                      <a:r>
                        <a:rPr sz="2000" b="1" dirty="0" smtClean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-5" dirty="0" smtClean="0">
                          <a:solidFill>
                            <a:srgbClr val="FF9933"/>
                          </a:solidFill>
                          <a:latin typeface="Courier New"/>
                          <a:cs typeface="Courier New"/>
                        </a:rPr>
                        <a:t>o</a:t>
                      </a:r>
                      <a:r>
                        <a:rPr sz="2000" b="1" spc="0" dirty="0" smtClean="0">
                          <a:solidFill>
                            <a:srgbClr val="FF9933"/>
                          </a:solidFill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2000" b="1" spc="-5" dirty="0" smtClean="0">
                          <a:solidFill>
                            <a:srgbClr val="FF993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0" dirty="0" smtClean="0">
                          <a:latin typeface="Courier New"/>
                          <a:cs typeface="Courier New"/>
                        </a:rPr>
                        <a:t>b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93056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2200" dirty="0" smtClean="0">
                          <a:solidFill>
                            <a:srgbClr val="FF0000"/>
                          </a:solidFill>
                          <a:latin typeface="Wingdings"/>
                          <a:cs typeface="Wingdings"/>
                        </a:rPr>
                        <a:t></a:t>
                      </a:r>
                      <a:endParaRPr sz="2200">
                        <a:latin typeface="Wingdings"/>
                        <a:cs typeface="Wingding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9375">
                        <a:lnSpc>
                          <a:spcPct val="100000"/>
                        </a:lnSpc>
                      </a:pPr>
                      <a:r>
                        <a:rPr sz="2000" i="1" dirty="0" smtClean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True</a:t>
                      </a:r>
                      <a:r>
                        <a:rPr sz="2000" i="1" spc="-10" dirty="0" smtClean="0">
                          <a:solidFill>
                            <a:srgbClr val="C00000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0" dirty="0" smtClean="0">
                          <a:latin typeface="Arial"/>
                          <a:cs typeface="Arial"/>
                        </a:rPr>
                        <a:t>if</a:t>
                      </a:r>
                      <a:r>
                        <a:rPr sz="2000" spc="-15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0" dirty="0" smtClean="0">
                          <a:latin typeface="Arial"/>
                          <a:cs typeface="Arial"/>
                        </a:rPr>
                        <a:t>a</a:t>
                      </a:r>
                      <a:r>
                        <a:rPr sz="2000" spc="-15" dirty="0" smtClean="0">
                          <a:latin typeface="Arial"/>
                          <a:cs typeface="Arial"/>
                        </a:rPr>
                        <a:t> </a:t>
                      </a:r>
                      <a:r>
                        <a:rPr sz="2000" spc="0" dirty="0" smtClean="0">
                          <a:latin typeface="Arial"/>
                          <a:cs typeface="Arial"/>
                        </a:rPr>
                        <a:t>is False: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14629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FF9933"/>
                          </a:solidFill>
                          <a:latin typeface="Courier New"/>
                          <a:cs typeface="Courier New"/>
                        </a:rPr>
                        <a:t>no</a:t>
                      </a:r>
                      <a:r>
                        <a:rPr sz="2000" b="1" spc="0" dirty="0" smtClean="0">
                          <a:solidFill>
                            <a:srgbClr val="FF9933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2000" b="1" spc="-5" dirty="0" smtClean="0">
                          <a:solidFill>
                            <a:srgbClr val="FF9933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0" dirty="0" smtClean="0">
                          <a:latin typeface="Courier New"/>
                          <a:cs typeface="Courier New"/>
                        </a:rPr>
                        <a:t>a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52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782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800" b="1" spc="-20" dirty="0" smtClean="0">
                <a:solidFill>
                  <a:srgbClr val="000066"/>
                </a:solidFill>
                <a:latin typeface="Arial"/>
                <a:cs typeface="Arial"/>
              </a:rPr>
              <a:t>Co</a:t>
            </a:r>
            <a:r>
              <a:rPr sz="2800" b="1" spc="-35" dirty="0" smtClean="0">
                <a:solidFill>
                  <a:srgbClr val="000066"/>
                </a:solidFill>
                <a:latin typeface="Arial"/>
                <a:cs typeface="Arial"/>
              </a:rPr>
              <a:t>n</a:t>
            </a:r>
            <a:r>
              <a:rPr sz="2800" b="1" spc="-15" dirty="0" smtClean="0">
                <a:solidFill>
                  <a:srgbClr val="000066"/>
                </a:solidFill>
                <a:latin typeface="Arial"/>
                <a:cs typeface="Arial"/>
              </a:rPr>
              <a:t>ditional</a:t>
            </a:r>
            <a:r>
              <a:rPr sz="2800" b="1" spc="40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2800" b="1" spc="-20" dirty="0" smtClean="0">
                <a:solidFill>
                  <a:srgbClr val="000066"/>
                </a:solidFill>
                <a:latin typeface="Arial"/>
                <a:cs typeface="Arial"/>
              </a:rPr>
              <a:t>Expre</a:t>
            </a:r>
            <a:r>
              <a:rPr sz="2800" b="1" spc="-15" dirty="0" smtClean="0">
                <a:solidFill>
                  <a:srgbClr val="000066"/>
                </a:solidFill>
                <a:latin typeface="Arial"/>
                <a:cs typeface="Arial"/>
              </a:rPr>
              <a:t>ssions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286383"/>
            <a:ext cx="2502535" cy="3600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Courier New"/>
                <a:cs typeface="Courier New"/>
              </a:rPr>
              <a:t>x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=</a:t>
            </a:r>
            <a:r>
              <a:rPr sz="2000" b="1" spc="-5" dirty="0" smtClean="0">
                <a:latin typeface="Courier New"/>
                <a:cs typeface="Courier New"/>
              </a:rPr>
              <a:t> true_value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94709" y="1311783"/>
            <a:ext cx="4445635" cy="3346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i</a:t>
            </a:r>
            <a:r>
              <a:rPr sz="20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f</a:t>
            </a:r>
            <a:r>
              <a:rPr sz="20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latin typeface="Courier New"/>
                <a:cs typeface="Courier New"/>
              </a:rPr>
              <a:t>conditio</a:t>
            </a:r>
            <a:r>
              <a:rPr sz="2000" b="1" spc="0" dirty="0" smtClean="0">
                <a:latin typeface="Courier New"/>
                <a:cs typeface="Courier New"/>
              </a:rPr>
              <a:t>n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els</a:t>
            </a:r>
            <a:r>
              <a:rPr sz="20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e</a:t>
            </a:r>
            <a:r>
              <a:rPr sz="20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latin typeface="Courier New"/>
                <a:cs typeface="Courier New"/>
              </a:rPr>
              <a:t>false_value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5454" y="2046351"/>
            <a:ext cx="6606540" cy="15087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dirty="0" smtClean="0">
                <a:latin typeface="Arial"/>
                <a:cs typeface="Arial"/>
              </a:rPr>
              <a:t>l</a:t>
            </a:r>
            <a:r>
              <a:rPr sz="2400" spc="-10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zy evalu</a:t>
            </a:r>
            <a:r>
              <a:rPr sz="2400" spc="-10" dirty="0" smtClean="0">
                <a:latin typeface="Arial"/>
                <a:cs typeface="Arial"/>
              </a:rPr>
              <a:t>a</a:t>
            </a:r>
            <a:r>
              <a:rPr sz="2400" spc="0" dirty="0" smtClean="0">
                <a:latin typeface="Arial"/>
                <a:cs typeface="Arial"/>
              </a:rPr>
              <a:t>tion: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10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b="1" dirty="0" smtClean="0">
                <a:latin typeface="Arial"/>
                <a:cs typeface="Arial"/>
              </a:rPr>
              <a:t>First,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-5" dirty="0" smtClean="0">
                <a:latin typeface="Courier New"/>
                <a:cs typeface="Courier New"/>
              </a:rPr>
              <a:t>conditio</a:t>
            </a:r>
            <a:r>
              <a:rPr sz="2000" b="1" spc="0" dirty="0" smtClean="0">
                <a:latin typeface="Courier New"/>
                <a:cs typeface="Courier New"/>
              </a:rPr>
              <a:t>n</a:t>
            </a:r>
            <a:r>
              <a:rPr sz="2000" b="1" spc="-650" dirty="0" smtClean="0"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is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e</a:t>
            </a:r>
            <a:r>
              <a:rPr sz="2000" b="1" spc="-20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aluated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b="1" dirty="0" smtClean="0">
                <a:latin typeface="Arial"/>
                <a:cs typeface="Arial"/>
              </a:rPr>
              <a:t>If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Tru</a:t>
            </a:r>
            <a:r>
              <a:rPr sz="2000" b="1" i="1" spc="-5" dirty="0" smtClean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0" dirty="0" smtClean="0">
                <a:latin typeface="Arial"/>
                <a:cs typeface="Arial"/>
              </a:rPr>
              <a:t>,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-5" dirty="0" smtClean="0">
                <a:latin typeface="Courier New"/>
                <a:cs typeface="Courier New"/>
              </a:rPr>
              <a:t>true_valu</a:t>
            </a:r>
            <a:r>
              <a:rPr sz="2000" b="1" spc="0" dirty="0" smtClean="0">
                <a:latin typeface="Courier New"/>
                <a:cs typeface="Courier New"/>
              </a:rPr>
              <a:t>e</a:t>
            </a:r>
            <a:r>
              <a:rPr sz="2000" b="1" spc="-655" dirty="0" smtClean="0"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is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e</a:t>
            </a:r>
            <a:r>
              <a:rPr sz="2000" b="1" spc="-25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al</a:t>
            </a:r>
            <a:r>
              <a:rPr sz="2000" b="1" spc="-10" dirty="0" smtClean="0">
                <a:latin typeface="Arial"/>
                <a:cs typeface="Arial"/>
              </a:rPr>
              <a:t>u</a:t>
            </a:r>
            <a:r>
              <a:rPr sz="2000" b="1" spc="0" dirty="0" smtClean="0">
                <a:latin typeface="Arial"/>
                <a:cs typeface="Arial"/>
              </a:rPr>
              <a:t>ated and</a:t>
            </a:r>
            <a:r>
              <a:rPr sz="2000" b="1" spc="-5" dirty="0" smtClean="0">
                <a:latin typeface="Arial"/>
                <a:cs typeface="Arial"/>
              </a:rPr>
              <a:t> </a:t>
            </a:r>
            <a:r>
              <a:rPr sz="2000" b="1" spc="-10" dirty="0" smtClean="0">
                <a:latin typeface="Arial"/>
                <a:cs typeface="Arial"/>
              </a:rPr>
              <a:t>r</a:t>
            </a:r>
            <a:r>
              <a:rPr sz="2000" b="1" spc="0" dirty="0" smtClean="0">
                <a:latin typeface="Arial"/>
                <a:cs typeface="Arial"/>
              </a:rPr>
              <a:t>eturned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b="1" dirty="0" smtClean="0">
                <a:latin typeface="Arial"/>
                <a:cs typeface="Arial"/>
              </a:rPr>
              <a:t>If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Fals</a:t>
            </a:r>
            <a:r>
              <a:rPr sz="2000" b="1" i="1" spc="-5" dirty="0" smtClean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0" dirty="0" smtClean="0">
                <a:latin typeface="Arial"/>
                <a:cs typeface="Arial"/>
              </a:rPr>
              <a:t>,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false_value</a:t>
            </a:r>
            <a:r>
              <a:rPr sz="2000" b="1" spc="-690" dirty="0" smtClean="0"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is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e</a:t>
            </a:r>
            <a:r>
              <a:rPr sz="2000" b="1" spc="-20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aluated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and returned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5454" y="2602610"/>
            <a:ext cx="2509520" cy="4965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 smtClean="0">
                <a:solidFill>
                  <a:srgbClr val="000066"/>
                </a:solidFill>
                <a:latin typeface="Arial"/>
                <a:cs typeface="Arial"/>
              </a:rPr>
              <a:t>Control</a:t>
            </a:r>
            <a:r>
              <a:rPr sz="3200" b="1" spc="-40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Flow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69693" y="3763697"/>
            <a:ext cx="1789776" cy="2631175"/>
          </a:xfrm>
          <a:custGeom>
            <a:avLst/>
            <a:gdLst/>
            <a:ahLst/>
            <a:cxnLst/>
            <a:rect l="l" t="t" r="r" b="b"/>
            <a:pathLst>
              <a:path w="1789776" h="2631175">
                <a:moveTo>
                  <a:pt x="4816" y="1833996"/>
                </a:moveTo>
                <a:lnTo>
                  <a:pt x="0" y="2106145"/>
                </a:lnTo>
                <a:lnTo>
                  <a:pt x="208513" y="2416829"/>
                </a:lnTo>
                <a:lnTo>
                  <a:pt x="505008" y="2572166"/>
                </a:lnTo>
                <a:lnTo>
                  <a:pt x="714758" y="2631175"/>
                </a:lnTo>
                <a:lnTo>
                  <a:pt x="1030540" y="2620334"/>
                </a:lnTo>
                <a:lnTo>
                  <a:pt x="1302920" y="2596250"/>
                </a:lnTo>
                <a:lnTo>
                  <a:pt x="1565666" y="2368660"/>
                </a:lnTo>
                <a:lnTo>
                  <a:pt x="1662783" y="2216933"/>
                </a:lnTo>
                <a:lnTo>
                  <a:pt x="684539" y="2216933"/>
                </a:lnTo>
                <a:lnTo>
                  <a:pt x="408579" y="2148290"/>
                </a:lnTo>
                <a:lnTo>
                  <a:pt x="169938" y="1920700"/>
                </a:lnTo>
                <a:lnTo>
                  <a:pt x="4816" y="1833996"/>
                </a:lnTo>
                <a:close/>
              </a:path>
              <a:path w="1789776" h="2631175">
                <a:moveTo>
                  <a:pt x="1254650" y="0"/>
                </a:moveTo>
                <a:lnTo>
                  <a:pt x="976288" y="77070"/>
                </a:lnTo>
                <a:lnTo>
                  <a:pt x="772560" y="266094"/>
                </a:lnTo>
                <a:lnTo>
                  <a:pt x="529112" y="427536"/>
                </a:lnTo>
                <a:lnTo>
                  <a:pt x="388095" y="689980"/>
                </a:lnTo>
                <a:lnTo>
                  <a:pt x="427867" y="1016312"/>
                </a:lnTo>
                <a:lnTo>
                  <a:pt x="559240" y="1216288"/>
                </a:lnTo>
                <a:lnTo>
                  <a:pt x="918384" y="1454699"/>
                </a:lnTo>
                <a:lnTo>
                  <a:pt x="1161863" y="1629324"/>
                </a:lnTo>
                <a:lnTo>
                  <a:pt x="1283653" y="1827982"/>
                </a:lnTo>
                <a:lnTo>
                  <a:pt x="1176364" y="2066413"/>
                </a:lnTo>
                <a:lnTo>
                  <a:pt x="942519" y="2216933"/>
                </a:lnTo>
                <a:lnTo>
                  <a:pt x="1662783" y="2216933"/>
                </a:lnTo>
                <a:lnTo>
                  <a:pt x="1783793" y="2027878"/>
                </a:lnTo>
                <a:lnTo>
                  <a:pt x="1789776" y="1765363"/>
                </a:lnTo>
                <a:lnTo>
                  <a:pt x="1745259" y="1517268"/>
                </a:lnTo>
                <a:lnTo>
                  <a:pt x="1594567" y="1254824"/>
                </a:lnTo>
                <a:lnTo>
                  <a:pt x="1229400" y="1064480"/>
                </a:lnTo>
                <a:lnTo>
                  <a:pt x="987138" y="968143"/>
                </a:lnTo>
                <a:lnTo>
                  <a:pt x="996772" y="747783"/>
                </a:lnTo>
                <a:lnTo>
                  <a:pt x="1083576" y="597293"/>
                </a:lnTo>
                <a:lnTo>
                  <a:pt x="1628122" y="597293"/>
                </a:lnTo>
                <a:lnTo>
                  <a:pt x="1721124" y="407052"/>
                </a:lnTo>
                <a:lnTo>
                  <a:pt x="1700639" y="213159"/>
                </a:lnTo>
                <a:lnTo>
                  <a:pt x="1575300" y="53036"/>
                </a:lnTo>
                <a:lnTo>
                  <a:pt x="1254650" y="0"/>
                </a:lnTo>
                <a:close/>
              </a:path>
              <a:path w="1789776" h="2631175">
                <a:moveTo>
                  <a:pt x="1628122" y="597293"/>
                </a:moveTo>
                <a:lnTo>
                  <a:pt x="1083576" y="597293"/>
                </a:lnTo>
                <a:lnTo>
                  <a:pt x="1254650" y="612910"/>
                </a:lnTo>
                <a:lnTo>
                  <a:pt x="1379990" y="723749"/>
                </a:lnTo>
                <a:lnTo>
                  <a:pt x="1618702" y="616561"/>
                </a:lnTo>
                <a:lnTo>
                  <a:pt x="1628122" y="597293"/>
                </a:lnTo>
                <a:close/>
              </a:path>
            </a:pathLst>
          </a:custGeom>
          <a:solidFill>
            <a:srgbClr val="8FC28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726790" y="3880520"/>
            <a:ext cx="378451" cy="403401"/>
          </a:xfrm>
          <a:custGeom>
            <a:avLst/>
            <a:gdLst/>
            <a:ahLst/>
            <a:cxnLst/>
            <a:rect l="l" t="t" r="r" b="b"/>
            <a:pathLst>
              <a:path w="378451" h="403401">
                <a:moveTo>
                  <a:pt x="189225" y="0"/>
                </a:moveTo>
                <a:lnTo>
                  <a:pt x="72303" y="72202"/>
                </a:lnTo>
                <a:lnTo>
                  <a:pt x="0" y="217926"/>
                </a:lnTo>
                <a:lnTo>
                  <a:pt x="54151" y="334748"/>
                </a:lnTo>
                <a:lnTo>
                  <a:pt x="140956" y="403401"/>
                </a:lnTo>
                <a:lnTo>
                  <a:pt x="271162" y="373283"/>
                </a:lnTo>
                <a:lnTo>
                  <a:pt x="360299" y="276945"/>
                </a:lnTo>
                <a:lnTo>
                  <a:pt x="378451" y="134872"/>
                </a:lnTo>
                <a:lnTo>
                  <a:pt x="301280" y="38535"/>
                </a:lnTo>
                <a:lnTo>
                  <a:pt x="189225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11763" y="5586863"/>
            <a:ext cx="272390" cy="223980"/>
          </a:xfrm>
          <a:custGeom>
            <a:avLst/>
            <a:gdLst/>
            <a:ahLst/>
            <a:cxnLst/>
            <a:rect l="l" t="t" r="r" b="b"/>
            <a:pathLst>
              <a:path w="272390" h="223980">
                <a:moveTo>
                  <a:pt x="272390" y="0"/>
                </a:moveTo>
                <a:lnTo>
                  <a:pt x="62670" y="10830"/>
                </a:lnTo>
                <a:lnTo>
                  <a:pt x="0" y="68633"/>
                </a:lnTo>
                <a:lnTo>
                  <a:pt x="253103" y="223980"/>
                </a:lnTo>
                <a:lnTo>
                  <a:pt x="272390" y="0"/>
                </a:lnTo>
                <a:close/>
              </a:path>
            </a:pathLst>
          </a:custGeom>
          <a:solidFill>
            <a:srgbClr val="FF4D4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08258" y="5879476"/>
            <a:ext cx="291677" cy="358852"/>
          </a:xfrm>
          <a:custGeom>
            <a:avLst/>
            <a:gdLst/>
            <a:ahLst/>
            <a:cxnLst/>
            <a:rect l="l" t="t" r="r" b="b"/>
            <a:pathLst>
              <a:path w="291677" h="358852">
                <a:moveTo>
                  <a:pt x="277216" y="0"/>
                </a:moveTo>
                <a:lnTo>
                  <a:pt x="0" y="115605"/>
                </a:lnTo>
                <a:lnTo>
                  <a:pt x="151867" y="272148"/>
                </a:lnTo>
                <a:lnTo>
                  <a:pt x="291677" y="358852"/>
                </a:lnTo>
                <a:lnTo>
                  <a:pt x="277216" y="0"/>
                </a:lnTo>
                <a:close/>
              </a:path>
            </a:pathLst>
          </a:custGeom>
          <a:solidFill>
            <a:srgbClr val="FF4D4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16848" y="6093823"/>
            <a:ext cx="423060" cy="301050"/>
          </a:xfrm>
          <a:custGeom>
            <a:avLst/>
            <a:gdLst/>
            <a:ahLst/>
            <a:cxnLst/>
            <a:rect l="l" t="t" r="r" b="b"/>
            <a:pathLst>
              <a:path w="423060" h="301050">
                <a:moveTo>
                  <a:pt x="237384" y="0"/>
                </a:moveTo>
                <a:lnTo>
                  <a:pt x="0" y="223980"/>
                </a:lnTo>
                <a:lnTo>
                  <a:pt x="195249" y="301050"/>
                </a:lnTo>
                <a:lnTo>
                  <a:pt x="423060" y="301050"/>
                </a:lnTo>
                <a:lnTo>
                  <a:pt x="237384" y="0"/>
                </a:lnTo>
                <a:close/>
              </a:path>
            </a:pathLst>
          </a:custGeom>
          <a:solidFill>
            <a:srgbClr val="FF4D4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470027" y="6058908"/>
            <a:ext cx="543542" cy="374500"/>
          </a:xfrm>
          <a:custGeom>
            <a:avLst/>
            <a:gdLst/>
            <a:ahLst/>
            <a:cxnLst/>
            <a:rect l="l" t="t" r="r" b="b"/>
            <a:pathLst>
              <a:path w="543542" h="374500">
                <a:moveTo>
                  <a:pt x="173507" y="0"/>
                </a:moveTo>
                <a:lnTo>
                  <a:pt x="0" y="374500"/>
                </a:lnTo>
                <a:lnTo>
                  <a:pt x="359184" y="307063"/>
                </a:lnTo>
                <a:lnTo>
                  <a:pt x="543542" y="166177"/>
                </a:lnTo>
                <a:lnTo>
                  <a:pt x="173507" y="0"/>
                </a:lnTo>
                <a:close/>
              </a:path>
            </a:pathLst>
          </a:custGeom>
          <a:solidFill>
            <a:srgbClr val="FF4D4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77380" y="5556755"/>
            <a:ext cx="491825" cy="623771"/>
          </a:xfrm>
          <a:custGeom>
            <a:avLst/>
            <a:gdLst/>
            <a:ahLst/>
            <a:cxnLst/>
            <a:rect l="l" t="t" r="r" b="b"/>
            <a:pathLst>
              <a:path w="491825" h="623771">
                <a:moveTo>
                  <a:pt x="491825" y="0"/>
                </a:moveTo>
                <a:lnTo>
                  <a:pt x="0" y="220369"/>
                </a:lnTo>
                <a:lnTo>
                  <a:pt x="203727" y="623771"/>
                </a:lnTo>
                <a:lnTo>
                  <a:pt x="379668" y="447960"/>
                </a:lnTo>
                <a:lnTo>
                  <a:pt x="491825" y="0"/>
                </a:lnTo>
                <a:close/>
              </a:path>
            </a:pathLst>
          </a:custGeom>
          <a:solidFill>
            <a:srgbClr val="FF4D4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97864" y="5032921"/>
            <a:ext cx="437572" cy="413035"/>
          </a:xfrm>
          <a:custGeom>
            <a:avLst/>
            <a:gdLst/>
            <a:ahLst/>
            <a:cxnLst/>
            <a:rect l="l" t="t" r="r" b="b"/>
            <a:pathLst>
              <a:path w="437572" h="413035">
                <a:moveTo>
                  <a:pt x="231411" y="0"/>
                </a:moveTo>
                <a:lnTo>
                  <a:pt x="0" y="403401"/>
                </a:lnTo>
                <a:lnTo>
                  <a:pt x="437572" y="413035"/>
                </a:lnTo>
                <a:lnTo>
                  <a:pt x="231411" y="0"/>
                </a:lnTo>
                <a:close/>
              </a:path>
            </a:pathLst>
          </a:custGeom>
          <a:solidFill>
            <a:srgbClr val="FF4D4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566465" y="4759626"/>
            <a:ext cx="476106" cy="423784"/>
          </a:xfrm>
          <a:custGeom>
            <a:avLst/>
            <a:gdLst/>
            <a:ahLst/>
            <a:cxnLst/>
            <a:rect l="l" t="t" r="r" b="b"/>
            <a:pathLst>
              <a:path w="476106" h="423784">
                <a:moveTo>
                  <a:pt x="125339" y="0"/>
                </a:moveTo>
                <a:lnTo>
                  <a:pt x="0" y="423784"/>
                </a:lnTo>
                <a:lnTo>
                  <a:pt x="476106" y="196224"/>
                </a:lnTo>
                <a:lnTo>
                  <a:pt x="125339" y="0"/>
                </a:lnTo>
                <a:close/>
              </a:path>
            </a:pathLst>
          </a:custGeom>
          <a:solidFill>
            <a:srgbClr val="FF4D4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98805" y="4045511"/>
            <a:ext cx="643601" cy="856188"/>
          </a:xfrm>
          <a:custGeom>
            <a:avLst/>
            <a:gdLst/>
            <a:ahLst/>
            <a:cxnLst/>
            <a:rect l="l" t="t" r="r" b="b"/>
            <a:pathLst>
              <a:path w="643601" h="856188">
                <a:moveTo>
                  <a:pt x="0" y="272077"/>
                </a:moveTo>
                <a:lnTo>
                  <a:pt x="137396" y="465970"/>
                </a:lnTo>
                <a:lnTo>
                  <a:pt x="288067" y="569609"/>
                </a:lnTo>
                <a:lnTo>
                  <a:pt x="63876" y="856188"/>
                </a:lnTo>
                <a:lnTo>
                  <a:pt x="296484" y="845338"/>
                </a:lnTo>
                <a:lnTo>
                  <a:pt x="539963" y="734498"/>
                </a:lnTo>
                <a:lnTo>
                  <a:pt x="458026" y="593643"/>
                </a:lnTo>
                <a:lnTo>
                  <a:pt x="482059" y="393767"/>
                </a:lnTo>
                <a:lnTo>
                  <a:pt x="636418" y="291345"/>
                </a:lnTo>
                <a:lnTo>
                  <a:pt x="336235" y="291345"/>
                </a:lnTo>
                <a:lnTo>
                  <a:pt x="0" y="272077"/>
                </a:lnTo>
                <a:close/>
              </a:path>
              <a:path w="643601" h="856188">
                <a:moveTo>
                  <a:pt x="302568" y="0"/>
                </a:moveTo>
                <a:lnTo>
                  <a:pt x="336235" y="291345"/>
                </a:lnTo>
                <a:lnTo>
                  <a:pt x="636418" y="291345"/>
                </a:lnTo>
                <a:lnTo>
                  <a:pt x="643601" y="286579"/>
                </a:lnTo>
                <a:lnTo>
                  <a:pt x="458026" y="86703"/>
                </a:lnTo>
                <a:lnTo>
                  <a:pt x="302568" y="0"/>
                </a:lnTo>
                <a:close/>
              </a:path>
            </a:pathLst>
          </a:custGeom>
          <a:solidFill>
            <a:srgbClr val="FF4D4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60546" y="3992474"/>
            <a:ext cx="190442" cy="167424"/>
          </a:xfrm>
          <a:custGeom>
            <a:avLst/>
            <a:gdLst/>
            <a:ahLst/>
            <a:cxnLst/>
            <a:rect l="l" t="t" r="r" b="b"/>
            <a:pathLst>
              <a:path w="190442" h="167424">
                <a:moveTo>
                  <a:pt x="119356" y="0"/>
                </a:moveTo>
                <a:lnTo>
                  <a:pt x="39751" y="3650"/>
                </a:lnTo>
                <a:lnTo>
                  <a:pt x="0" y="65104"/>
                </a:lnTo>
                <a:lnTo>
                  <a:pt x="10850" y="142174"/>
                </a:lnTo>
                <a:lnTo>
                  <a:pt x="87920" y="167424"/>
                </a:lnTo>
                <a:lnTo>
                  <a:pt x="165090" y="138523"/>
                </a:lnTo>
                <a:lnTo>
                  <a:pt x="190442" y="80720"/>
                </a:lnTo>
                <a:lnTo>
                  <a:pt x="165090" y="25352"/>
                </a:lnTo>
                <a:lnTo>
                  <a:pt x="11935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690588" y="3860035"/>
            <a:ext cx="474890" cy="454004"/>
          </a:xfrm>
          <a:custGeom>
            <a:avLst/>
            <a:gdLst/>
            <a:ahLst/>
            <a:cxnLst/>
            <a:rect l="l" t="t" r="r" b="b"/>
            <a:pathLst>
              <a:path w="474890" h="454004">
                <a:moveTo>
                  <a:pt x="233845" y="0"/>
                </a:moveTo>
                <a:lnTo>
                  <a:pt x="122905" y="24135"/>
                </a:lnTo>
                <a:lnTo>
                  <a:pt x="45836" y="90354"/>
                </a:lnTo>
                <a:lnTo>
                  <a:pt x="0" y="185475"/>
                </a:lnTo>
                <a:lnTo>
                  <a:pt x="8416" y="308280"/>
                </a:lnTo>
                <a:lnTo>
                  <a:pt x="85587" y="410601"/>
                </a:lnTo>
                <a:lnTo>
                  <a:pt x="174724" y="454004"/>
                </a:lnTo>
                <a:lnTo>
                  <a:pt x="307365" y="450353"/>
                </a:lnTo>
                <a:lnTo>
                  <a:pt x="395449" y="387784"/>
                </a:lnTo>
                <a:lnTo>
                  <a:pt x="194093" y="387784"/>
                </a:lnTo>
                <a:lnTo>
                  <a:pt x="110838" y="339615"/>
                </a:lnTo>
                <a:lnTo>
                  <a:pt x="71086" y="244494"/>
                </a:lnTo>
                <a:lnTo>
                  <a:pt x="95221" y="145723"/>
                </a:lnTo>
                <a:lnTo>
                  <a:pt x="174724" y="68653"/>
                </a:lnTo>
                <a:lnTo>
                  <a:pt x="273596" y="61453"/>
                </a:lnTo>
                <a:lnTo>
                  <a:pt x="320649" y="21701"/>
                </a:lnTo>
                <a:lnTo>
                  <a:pt x="233845" y="0"/>
                </a:lnTo>
                <a:close/>
              </a:path>
              <a:path w="474890" h="454004">
                <a:moveTo>
                  <a:pt x="461605" y="231210"/>
                </a:moveTo>
                <a:lnTo>
                  <a:pt x="388085" y="252911"/>
                </a:lnTo>
                <a:lnTo>
                  <a:pt x="338700" y="337181"/>
                </a:lnTo>
                <a:lnTo>
                  <a:pt x="262746" y="379367"/>
                </a:lnTo>
                <a:lnTo>
                  <a:pt x="194093" y="387784"/>
                </a:lnTo>
                <a:lnTo>
                  <a:pt x="395449" y="387784"/>
                </a:lnTo>
                <a:lnTo>
                  <a:pt x="424287" y="367300"/>
                </a:lnTo>
                <a:lnTo>
                  <a:pt x="474890" y="255345"/>
                </a:lnTo>
                <a:lnTo>
                  <a:pt x="461605" y="2312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942483" y="3866018"/>
            <a:ext cx="231411" cy="291446"/>
          </a:xfrm>
          <a:custGeom>
            <a:avLst/>
            <a:gdLst/>
            <a:ahLst/>
            <a:cxnLst/>
            <a:rect l="l" t="t" r="r" b="b"/>
            <a:pathLst>
              <a:path w="231411" h="291446">
                <a:moveTo>
                  <a:pt x="43402" y="0"/>
                </a:moveTo>
                <a:lnTo>
                  <a:pt x="0" y="55470"/>
                </a:lnTo>
                <a:lnTo>
                  <a:pt x="92787" y="95222"/>
                </a:lnTo>
                <a:lnTo>
                  <a:pt x="138623" y="169858"/>
                </a:lnTo>
                <a:lnTo>
                  <a:pt x="138623" y="291446"/>
                </a:lnTo>
                <a:lnTo>
                  <a:pt x="207276" y="256562"/>
                </a:lnTo>
                <a:lnTo>
                  <a:pt x="231411" y="167424"/>
                </a:lnTo>
                <a:lnTo>
                  <a:pt x="196425" y="90354"/>
                </a:lnTo>
                <a:lnTo>
                  <a:pt x="141057" y="55470"/>
                </a:lnTo>
                <a:lnTo>
                  <a:pt x="434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18017" y="3752847"/>
            <a:ext cx="1441453" cy="1253607"/>
          </a:xfrm>
          <a:custGeom>
            <a:avLst/>
            <a:gdLst/>
            <a:ahLst/>
            <a:cxnLst/>
            <a:rect l="l" t="t" r="r" b="b"/>
            <a:pathLst>
              <a:path w="1441453" h="1253607">
                <a:moveTo>
                  <a:pt x="1061885" y="0"/>
                </a:moveTo>
                <a:lnTo>
                  <a:pt x="814756" y="3650"/>
                </a:lnTo>
                <a:lnTo>
                  <a:pt x="621879" y="80720"/>
                </a:lnTo>
                <a:lnTo>
                  <a:pt x="427887" y="245711"/>
                </a:lnTo>
                <a:lnTo>
                  <a:pt x="260332" y="340832"/>
                </a:lnTo>
                <a:lnTo>
                  <a:pt x="103648" y="468505"/>
                </a:lnTo>
                <a:lnTo>
                  <a:pt x="39771" y="600944"/>
                </a:lnTo>
                <a:lnTo>
                  <a:pt x="0" y="786318"/>
                </a:lnTo>
                <a:lnTo>
                  <a:pt x="2403" y="945326"/>
                </a:lnTo>
                <a:lnTo>
                  <a:pt x="51819" y="1089833"/>
                </a:lnTo>
                <a:lnTo>
                  <a:pt x="167524" y="1217505"/>
                </a:lnTo>
                <a:lnTo>
                  <a:pt x="289264" y="1253607"/>
                </a:lnTo>
                <a:lnTo>
                  <a:pt x="186812" y="1145201"/>
                </a:lnTo>
                <a:lnTo>
                  <a:pt x="94004" y="991061"/>
                </a:lnTo>
                <a:lnTo>
                  <a:pt x="77130" y="856188"/>
                </a:lnTo>
                <a:lnTo>
                  <a:pt x="94004" y="708132"/>
                </a:lnTo>
                <a:lnTo>
                  <a:pt x="162707" y="547908"/>
                </a:lnTo>
                <a:lnTo>
                  <a:pt x="279620" y="415469"/>
                </a:lnTo>
                <a:lnTo>
                  <a:pt x="501408" y="311931"/>
                </a:lnTo>
                <a:lnTo>
                  <a:pt x="613463" y="199875"/>
                </a:lnTo>
                <a:lnTo>
                  <a:pt x="750869" y="126455"/>
                </a:lnTo>
                <a:lnTo>
                  <a:pt x="883409" y="98771"/>
                </a:lnTo>
                <a:lnTo>
                  <a:pt x="1055801" y="91571"/>
                </a:lnTo>
                <a:lnTo>
                  <a:pt x="1318581" y="91571"/>
                </a:lnTo>
                <a:lnTo>
                  <a:pt x="1231742" y="33768"/>
                </a:lnTo>
                <a:lnTo>
                  <a:pt x="1061885" y="0"/>
                </a:lnTo>
                <a:close/>
              </a:path>
              <a:path w="1441453" h="1253607">
                <a:moveTo>
                  <a:pt x="871443" y="600944"/>
                </a:moveTo>
                <a:lnTo>
                  <a:pt x="812322" y="656313"/>
                </a:lnTo>
                <a:lnTo>
                  <a:pt x="938878" y="745451"/>
                </a:lnTo>
                <a:lnTo>
                  <a:pt x="1048601" y="770701"/>
                </a:lnTo>
                <a:lnTo>
                  <a:pt x="1207709" y="741800"/>
                </a:lnTo>
                <a:lnTo>
                  <a:pt x="1298063" y="683997"/>
                </a:lnTo>
                <a:lnTo>
                  <a:pt x="1312349" y="664730"/>
                </a:lnTo>
                <a:lnTo>
                  <a:pt x="979847" y="664730"/>
                </a:lnTo>
                <a:lnTo>
                  <a:pt x="871443" y="600944"/>
                </a:lnTo>
                <a:close/>
              </a:path>
              <a:path w="1441453" h="1253607">
                <a:moveTo>
                  <a:pt x="1318581" y="91571"/>
                </a:moveTo>
                <a:lnTo>
                  <a:pt x="1055801" y="91571"/>
                </a:lnTo>
                <a:lnTo>
                  <a:pt x="1178707" y="113171"/>
                </a:lnTo>
                <a:lnTo>
                  <a:pt x="1271596" y="175841"/>
                </a:lnTo>
                <a:lnTo>
                  <a:pt x="1317330" y="298646"/>
                </a:lnTo>
                <a:lnTo>
                  <a:pt x="1326964" y="335965"/>
                </a:lnTo>
                <a:lnTo>
                  <a:pt x="1335482" y="437170"/>
                </a:lnTo>
                <a:lnTo>
                  <a:pt x="1277579" y="547908"/>
                </a:lnTo>
                <a:lnTo>
                  <a:pt x="1212475" y="614127"/>
                </a:lnTo>
                <a:lnTo>
                  <a:pt x="1093220" y="662296"/>
                </a:lnTo>
                <a:lnTo>
                  <a:pt x="979847" y="664730"/>
                </a:lnTo>
                <a:lnTo>
                  <a:pt x="1312349" y="664730"/>
                </a:lnTo>
                <a:lnTo>
                  <a:pt x="1414985" y="526308"/>
                </a:lnTo>
                <a:lnTo>
                  <a:pt x="1441453" y="375717"/>
                </a:lnTo>
                <a:lnTo>
                  <a:pt x="1425836" y="219142"/>
                </a:lnTo>
                <a:lnTo>
                  <a:pt x="1329398" y="98771"/>
                </a:lnTo>
                <a:lnTo>
                  <a:pt x="1318581" y="9157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233421" y="5034138"/>
            <a:ext cx="1642742" cy="1007905"/>
          </a:xfrm>
          <a:custGeom>
            <a:avLst/>
            <a:gdLst/>
            <a:ahLst/>
            <a:cxnLst/>
            <a:rect l="l" t="t" r="r" b="b"/>
            <a:pathLst>
              <a:path w="1642742" h="1007905">
                <a:moveTo>
                  <a:pt x="464423" y="585236"/>
                </a:moveTo>
                <a:lnTo>
                  <a:pt x="257925" y="585236"/>
                </a:lnTo>
                <a:lnTo>
                  <a:pt x="401355" y="617747"/>
                </a:lnTo>
                <a:lnTo>
                  <a:pt x="554419" y="767071"/>
                </a:lnTo>
                <a:lnTo>
                  <a:pt x="701470" y="885079"/>
                </a:lnTo>
                <a:lnTo>
                  <a:pt x="831636" y="954919"/>
                </a:lnTo>
                <a:lnTo>
                  <a:pt x="991930" y="1005502"/>
                </a:lnTo>
                <a:lnTo>
                  <a:pt x="1158218" y="1007905"/>
                </a:lnTo>
                <a:lnTo>
                  <a:pt x="1340244" y="981417"/>
                </a:lnTo>
                <a:lnTo>
                  <a:pt x="1456214" y="912774"/>
                </a:lnTo>
                <a:lnTo>
                  <a:pt x="1223321" y="912774"/>
                </a:lnTo>
                <a:lnTo>
                  <a:pt x="988320" y="899530"/>
                </a:lnTo>
                <a:lnTo>
                  <a:pt x="785830" y="822460"/>
                </a:lnTo>
                <a:lnTo>
                  <a:pt x="591788" y="683977"/>
                </a:lnTo>
                <a:lnTo>
                  <a:pt x="464423" y="585236"/>
                </a:lnTo>
                <a:close/>
              </a:path>
              <a:path w="1642742" h="1007905">
                <a:moveTo>
                  <a:pt x="1011177" y="0"/>
                </a:moveTo>
                <a:lnTo>
                  <a:pt x="1130534" y="118039"/>
                </a:lnTo>
                <a:lnTo>
                  <a:pt x="1324627" y="249261"/>
                </a:lnTo>
                <a:lnTo>
                  <a:pt x="1454733" y="339615"/>
                </a:lnTo>
                <a:lnTo>
                  <a:pt x="1530687" y="444370"/>
                </a:lnTo>
                <a:lnTo>
                  <a:pt x="1542754" y="604503"/>
                </a:lnTo>
                <a:lnTo>
                  <a:pt x="1499352" y="727329"/>
                </a:lnTo>
                <a:lnTo>
                  <a:pt x="1395714" y="847751"/>
                </a:lnTo>
                <a:lnTo>
                  <a:pt x="1223321" y="912774"/>
                </a:lnTo>
                <a:lnTo>
                  <a:pt x="1456214" y="912774"/>
                </a:lnTo>
                <a:lnTo>
                  <a:pt x="1470451" y="904347"/>
                </a:lnTo>
                <a:lnTo>
                  <a:pt x="1560805" y="808009"/>
                </a:lnTo>
                <a:lnTo>
                  <a:pt x="1631891" y="652672"/>
                </a:lnTo>
                <a:lnTo>
                  <a:pt x="1642742" y="480471"/>
                </a:lnTo>
                <a:lnTo>
                  <a:pt x="1564455" y="349249"/>
                </a:lnTo>
                <a:lnTo>
                  <a:pt x="1433032" y="231210"/>
                </a:lnTo>
                <a:lnTo>
                  <a:pt x="1231738" y="108405"/>
                </a:lnTo>
                <a:lnTo>
                  <a:pt x="1011177" y="0"/>
                </a:lnTo>
                <a:close/>
              </a:path>
              <a:path w="1642742" h="1007905">
                <a:moveTo>
                  <a:pt x="335065" y="527433"/>
                </a:moveTo>
                <a:lnTo>
                  <a:pt x="218153" y="527433"/>
                </a:lnTo>
                <a:lnTo>
                  <a:pt x="107264" y="561151"/>
                </a:lnTo>
                <a:lnTo>
                  <a:pt x="0" y="635808"/>
                </a:lnTo>
                <a:lnTo>
                  <a:pt x="144632" y="591260"/>
                </a:lnTo>
                <a:lnTo>
                  <a:pt x="257925" y="585236"/>
                </a:lnTo>
                <a:lnTo>
                  <a:pt x="464423" y="585236"/>
                </a:lnTo>
                <a:lnTo>
                  <a:pt x="441127" y="567175"/>
                </a:lnTo>
                <a:lnTo>
                  <a:pt x="335065" y="52743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486860" y="4329656"/>
            <a:ext cx="946129" cy="2070033"/>
          </a:xfrm>
          <a:custGeom>
            <a:avLst/>
            <a:gdLst/>
            <a:ahLst/>
            <a:cxnLst/>
            <a:rect l="l" t="t" r="r" b="b"/>
            <a:pathLst>
              <a:path w="946129" h="2070033">
                <a:moveTo>
                  <a:pt x="245912" y="0"/>
                </a:moveTo>
                <a:lnTo>
                  <a:pt x="138623" y="8416"/>
                </a:lnTo>
                <a:lnTo>
                  <a:pt x="33768" y="91571"/>
                </a:lnTo>
                <a:lnTo>
                  <a:pt x="0" y="180607"/>
                </a:lnTo>
                <a:lnTo>
                  <a:pt x="18151" y="297430"/>
                </a:lnTo>
                <a:lnTo>
                  <a:pt x="53035" y="396201"/>
                </a:lnTo>
                <a:lnTo>
                  <a:pt x="169958" y="507040"/>
                </a:lnTo>
                <a:lnTo>
                  <a:pt x="376119" y="581676"/>
                </a:lnTo>
                <a:lnTo>
                  <a:pt x="572545" y="700831"/>
                </a:lnTo>
                <a:lnTo>
                  <a:pt x="711168" y="881540"/>
                </a:lnTo>
                <a:lnTo>
                  <a:pt x="800305" y="1040447"/>
                </a:lnTo>
                <a:lnTo>
                  <a:pt x="828091" y="1265634"/>
                </a:lnTo>
                <a:lnTo>
                  <a:pt x="803956" y="1435421"/>
                </a:lnTo>
                <a:lnTo>
                  <a:pt x="705084" y="1681082"/>
                </a:lnTo>
                <a:lnTo>
                  <a:pt x="542427" y="1864114"/>
                </a:lnTo>
                <a:lnTo>
                  <a:pt x="209710" y="2070033"/>
                </a:lnTo>
                <a:lnTo>
                  <a:pt x="400152" y="2038729"/>
                </a:lnTo>
                <a:lnTo>
                  <a:pt x="612296" y="1921917"/>
                </a:lnTo>
                <a:lnTo>
                  <a:pt x="779821" y="1761763"/>
                </a:lnTo>
                <a:lnTo>
                  <a:pt x="890761" y="1552233"/>
                </a:lnTo>
                <a:lnTo>
                  <a:pt x="942580" y="1351131"/>
                </a:lnTo>
                <a:lnTo>
                  <a:pt x="946129" y="1136784"/>
                </a:lnTo>
                <a:lnTo>
                  <a:pt x="888327" y="969360"/>
                </a:lnTo>
                <a:lnTo>
                  <a:pt x="779821" y="775569"/>
                </a:lnTo>
                <a:lnTo>
                  <a:pt x="665332" y="645462"/>
                </a:lnTo>
                <a:lnTo>
                  <a:pt x="474890" y="535840"/>
                </a:lnTo>
                <a:lnTo>
                  <a:pt x="280898" y="445587"/>
                </a:lnTo>
                <a:lnTo>
                  <a:pt x="148257" y="368517"/>
                </a:lnTo>
                <a:lnTo>
                  <a:pt x="102522" y="261328"/>
                </a:lnTo>
                <a:lnTo>
                  <a:pt x="138623" y="146940"/>
                </a:lnTo>
                <a:lnTo>
                  <a:pt x="212143" y="98771"/>
                </a:lnTo>
                <a:lnTo>
                  <a:pt x="296514" y="85487"/>
                </a:lnTo>
                <a:lnTo>
                  <a:pt x="318215" y="39751"/>
                </a:lnTo>
                <a:lnTo>
                  <a:pt x="2459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28600" y="5614558"/>
            <a:ext cx="1418585" cy="806808"/>
          </a:xfrm>
          <a:custGeom>
            <a:avLst/>
            <a:gdLst/>
            <a:ahLst/>
            <a:cxnLst/>
            <a:rect l="l" t="t" r="r" b="b"/>
            <a:pathLst>
              <a:path w="1418585" h="806808">
                <a:moveTo>
                  <a:pt x="137396" y="0"/>
                </a:moveTo>
                <a:lnTo>
                  <a:pt x="0" y="55389"/>
                </a:lnTo>
                <a:lnTo>
                  <a:pt x="112085" y="95130"/>
                </a:lnTo>
                <a:lnTo>
                  <a:pt x="196456" y="162567"/>
                </a:lnTo>
                <a:lnTo>
                  <a:pt x="289264" y="286599"/>
                </a:lnTo>
                <a:lnTo>
                  <a:pt x="361577" y="425082"/>
                </a:lnTo>
                <a:lnTo>
                  <a:pt x="472466" y="541884"/>
                </a:lnTo>
                <a:lnTo>
                  <a:pt x="629150" y="652672"/>
                </a:lnTo>
                <a:lnTo>
                  <a:pt x="799089" y="729742"/>
                </a:lnTo>
                <a:lnTo>
                  <a:pt x="993141" y="791155"/>
                </a:lnTo>
                <a:lnTo>
                  <a:pt x="1154622" y="806808"/>
                </a:lnTo>
                <a:lnTo>
                  <a:pt x="1418585" y="781521"/>
                </a:lnTo>
                <a:lnTo>
                  <a:pt x="1113654" y="767071"/>
                </a:lnTo>
                <a:lnTo>
                  <a:pt x="883459" y="704451"/>
                </a:lnTo>
                <a:lnTo>
                  <a:pt x="652048" y="573199"/>
                </a:lnTo>
                <a:lnTo>
                  <a:pt x="464029" y="393767"/>
                </a:lnTo>
                <a:lnTo>
                  <a:pt x="371221" y="236017"/>
                </a:lnTo>
                <a:lnTo>
                  <a:pt x="254309" y="116801"/>
                </a:lnTo>
                <a:lnTo>
                  <a:pt x="127762" y="45755"/>
                </a:lnTo>
                <a:lnTo>
                  <a:pt x="13739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35945" y="5589266"/>
            <a:ext cx="69900" cy="320317"/>
          </a:xfrm>
          <a:custGeom>
            <a:avLst/>
            <a:gdLst/>
            <a:ahLst/>
            <a:cxnLst/>
            <a:rect l="l" t="t" r="r" b="b"/>
            <a:pathLst>
              <a:path w="69900" h="320317">
                <a:moveTo>
                  <a:pt x="18080" y="0"/>
                </a:moveTo>
                <a:lnTo>
                  <a:pt x="0" y="289002"/>
                </a:lnTo>
                <a:lnTo>
                  <a:pt x="63876" y="320317"/>
                </a:lnTo>
                <a:lnTo>
                  <a:pt x="69900" y="14450"/>
                </a:lnTo>
                <a:lnTo>
                  <a:pt x="180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21512" y="5830111"/>
            <a:ext cx="344713" cy="421462"/>
          </a:xfrm>
          <a:custGeom>
            <a:avLst/>
            <a:gdLst/>
            <a:ahLst/>
            <a:cxnLst/>
            <a:rect l="l" t="t" r="r" b="b"/>
            <a:pathLst>
              <a:path w="344713" h="421462">
                <a:moveTo>
                  <a:pt x="303648" y="95130"/>
                </a:moveTo>
                <a:lnTo>
                  <a:pt x="231411" y="95130"/>
                </a:lnTo>
                <a:lnTo>
                  <a:pt x="255525" y="384133"/>
                </a:lnTo>
                <a:lnTo>
                  <a:pt x="344713" y="421462"/>
                </a:lnTo>
                <a:lnTo>
                  <a:pt x="303648" y="95130"/>
                </a:lnTo>
                <a:close/>
              </a:path>
              <a:path w="344713" h="421462">
                <a:moveTo>
                  <a:pt x="291677" y="0"/>
                </a:moveTo>
                <a:lnTo>
                  <a:pt x="0" y="132459"/>
                </a:lnTo>
                <a:lnTo>
                  <a:pt x="33748" y="193872"/>
                </a:lnTo>
                <a:lnTo>
                  <a:pt x="231411" y="95130"/>
                </a:lnTo>
                <a:lnTo>
                  <a:pt x="303648" y="95130"/>
                </a:lnTo>
                <a:lnTo>
                  <a:pt x="29167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34776" y="5781942"/>
            <a:ext cx="110878" cy="99947"/>
          </a:xfrm>
          <a:custGeom>
            <a:avLst/>
            <a:gdLst/>
            <a:ahLst/>
            <a:cxnLst/>
            <a:rect l="l" t="t" r="r" b="b"/>
            <a:pathLst>
              <a:path w="110878" h="99947">
                <a:moveTo>
                  <a:pt x="66289" y="0"/>
                </a:moveTo>
                <a:lnTo>
                  <a:pt x="10850" y="7220"/>
                </a:lnTo>
                <a:lnTo>
                  <a:pt x="0" y="68633"/>
                </a:lnTo>
                <a:lnTo>
                  <a:pt x="63876" y="99947"/>
                </a:lnTo>
                <a:lnTo>
                  <a:pt x="110878" y="52985"/>
                </a:lnTo>
                <a:lnTo>
                  <a:pt x="662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012021" y="6008325"/>
            <a:ext cx="1017266" cy="480474"/>
          </a:xfrm>
          <a:custGeom>
            <a:avLst/>
            <a:gdLst/>
            <a:ahLst/>
            <a:cxnLst/>
            <a:rect l="l" t="t" r="r" b="b"/>
            <a:pathLst>
              <a:path w="1017266" h="480474">
                <a:moveTo>
                  <a:pt x="327809" y="126445"/>
                </a:moveTo>
                <a:lnTo>
                  <a:pt x="219364" y="126445"/>
                </a:lnTo>
                <a:lnTo>
                  <a:pt x="455572" y="480474"/>
                </a:lnTo>
                <a:lnTo>
                  <a:pt x="521035" y="348012"/>
                </a:lnTo>
                <a:lnTo>
                  <a:pt x="462873" y="348012"/>
                </a:lnTo>
                <a:lnTo>
                  <a:pt x="327809" y="126445"/>
                </a:lnTo>
                <a:close/>
              </a:path>
              <a:path w="1017266" h="480474">
                <a:moveTo>
                  <a:pt x="625530" y="0"/>
                </a:moveTo>
                <a:lnTo>
                  <a:pt x="462873" y="348012"/>
                </a:lnTo>
                <a:lnTo>
                  <a:pt x="521035" y="348012"/>
                </a:lnTo>
                <a:lnTo>
                  <a:pt x="641248" y="104764"/>
                </a:lnTo>
                <a:lnTo>
                  <a:pt x="816996" y="104764"/>
                </a:lnTo>
                <a:lnTo>
                  <a:pt x="625530" y="0"/>
                </a:lnTo>
                <a:close/>
              </a:path>
              <a:path w="1017266" h="480474">
                <a:moveTo>
                  <a:pt x="250729" y="0"/>
                </a:moveTo>
                <a:lnTo>
                  <a:pt x="0" y="289013"/>
                </a:lnTo>
                <a:lnTo>
                  <a:pt x="49415" y="317904"/>
                </a:lnTo>
                <a:lnTo>
                  <a:pt x="219364" y="126445"/>
                </a:lnTo>
                <a:lnTo>
                  <a:pt x="327809" y="126445"/>
                </a:lnTo>
                <a:lnTo>
                  <a:pt x="250729" y="0"/>
                </a:lnTo>
                <a:close/>
              </a:path>
              <a:path w="1017266" h="480474">
                <a:moveTo>
                  <a:pt x="816996" y="104764"/>
                </a:moveTo>
                <a:lnTo>
                  <a:pt x="641248" y="104764"/>
                </a:lnTo>
                <a:lnTo>
                  <a:pt x="943746" y="249271"/>
                </a:lnTo>
                <a:lnTo>
                  <a:pt x="1017266" y="214346"/>
                </a:lnTo>
                <a:lnTo>
                  <a:pt x="816996" y="10476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391639" y="6087799"/>
            <a:ext cx="128990" cy="121628"/>
          </a:xfrm>
          <a:custGeom>
            <a:avLst/>
            <a:gdLst/>
            <a:ahLst/>
            <a:cxnLst/>
            <a:rect l="l" t="t" r="r" b="b"/>
            <a:pathLst>
              <a:path w="128990" h="121628">
                <a:moveTo>
                  <a:pt x="57903" y="0"/>
                </a:moveTo>
                <a:lnTo>
                  <a:pt x="0" y="44558"/>
                </a:lnTo>
                <a:lnTo>
                  <a:pt x="12067" y="108384"/>
                </a:lnTo>
                <a:lnTo>
                  <a:pt x="67537" y="121628"/>
                </a:lnTo>
                <a:lnTo>
                  <a:pt x="128990" y="74666"/>
                </a:lnTo>
                <a:lnTo>
                  <a:pt x="116922" y="13254"/>
                </a:lnTo>
                <a:lnTo>
                  <a:pt x="5790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66226" y="6026386"/>
            <a:ext cx="141016" cy="126445"/>
          </a:xfrm>
          <a:custGeom>
            <a:avLst/>
            <a:gdLst/>
            <a:ahLst/>
            <a:cxnLst/>
            <a:rect l="l" t="t" r="r" b="b"/>
            <a:pathLst>
              <a:path w="141016" h="126445">
                <a:moveTo>
                  <a:pt x="55439" y="0"/>
                </a:moveTo>
                <a:lnTo>
                  <a:pt x="9643" y="28901"/>
                </a:lnTo>
                <a:lnTo>
                  <a:pt x="0" y="77070"/>
                </a:lnTo>
                <a:lnTo>
                  <a:pt x="50622" y="126445"/>
                </a:lnTo>
                <a:lnTo>
                  <a:pt x="116912" y="119215"/>
                </a:lnTo>
                <a:lnTo>
                  <a:pt x="141016" y="65033"/>
                </a:lnTo>
                <a:lnTo>
                  <a:pt x="116912" y="24084"/>
                </a:lnTo>
                <a:lnTo>
                  <a:pt x="5543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820795" y="5539891"/>
            <a:ext cx="527824" cy="647866"/>
          </a:xfrm>
          <a:custGeom>
            <a:avLst/>
            <a:gdLst/>
            <a:ahLst/>
            <a:cxnLst/>
            <a:rect l="l" t="t" r="r" b="b"/>
            <a:pathLst>
              <a:path w="527824" h="647866">
                <a:moveTo>
                  <a:pt x="527824" y="0"/>
                </a:moveTo>
                <a:lnTo>
                  <a:pt x="0" y="207126"/>
                </a:lnTo>
                <a:lnTo>
                  <a:pt x="257878" y="647866"/>
                </a:lnTo>
                <a:lnTo>
                  <a:pt x="315782" y="592466"/>
                </a:lnTo>
                <a:lnTo>
                  <a:pt x="121688" y="225186"/>
                </a:lnTo>
                <a:lnTo>
                  <a:pt x="523058" y="67436"/>
                </a:lnTo>
                <a:lnTo>
                  <a:pt x="52782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767758" y="5927645"/>
            <a:ext cx="143389" cy="130055"/>
          </a:xfrm>
          <a:custGeom>
            <a:avLst/>
            <a:gdLst/>
            <a:ahLst/>
            <a:cxnLst/>
            <a:rect l="l" t="t" r="r" b="b"/>
            <a:pathLst>
              <a:path w="143389" h="130055">
                <a:moveTo>
                  <a:pt x="71086" y="0"/>
                </a:moveTo>
                <a:lnTo>
                  <a:pt x="15616" y="15657"/>
                </a:lnTo>
                <a:lnTo>
                  <a:pt x="0" y="68643"/>
                </a:lnTo>
                <a:lnTo>
                  <a:pt x="15616" y="108374"/>
                </a:lnTo>
                <a:lnTo>
                  <a:pt x="61452" y="130055"/>
                </a:lnTo>
                <a:lnTo>
                  <a:pt x="125339" y="127642"/>
                </a:lnTo>
                <a:lnTo>
                  <a:pt x="143389" y="65022"/>
                </a:lnTo>
                <a:lnTo>
                  <a:pt x="113271" y="15657"/>
                </a:lnTo>
                <a:lnTo>
                  <a:pt x="710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932850" y="5514610"/>
            <a:ext cx="145823" cy="130045"/>
          </a:xfrm>
          <a:custGeom>
            <a:avLst/>
            <a:gdLst/>
            <a:ahLst/>
            <a:cxnLst/>
            <a:rect l="l" t="t" r="r" b="b"/>
            <a:pathLst>
              <a:path w="145823" h="130045">
                <a:moveTo>
                  <a:pt x="71086" y="0"/>
                </a:moveTo>
                <a:lnTo>
                  <a:pt x="15616" y="15657"/>
                </a:lnTo>
                <a:lnTo>
                  <a:pt x="0" y="68633"/>
                </a:lnTo>
                <a:lnTo>
                  <a:pt x="15616" y="108374"/>
                </a:lnTo>
                <a:lnTo>
                  <a:pt x="62669" y="130045"/>
                </a:lnTo>
                <a:lnTo>
                  <a:pt x="115705" y="110788"/>
                </a:lnTo>
                <a:lnTo>
                  <a:pt x="145823" y="65022"/>
                </a:lnTo>
                <a:lnTo>
                  <a:pt x="114488" y="15657"/>
                </a:lnTo>
                <a:lnTo>
                  <a:pt x="710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758125" y="5160594"/>
            <a:ext cx="144606" cy="128788"/>
          </a:xfrm>
          <a:custGeom>
            <a:avLst/>
            <a:gdLst/>
            <a:ahLst/>
            <a:cxnLst/>
            <a:rect l="l" t="t" r="r" b="b"/>
            <a:pathLst>
              <a:path w="144606" h="128788">
                <a:moveTo>
                  <a:pt x="71086" y="0"/>
                </a:moveTo>
                <a:lnTo>
                  <a:pt x="15616" y="15616"/>
                </a:lnTo>
                <a:lnTo>
                  <a:pt x="0" y="67436"/>
                </a:lnTo>
                <a:lnTo>
                  <a:pt x="15616" y="107188"/>
                </a:lnTo>
                <a:lnTo>
                  <a:pt x="60235" y="128788"/>
                </a:lnTo>
                <a:lnTo>
                  <a:pt x="113271" y="111954"/>
                </a:lnTo>
                <a:lnTo>
                  <a:pt x="144606" y="63785"/>
                </a:lnTo>
                <a:lnTo>
                  <a:pt x="113271" y="15616"/>
                </a:lnTo>
                <a:lnTo>
                  <a:pt x="710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403707" y="4901699"/>
            <a:ext cx="144708" cy="128788"/>
          </a:xfrm>
          <a:custGeom>
            <a:avLst/>
            <a:gdLst/>
            <a:ahLst/>
            <a:cxnLst/>
            <a:rect l="l" t="t" r="r" b="b"/>
            <a:pathLst>
              <a:path w="144708" h="128788">
                <a:moveTo>
                  <a:pt x="69970" y="0"/>
                </a:moveTo>
                <a:lnTo>
                  <a:pt x="14501" y="15616"/>
                </a:lnTo>
                <a:lnTo>
                  <a:pt x="0" y="68653"/>
                </a:lnTo>
                <a:lnTo>
                  <a:pt x="14501" y="108303"/>
                </a:lnTo>
                <a:lnTo>
                  <a:pt x="61452" y="128788"/>
                </a:lnTo>
                <a:lnTo>
                  <a:pt x="114488" y="110737"/>
                </a:lnTo>
                <a:lnTo>
                  <a:pt x="144708" y="63785"/>
                </a:lnTo>
                <a:lnTo>
                  <a:pt x="113373" y="15616"/>
                </a:lnTo>
                <a:lnTo>
                  <a:pt x="6997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069874" y="4564517"/>
            <a:ext cx="145843" cy="130005"/>
          </a:xfrm>
          <a:custGeom>
            <a:avLst/>
            <a:gdLst/>
            <a:ahLst/>
            <a:cxnLst/>
            <a:rect l="l" t="t" r="r" b="b"/>
            <a:pathLst>
              <a:path w="145843" h="130005">
                <a:moveTo>
                  <a:pt x="72313" y="0"/>
                </a:moveTo>
                <a:lnTo>
                  <a:pt x="15667" y="15616"/>
                </a:lnTo>
                <a:lnTo>
                  <a:pt x="0" y="68653"/>
                </a:lnTo>
                <a:lnTo>
                  <a:pt x="15667" y="108405"/>
                </a:lnTo>
                <a:lnTo>
                  <a:pt x="61473" y="130005"/>
                </a:lnTo>
                <a:lnTo>
                  <a:pt x="114498" y="111954"/>
                </a:lnTo>
                <a:lnTo>
                  <a:pt x="145843" y="66219"/>
                </a:lnTo>
                <a:lnTo>
                  <a:pt x="114498" y="15616"/>
                </a:lnTo>
                <a:lnTo>
                  <a:pt x="723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838845" y="5012437"/>
            <a:ext cx="507441" cy="462421"/>
          </a:xfrm>
          <a:custGeom>
            <a:avLst/>
            <a:gdLst/>
            <a:ahLst/>
            <a:cxnLst/>
            <a:rect l="l" t="t" r="r" b="b"/>
            <a:pathLst>
              <a:path w="507441" h="462421">
                <a:moveTo>
                  <a:pt x="239828" y="0"/>
                </a:moveTo>
                <a:lnTo>
                  <a:pt x="0" y="462421"/>
                </a:lnTo>
                <a:lnTo>
                  <a:pt x="507441" y="458770"/>
                </a:lnTo>
                <a:lnTo>
                  <a:pt x="501357" y="407052"/>
                </a:lnTo>
                <a:lnTo>
                  <a:pt x="101204" y="397418"/>
                </a:lnTo>
                <a:lnTo>
                  <a:pt x="300064" y="59019"/>
                </a:lnTo>
                <a:lnTo>
                  <a:pt x="23982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512212" y="4796945"/>
            <a:ext cx="560477" cy="425001"/>
          </a:xfrm>
          <a:custGeom>
            <a:avLst/>
            <a:gdLst/>
            <a:ahLst/>
            <a:cxnLst/>
            <a:rect l="l" t="t" r="r" b="b"/>
            <a:pathLst>
              <a:path w="560477" h="425001">
                <a:moveTo>
                  <a:pt x="149474" y="0"/>
                </a:moveTo>
                <a:lnTo>
                  <a:pt x="0" y="400967"/>
                </a:lnTo>
                <a:lnTo>
                  <a:pt x="39751" y="425001"/>
                </a:lnTo>
                <a:lnTo>
                  <a:pt x="226801" y="341948"/>
                </a:lnTo>
                <a:lnTo>
                  <a:pt x="95221" y="341948"/>
                </a:lnTo>
                <a:lnTo>
                  <a:pt x="215693" y="27684"/>
                </a:lnTo>
                <a:lnTo>
                  <a:pt x="149474" y="0"/>
                </a:lnTo>
                <a:close/>
              </a:path>
              <a:path w="560477" h="425001">
                <a:moveTo>
                  <a:pt x="495374" y="156472"/>
                </a:moveTo>
                <a:lnTo>
                  <a:pt x="95221" y="341948"/>
                </a:lnTo>
                <a:lnTo>
                  <a:pt x="226801" y="341948"/>
                </a:lnTo>
                <a:lnTo>
                  <a:pt x="560477" y="193790"/>
                </a:lnTo>
                <a:lnTo>
                  <a:pt x="495374" y="1564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080725" y="4027460"/>
            <a:ext cx="591812" cy="899489"/>
          </a:xfrm>
          <a:custGeom>
            <a:avLst/>
            <a:gdLst/>
            <a:ahLst/>
            <a:cxnLst/>
            <a:rect l="l" t="t" r="r" b="b"/>
            <a:pathLst>
              <a:path w="591812" h="899489">
                <a:moveTo>
                  <a:pt x="203727" y="255244"/>
                </a:moveTo>
                <a:lnTo>
                  <a:pt x="0" y="255244"/>
                </a:lnTo>
                <a:lnTo>
                  <a:pt x="24104" y="344381"/>
                </a:lnTo>
                <a:lnTo>
                  <a:pt x="86774" y="427435"/>
                </a:lnTo>
                <a:lnTo>
                  <a:pt x="178375" y="526206"/>
                </a:lnTo>
                <a:lnTo>
                  <a:pt x="259095" y="573158"/>
                </a:lnTo>
                <a:lnTo>
                  <a:pt x="137396" y="716448"/>
                </a:lnTo>
                <a:lnTo>
                  <a:pt x="39771" y="899489"/>
                </a:lnTo>
                <a:lnTo>
                  <a:pt x="163874" y="897056"/>
                </a:lnTo>
                <a:lnTo>
                  <a:pt x="313348" y="874239"/>
                </a:lnTo>
                <a:lnTo>
                  <a:pt x="439904" y="824853"/>
                </a:lnTo>
                <a:lnTo>
                  <a:pt x="144627" y="824853"/>
                </a:lnTo>
                <a:lnTo>
                  <a:pt x="413437" y="557541"/>
                </a:lnTo>
                <a:lnTo>
                  <a:pt x="230194" y="486454"/>
                </a:lnTo>
                <a:lnTo>
                  <a:pt x="89187" y="328663"/>
                </a:lnTo>
                <a:lnTo>
                  <a:pt x="251895" y="320246"/>
                </a:lnTo>
                <a:lnTo>
                  <a:pt x="430378" y="320246"/>
                </a:lnTo>
                <a:lnTo>
                  <a:pt x="397432" y="282928"/>
                </a:lnTo>
                <a:lnTo>
                  <a:pt x="329066" y="282928"/>
                </a:lnTo>
                <a:lnTo>
                  <a:pt x="203727" y="255244"/>
                </a:lnTo>
                <a:close/>
              </a:path>
              <a:path w="591812" h="899489">
                <a:moveTo>
                  <a:pt x="535125" y="727299"/>
                </a:moveTo>
                <a:lnTo>
                  <a:pt x="366384" y="804369"/>
                </a:lnTo>
                <a:lnTo>
                  <a:pt x="144627" y="824853"/>
                </a:lnTo>
                <a:lnTo>
                  <a:pt x="439904" y="824853"/>
                </a:lnTo>
                <a:lnTo>
                  <a:pt x="566460" y="775467"/>
                </a:lnTo>
                <a:lnTo>
                  <a:pt x="535125" y="727299"/>
                </a:lnTo>
                <a:close/>
              </a:path>
              <a:path w="591812" h="899489">
                <a:moveTo>
                  <a:pt x="430378" y="320246"/>
                </a:moveTo>
                <a:lnTo>
                  <a:pt x="251895" y="320246"/>
                </a:lnTo>
                <a:lnTo>
                  <a:pt x="384434" y="366083"/>
                </a:lnTo>
                <a:lnTo>
                  <a:pt x="467690" y="443153"/>
                </a:lnTo>
                <a:lnTo>
                  <a:pt x="503791" y="403401"/>
                </a:lnTo>
                <a:lnTo>
                  <a:pt x="430378" y="320246"/>
                </a:lnTo>
                <a:close/>
              </a:path>
              <a:path w="591812" h="899489">
                <a:moveTo>
                  <a:pt x="307365" y="0"/>
                </a:moveTo>
                <a:lnTo>
                  <a:pt x="236278" y="18050"/>
                </a:lnTo>
                <a:lnTo>
                  <a:pt x="251895" y="132438"/>
                </a:lnTo>
                <a:lnTo>
                  <a:pt x="329066" y="282928"/>
                </a:lnTo>
                <a:lnTo>
                  <a:pt x="397432" y="282928"/>
                </a:lnTo>
                <a:lnTo>
                  <a:pt x="386868" y="270962"/>
                </a:lnTo>
                <a:lnTo>
                  <a:pt x="336266" y="101103"/>
                </a:lnTo>
                <a:lnTo>
                  <a:pt x="510767" y="101103"/>
                </a:lnTo>
                <a:lnTo>
                  <a:pt x="490506" y="81836"/>
                </a:lnTo>
                <a:lnTo>
                  <a:pt x="307365" y="0"/>
                </a:lnTo>
                <a:close/>
              </a:path>
              <a:path w="591812" h="899489">
                <a:moveTo>
                  <a:pt x="510767" y="101103"/>
                </a:moveTo>
                <a:lnTo>
                  <a:pt x="336266" y="101103"/>
                </a:lnTo>
                <a:lnTo>
                  <a:pt x="421854" y="107188"/>
                </a:lnTo>
                <a:lnTo>
                  <a:pt x="514641" y="190241"/>
                </a:lnTo>
                <a:lnTo>
                  <a:pt x="591812" y="178174"/>
                </a:lnTo>
                <a:lnTo>
                  <a:pt x="510767" y="10110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2275099" y="4193566"/>
            <a:ext cx="748486" cy="476922"/>
          </a:xfrm>
          <a:custGeom>
            <a:avLst/>
            <a:gdLst/>
            <a:ahLst/>
            <a:cxnLst/>
            <a:rect l="l" t="t" r="r" b="b"/>
            <a:pathLst>
              <a:path w="748486" h="476922">
                <a:moveTo>
                  <a:pt x="48269" y="0"/>
                </a:moveTo>
                <a:lnTo>
                  <a:pt x="0" y="109622"/>
                </a:lnTo>
                <a:lnTo>
                  <a:pt x="372468" y="202309"/>
                </a:lnTo>
                <a:lnTo>
                  <a:pt x="671417" y="476922"/>
                </a:lnTo>
                <a:lnTo>
                  <a:pt x="483306" y="159007"/>
                </a:lnTo>
                <a:lnTo>
                  <a:pt x="646018" y="71087"/>
                </a:lnTo>
                <a:lnTo>
                  <a:pt x="415871" y="71087"/>
                </a:lnTo>
                <a:lnTo>
                  <a:pt x="48269" y="0"/>
                </a:lnTo>
                <a:close/>
              </a:path>
              <a:path w="748486" h="476922">
                <a:moveTo>
                  <a:pt x="748486" y="15718"/>
                </a:moveTo>
                <a:lnTo>
                  <a:pt x="415871" y="71087"/>
                </a:lnTo>
                <a:lnTo>
                  <a:pt x="646018" y="71087"/>
                </a:lnTo>
                <a:lnTo>
                  <a:pt x="748486" y="1571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54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5454" y="551941"/>
            <a:ext cx="5944870" cy="5441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ts val="4285"/>
              </a:lnSpc>
              <a:tabLst>
                <a:tab pos="3797300" algn="l"/>
              </a:tabLst>
            </a:pPr>
            <a:r>
              <a:rPr sz="3600" b="1" i="1" dirty="0" smtClean="0">
                <a:solidFill>
                  <a:srgbClr val="0000FF"/>
                </a:solidFill>
                <a:latin typeface="Arial"/>
                <a:cs typeface="Arial"/>
              </a:rPr>
              <a:t>if </a:t>
            </a: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Statem</a:t>
            </a:r>
            <a:r>
              <a:rPr sz="3600" b="1" spc="5" dirty="0" smtClean="0">
                <a:solidFill>
                  <a:srgbClr val="000066"/>
                </a:solidFill>
                <a:latin typeface="Arial"/>
                <a:cs typeface="Arial"/>
              </a:rPr>
              <a:t>e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nts</a:t>
            </a:r>
            <a:r>
              <a:rPr sz="3600" b="1" spc="-20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(as	expected)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5578" y="1294510"/>
            <a:ext cx="1392555" cy="2895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FF9933"/>
                </a:solidFill>
                <a:latin typeface="Courier New"/>
                <a:cs typeface="Courier New"/>
              </a:rPr>
              <a:t>if</a:t>
            </a:r>
            <a:r>
              <a:rPr sz="1800" b="1" spc="-15" dirty="0" smtClean="0">
                <a:solidFill>
                  <a:srgbClr val="FF9933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x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==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3: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5578" y="1596263"/>
            <a:ext cx="1277620" cy="15093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579120">
              <a:lnSpc>
                <a:spcPct val="100000"/>
              </a:lnSpc>
            </a:pPr>
            <a:r>
              <a:rPr sz="1800" b="1" dirty="0" smtClean="0">
                <a:solidFill>
                  <a:srgbClr val="FF9933"/>
                </a:solidFill>
                <a:latin typeface="Courier New"/>
                <a:cs typeface="Courier New"/>
              </a:rPr>
              <a:t>pr</a:t>
            </a:r>
            <a:r>
              <a:rPr sz="1800" b="1" spc="-20" dirty="0" smtClean="0">
                <a:solidFill>
                  <a:srgbClr val="FF9933"/>
                </a:solidFill>
                <a:latin typeface="Courier New"/>
                <a:cs typeface="Courier New"/>
              </a:rPr>
              <a:t>i</a:t>
            </a:r>
            <a:r>
              <a:rPr sz="1800" b="1" spc="0" dirty="0" smtClean="0">
                <a:solidFill>
                  <a:srgbClr val="FF9933"/>
                </a:solidFill>
                <a:latin typeface="Courier New"/>
                <a:cs typeface="Courier New"/>
              </a:rPr>
              <a:t>nt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dirty="0" smtClean="0">
                <a:solidFill>
                  <a:srgbClr val="FF9933"/>
                </a:solidFill>
                <a:latin typeface="Courier New"/>
                <a:cs typeface="Courier New"/>
              </a:rPr>
              <a:t>el</a:t>
            </a:r>
            <a:r>
              <a:rPr sz="1800" b="1" spc="-15" dirty="0" smtClean="0">
                <a:solidFill>
                  <a:srgbClr val="FF9933"/>
                </a:solidFill>
                <a:latin typeface="Courier New"/>
                <a:cs typeface="Courier New"/>
              </a:rPr>
              <a:t>i</a:t>
            </a:r>
            <a:r>
              <a:rPr sz="1800" b="1" spc="0" dirty="0" smtClean="0">
                <a:solidFill>
                  <a:srgbClr val="FF9933"/>
                </a:solidFill>
                <a:latin typeface="Courier New"/>
                <a:cs typeface="Courier New"/>
              </a:rPr>
              <a:t>f</a:t>
            </a:r>
            <a:r>
              <a:rPr sz="1800" b="1" spc="-15" dirty="0" smtClean="0">
                <a:solidFill>
                  <a:srgbClr val="FF9933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x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=</a:t>
            </a:r>
            <a:r>
              <a:rPr sz="1800" b="1" spc="0" dirty="0" smtClean="0">
                <a:latin typeface="Courier New"/>
                <a:cs typeface="Courier New"/>
              </a:rPr>
              <a:t>=</a:t>
            </a:r>
            <a:endParaRPr sz="1800">
              <a:latin typeface="Courier New"/>
              <a:cs typeface="Courier New"/>
            </a:endParaRPr>
          </a:p>
          <a:p>
            <a:pPr marL="12700" marR="12700" indent="566420">
              <a:lnSpc>
                <a:spcPct val="110000"/>
              </a:lnSpc>
            </a:pPr>
            <a:r>
              <a:rPr sz="1800" b="1" dirty="0" smtClean="0">
                <a:solidFill>
                  <a:srgbClr val="FF9933"/>
                </a:solidFill>
                <a:latin typeface="Courier New"/>
                <a:cs typeface="Courier New"/>
              </a:rPr>
              <a:t>pr</a:t>
            </a:r>
            <a:r>
              <a:rPr sz="1800" b="1" spc="-15" dirty="0" smtClean="0">
                <a:solidFill>
                  <a:srgbClr val="FF9933"/>
                </a:solidFill>
                <a:latin typeface="Courier New"/>
                <a:cs typeface="Courier New"/>
              </a:rPr>
              <a:t>i</a:t>
            </a:r>
            <a:r>
              <a:rPr sz="1800" b="1" spc="0" dirty="0" smtClean="0">
                <a:solidFill>
                  <a:srgbClr val="FF9933"/>
                </a:solidFill>
                <a:latin typeface="Courier New"/>
                <a:cs typeface="Courier New"/>
              </a:rPr>
              <a:t>nt el</a:t>
            </a:r>
            <a:r>
              <a:rPr sz="1800" b="1" spc="-15" dirty="0" smtClean="0">
                <a:solidFill>
                  <a:srgbClr val="FF9933"/>
                </a:solidFill>
                <a:latin typeface="Courier New"/>
                <a:cs typeface="Courier New"/>
              </a:rPr>
              <a:t>s</a:t>
            </a:r>
            <a:r>
              <a:rPr sz="1800" b="1" spc="0" dirty="0" smtClean="0">
                <a:solidFill>
                  <a:srgbClr val="FF9933"/>
                </a:solidFill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:</a:t>
            </a:r>
            <a:endParaRPr sz="1800">
              <a:latin typeface="Courier New"/>
              <a:cs typeface="Courier New"/>
            </a:endParaRPr>
          </a:p>
          <a:p>
            <a:pPr marL="579120">
              <a:lnSpc>
                <a:spcPct val="100000"/>
              </a:lnSpc>
              <a:spcBef>
                <a:spcPts val="215"/>
              </a:spcBef>
            </a:pPr>
            <a:r>
              <a:rPr sz="1800" b="1" dirty="0" smtClean="0">
                <a:solidFill>
                  <a:srgbClr val="FF9933"/>
                </a:solidFill>
                <a:latin typeface="Courier New"/>
                <a:cs typeface="Courier New"/>
              </a:rPr>
              <a:t>pr</a:t>
            </a:r>
            <a:r>
              <a:rPr sz="1800" b="1" spc="-15" dirty="0" smtClean="0">
                <a:solidFill>
                  <a:srgbClr val="FF9933"/>
                </a:solidFill>
                <a:latin typeface="Courier New"/>
                <a:cs typeface="Courier New"/>
              </a:rPr>
              <a:t>i</a:t>
            </a:r>
            <a:r>
              <a:rPr sz="1800" b="1" spc="0" dirty="0" smtClean="0">
                <a:solidFill>
                  <a:srgbClr val="FF9933"/>
                </a:solidFill>
                <a:latin typeface="Courier New"/>
                <a:cs typeface="Courier New"/>
              </a:rPr>
              <a:t>nt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60904" y="1596263"/>
            <a:ext cx="1823720" cy="90614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3655">
              <a:lnSpc>
                <a:spcPct val="100000"/>
              </a:lnSpc>
            </a:pPr>
            <a:r>
              <a:rPr sz="1800" b="1" dirty="0" smtClean="0">
                <a:solidFill>
                  <a:srgbClr val="008000"/>
                </a:solidFill>
                <a:latin typeface="Courier New"/>
                <a:cs typeface="Courier New"/>
              </a:rPr>
              <a:t>"X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 eq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ua</a:t>
            </a:r>
            <a:r>
              <a:rPr sz="1800" b="1" spc="-20" dirty="0" smtClean="0">
                <a:solidFill>
                  <a:srgbClr val="008000"/>
                </a:solidFill>
                <a:latin typeface="Courier New"/>
                <a:cs typeface="Courier New"/>
              </a:rPr>
              <a:t>l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s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3."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spc="-15" dirty="0" smtClean="0">
                <a:latin typeface="Courier New"/>
                <a:cs typeface="Courier New"/>
              </a:rPr>
              <a:t>2</a:t>
            </a:r>
            <a:r>
              <a:rPr sz="1800" b="1" spc="0" dirty="0" smtClean="0">
                <a:latin typeface="Courier New"/>
                <a:cs typeface="Courier New"/>
              </a:rPr>
              <a:t>:</a:t>
            </a:r>
            <a:endParaRPr sz="1800">
              <a:latin typeface="Courier New"/>
              <a:cs typeface="Courier New"/>
            </a:endParaRPr>
          </a:p>
          <a:p>
            <a:pPr marL="33655">
              <a:lnSpc>
                <a:spcPct val="100000"/>
              </a:lnSpc>
              <a:spcBef>
                <a:spcPts val="215"/>
              </a:spcBef>
            </a:pPr>
            <a:r>
              <a:rPr sz="1800" b="1" dirty="0" smtClean="0">
                <a:solidFill>
                  <a:srgbClr val="008000"/>
                </a:solidFill>
                <a:latin typeface="Courier New"/>
                <a:cs typeface="Courier New"/>
              </a:rPr>
              <a:t>"X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 eq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ua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l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s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2."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82392" y="2803525"/>
            <a:ext cx="3574415" cy="302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008000"/>
                </a:solidFill>
                <a:latin typeface="Courier New"/>
                <a:cs typeface="Courier New"/>
              </a:rPr>
              <a:t>"X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 eq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ua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l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s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so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m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e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th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ing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 e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ls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e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."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5578" y="3105658"/>
            <a:ext cx="4529455" cy="302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FF9933"/>
                </a:solidFill>
                <a:latin typeface="Courier New"/>
                <a:cs typeface="Courier New"/>
              </a:rPr>
              <a:t>pr</a:t>
            </a:r>
            <a:r>
              <a:rPr sz="1800" b="1" spc="-15" dirty="0" smtClean="0">
                <a:solidFill>
                  <a:srgbClr val="FF9933"/>
                </a:solidFill>
                <a:latin typeface="Courier New"/>
                <a:cs typeface="Courier New"/>
              </a:rPr>
              <a:t>i</a:t>
            </a:r>
            <a:r>
              <a:rPr sz="1800" b="1" spc="0" dirty="0" smtClean="0">
                <a:solidFill>
                  <a:srgbClr val="FF9933"/>
                </a:solidFill>
                <a:latin typeface="Courier New"/>
                <a:cs typeface="Courier New"/>
              </a:rPr>
              <a:t>nt</a:t>
            </a:r>
            <a:r>
              <a:rPr sz="1800" b="1" spc="-15" dirty="0" smtClean="0">
                <a:solidFill>
                  <a:srgbClr val="FF9933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"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T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h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i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s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is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 o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ut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s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i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d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e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t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h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e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‘i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f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’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.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"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5454" y="4065778"/>
            <a:ext cx="5205095" cy="118618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 smtClean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te:</a:t>
            </a:r>
            <a:endParaRPr sz="2400">
              <a:latin typeface="Arial"/>
              <a:cs typeface="Arial"/>
            </a:endParaRPr>
          </a:p>
          <a:p>
            <a:pPr marL="250190" indent="-238125">
              <a:lnSpc>
                <a:spcPct val="100000"/>
              </a:lnSpc>
              <a:spcBef>
                <a:spcPts val="90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250190" algn="l"/>
              </a:tabLst>
            </a:pP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400" b="1" spc="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of inde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tation</a:t>
            </a:r>
            <a:r>
              <a:rPr sz="2400" b="1" spc="-3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for blocks</a:t>
            </a:r>
            <a:endParaRPr sz="2400">
              <a:latin typeface="Arial"/>
              <a:cs typeface="Arial"/>
            </a:endParaRPr>
          </a:p>
          <a:p>
            <a:pPr marL="250190" indent="-238125">
              <a:lnSpc>
                <a:spcPts val="3180"/>
              </a:lnSpc>
              <a:buClr>
                <a:srgbClr val="FF0000"/>
              </a:buClr>
              <a:buSzPct val="108333"/>
              <a:buFont typeface="Wingdings"/>
              <a:buChar char=""/>
              <a:tabLst>
                <a:tab pos="250190" algn="l"/>
              </a:tabLst>
            </a:pPr>
            <a:r>
              <a:rPr sz="2400" b="1" dirty="0" smtClean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lon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(</a:t>
            </a:r>
            <a:r>
              <a:rPr sz="24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: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)</a:t>
            </a:r>
            <a:r>
              <a:rPr sz="24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after</a:t>
            </a:r>
            <a:r>
              <a:rPr sz="2400" b="1" spc="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boolean</a:t>
            </a:r>
            <a:r>
              <a:rPr sz="2400" b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expres</a:t>
            </a:r>
            <a:r>
              <a:rPr sz="2400" b="1" spc="-10" dirty="0" smtClean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400" b="1" spc="0" dirty="0" smtClean="0">
                <a:solidFill>
                  <a:srgbClr val="C00000"/>
                </a:solidFill>
                <a:latin typeface="Arial"/>
                <a:cs typeface="Arial"/>
              </a:rPr>
              <a:t>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5454" y="551941"/>
            <a:ext cx="5716270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3568700" algn="l"/>
              </a:tabLst>
            </a:pPr>
            <a:r>
              <a:rPr sz="3600" b="1" i="1" dirty="0" smtClean="0">
                <a:solidFill>
                  <a:srgbClr val="0000FF"/>
                </a:solidFill>
                <a:latin typeface="Arial"/>
                <a:cs typeface="Arial"/>
              </a:rPr>
              <a:t>wh</a:t>
            </a:r>
            <a:r>
              <a:rPr sz="3600" b="1" i="1" spc="-15" dirty="0" smtClean="0">
                <a:solidFill>
                  <a:srgbClr val="0000FF"/>
                </a:solidFill>
                <a:latin typeface="Arial"/>
                <a:cs typeface="Arial"/>
              </a:rPr>
              <a:t>i</a:t>
            </a:r>
            <a:r>
              <a:rPr sz="36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le</a:t>
            </a:r>
            <a:r>
              <a:rPr sz="3600" b="1" i="1" spc="5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Loo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p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s</a:t>
            </a:r>
            <a:r>
              <a:rPr sz="3600" b="1" spc="1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(as	expected)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85800" y="1295400"/>
            <a:ext cx="7239000" cy="3810000"/>
          </a:xfrm>
          <a:custGeom>
            <a:avLst/>
            <a:gdLst/>
            <a:ahLst/>
            <a:cxnLst/>
            <a:rect l="l" t="t" r="r" b="b"/>
            <a:pathLst>
              <a:path w="7239000" h="3810000">
                <a:moveTo>
                  <a:pt x="0" y="3810000"/>
                </a:moveTo>
                <a:lnTo>
                  <a:pt x="7239000" y="3810000"/>
                </a:lnTo>
                <a:lnTo>
                  <a:pt x="7239000" y="0"/>
                </a:lnTo>
                <a:lnTo>
                  <a:pt x="0" y="0"/>
                </a:lnTo>
                <a:lnTo>
                  <a:pt x="0" y="38100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85800" y="1295400"/>
            <a:ext cx="7239000" cy="3810000"/>
          </a:xfrm>
          <a:custGeom>
            <a:avLst/>
            <a:gdLst/>
            <a:ahLst/>
            <a:cxnLst/>
            <a:rect l="l" t="t" r="r" b="b"/>
            <a:pathLst>
              <a:path w="7239000" h="3810000">
                <a:moveTo>
                  <a:pt x="0" y="3810000"/>
                </a:moveTo>
                <a:lnTo>
                  <a:pt x="7239000" y="3810000"/>
                </a:lnTo>
                <a:lnTo>
                  <a:pt x="7239000" y="0"/>
                </a:lnTo>
                <a:lnTo>
                  <a:pt x="0" y="0"/>
                </a:lnTo>
                <a:lnTo>
                  <a:pt x="0" y="38100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65454" y="1288922"/>
            <a:ext cx="1702435" cy="10052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 smtClean="0">
                <a:solidFill>
                  <a:srgbClr val="660033"/>
                </a:solidFill>
                <a:latin typeface="Courier New"/>
                <a:cs typeface="Courier New"/>
              </a:rPr>
              <a:t>&gt;&gt;</a:t>
            </a:r>
            <a:r>
              <a:rPr sz="2000" b="1" spc="0" dirty="0" smtClean="0">
                <a:solidFill>
                  <a:srgbClr val="660033"/>
                </a:solidFill>
                <a:latin typeface="Courier New"/>
                <a:cs typeface="Courier New"/>
              </a:rPr>
              <a:t>&gt;</a:t>
            </a:r>
            <a:r>
              <a:rPr sz="2000" b="1" spc="-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x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=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5" dirty="0" smtClean="0">
                <a:solidFill>
                  <a:srgbClr val="660033"/>
                </a:solidFill>
                <a:latin typeface="Courier New"/>
                <a:cs typeface="Courier New"/>
              </a:rPr>
              <a:t>&gt;&gt;</a:t>
            </a:r>
            <a:r>
              <a:rPr sz="2000" b="1" spc="0" dirty="0" smtClean="0">
                <a:solidFill>
                  <a:srgbClr val="660033"/>
                </a:solidFill>
                <a:latin typeface="Courier New"/>
                <a:cs typeface="Courier New"/>
              </a:rPr>
              <a:t>&gt;</a:t>
            </a:r>
            <a:r>
              <a:rPr sz="2000" b="1" spc="-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FF9933"/>
                </a:solidFill>
                <a:latin typeface="Courier New"/>
                <a:cs typeface="Courier New"/>
              </a:rPr>
              <a:t>whil</a:t>
            </a:r>
            <a:r>
              <a:rPr sz="2000" b="1" spc="0" dirty="0" smtClean="0">
                <a:solidFill>
                  <a:srgbClr val="FF9933"/>
                </a:solidFill>
                <a:latin typeface="Courier New"/>
                <a:cs typeface="Courier New"/>
              </a:rPr>
              <a:t>e</a:t>
            </a:r>
            <a:r>
              <a:rPr sz="2000" b="1" spc="-5" dirty="0" smtClean="0">
                <a:solidFill>
                  <a:srgbClr val="FF9933"/>
                </a:solidFill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x</a:t>
            </a:r>
            <a:endParaRPr sz="20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240"/>
              </a:spcBef>
            </a:pPr>
            <a:r>
              <a:rPr sz="2000" b="1" spc="-5" dirty="0" smtClean="0">
                <a:solidFill>
                  <a:srgbClr val="FF9933"/>
                </a:solidFill>
                <a:latin typeface="Courier New"/>
                <a:cs typeface="Courier New"/>
              </a:rPr>
              <a:t>print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55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84629" y="1624203"/>
            <a:ext cx="2007235" cy="10052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22300">
              <a:lnSpc>
                <a:spcPct val="100000"/>
              </a:lnSpc>
            </a:pPr>
            <a:r>
              <a:rPr sz="2000" b="1" dirty="0" smtClean="0">
                <a:latin typeface="Courier New"/>
                <a:cs typeface="Courier New"/>
              </a:rPr>
              <a:t>&lt;</a:t>
            </a:r>
            <a:r>
              <a:rPr sz="2000" b="1" spc="-5" dirty="0" smtClean="0">
                <a:latin typeface="Courier New"/>
                <a:cs typeface="Courier New"/>
              </a:rPr>
              <a:t> 5:</a:t>
            </a:r>
            <a:endParaRPr sz="2000">
              <a:latin typeface="Courier New"/>
              <a:cs typeface="Courier New"/>
            </a:endParaRPr>
          </a:p>
          <a:p>
            <a:pPr marL="622300">
              <a:lnSpc>
                <a:spcPct val="100000"/>
              </a:lnSpc>
              <a:spcBef>
                <a:spcPts val="240"/>
              </a:spcBef>
            </a:pPr>
            <a:r>
              <a:rPr sz="2000" b="1" dirty="0" smtClean="0">
                <a:latin typeface="Courier New"/>
                <a:cs typeface="Courier New"/>
              </a:rPr>
              <a:t>x,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008000"/>
                </a:solidFill>
                <a:latin typeface="Courier New"/>
                <a:cs typeface="Courier New"/>
              </a:rPr>
              <a:t>"still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dirty="0" smtClean="0">
                <a:latin typeface="Courier New"/>
                <a:cs typeface="Courier New"/>
              </a:rPr>
              <a:t>=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x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+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18610" y="1959736"/>
            <a:ext cx="1854835" cy="3346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 smtClean="0">
                <a:solidFill>
                  <a:srgbClr val="008000"/>
                </a:solidFill>
                <a:latin typeface="Courier New"/>
                <a:cs typeface="Courier New"/>
              </a:rPr>
              <a:t>i</a:t>
            </a:r>
            <a:r>
              <a:rPr sz="20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n</a:t>
            </a:r>
            <a:r>
              <a:rPr sz="2000" b="1" spc="-5" dirty="0" smtClean="0">
                <a:solidFill>
                  <a:srgbClr val="008000"/>
                </a:solidFill>
                <a:latin typeface="Courier New"/>
                <a:cs typeface="Courier New"/>
              </a:rPr>
              <a:t> th</a:t>
            </a:r>
            <a:r>
              <a:rPr sz="20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e</a:t>
            </a:r>
            <a:r>
              <a:rPr sz="2000" b="1" spc="-5" dirty="0" smtClean="0">
                <a:solidFill>
                  <a:srgbClr val="008000"/>
                </a:solidFill>
                <a:latin typeface="Courier New"/>
                <a:cs typeface="Courier New"/>
              </a:rPr>
              <a:t> loop"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65454" y="2295016"/>
            <a:ext cx="1092835" cy="13404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R="12700" algn="r">
              <a:lnSpc>
                <a:spcPct val="100000"/>
              </a:lnSpc>
            </a:pPr>
            <a:r>
              <a:rPr sz="2000" b="1" dirty="0" smtClean="0">
                <a:latin typeface="Courier New"/>
                <a:cs typeface="Courier New"/>
              </a:rPr>
              <a:t>x</a:t>
            </a:r>
            <a:endParaRPr sz="2000">
              <a:latin typeface="Courier New"/>
              <a:cs typeface="Courier New"/>
            </a:endParaRPr>
          </a:p>
          <a:p>
            <a:pPr marL="317500" indent="-304800">
              <a:lnSpc>
                <a:spcPct val="100000"/>
              </a:lnSpc>
              <a:spcBef>
                <a:spcPts val="240"/>
              </a:spcBef>
              <a:buClr>
                <a:srgbClr val="0000FF"/>
              </a:buClr>
              <a:buFont typeface="Courier New"/>
              <a:buAutoNum type="arabicPlain" startAt="3"/>
              <a:tabLst>
                <a:tab pos="317500" algn="l"/>
              </a:tabLst>
            </a:pP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still</a:t>
            </a:r>
            <a:endParaRPr sz="2000">
              <a:latin typeface="Courier New"/>
              <a:cs typeface="Courier New"/>
            </a:endParaRPr>
          </a:p>
          <a:p>
            <a:pPr marL="317500" indent="-304800">
              <a:lnSpc>
                <a:spcPct val="100000"/>
              </a:lnSpc>
              <a:spcBef>
                <a:spcPts val="240"/>
              </a:spcBef>
              <a:buClr>
                <a:srgbClr val="0000FF"/>
              </a:buClr>
              <a:buFont typeface="Courier New"/>
              <a:buAutoNum type="arabicPlain" startAt="3"/>
              <a:tabLst>
                <a:tab pos="317500" algn="l"/>
              </a:tabLst>
            </a:pP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still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b="1" spc="-5" dirty="0" smtClean="0">
                <a:solidFill>
                  <a:srgbClr val="660033"/>
                </a:solidFill>
                <a:latin typeface="Courier New"/>
                <a:cs typeface="Courier New"/>
              </a:rPr>
              <a:t>&gt;&gt;</a:t>
            </a:r>
            <a:r>
              <a:rPr sz="2000" b="1" spc="0" dirty="0" smtClean="0">
                <a:solidFill>
                  <a:srgbClr val="660033"/>
                </a:solidFill>
                <a:latin typeface="Courier New"/>
                <a:cs typeface="Courier New"/>
              </a:rPr>
              <a:t>&gt;</a:t>
            </a:r>
            <a:r>
              <a:rPr sz="2000" b="1" spc="-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x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=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84629" y="2599512"/>
            <a:ext cx="1702435" cy="103631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indent="0" algn="just">
              <a:lnSpc>
                <a:spcPct val="110100"/>
              </a:lnSpc>
            </a:pP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i</a:t>
            </a:r>
            <a:r>
              <a:rPr sz="20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n</a:t>
            </a: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 th</a:t>
            </a:r>
            <a:r>
              <a:rPr sz="20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e</a:t>
            </a: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 loop i</a:t>
            </a:r>
            <a:r>
              <a:rPr sz="20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n</a:t>
            </a: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 th</a:t>
            </a:r>
            <a:r>
              <a:rPr sz="20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e</a:t>
            </a: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 loop </a:t>
            </a:r>
            <a:r>
              <a:rPr sz="2000" b="1" spc="0" dirty="0" smtClean="0">
                <a:latin typeface="Courier New"/>
                <a:cs typeface="Courier New"/>
              </a:rPr>
              <a:t>6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5454" y="3636517"/>
            <a:ext cx="3226435" cy="6699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 smtClean="0">
                <a:solidFill>
                  <a:srgbClr val="660033"/>
                </a:solidFill>
                <a:latin typeface="Courier New"/>
                <a:cs typeface="Courier New"/>
              </a:rPr>
              <a:t>&gt;&gt;</a:t>
            </a:r>
            <a:r>
              <a:rPr sz="2000" b="1" spc="0" dirty="0" smtClean="0">
                <a:solidFill>
                  <a:srgbClr val="660033"/>
                </a:solidFill>
                <a:latin typeface="Courier New"/>
                <a:cs typeface="Courier New"/>
              </a:rPr>
              <a:t>&gt;</a:t>
            </a:r>
            <a:r>
              <a:rPr sz="2000" b="1" spc="-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FF9933"/>
                </a:solidFill>
                <a:latin typeface="Courier New"/>
                <a:cs typeface="Courier New"/>
              </a:rPr>
              <a:t>whil</a:t>
            </a:r>
            <a:r>
              <a:rPr sz="2000" b="1" spc="0" dirty="0" smtClean="0">
                <a:solidFill>
                  <a:srgbClr val="FF9933"/>
                </a:solidFill>
                <a:latin typeface="Courier New"/>
                <a:cs typeface="Courier New"/>
              </a:rPr>
              <a:t>e</a:t>
            </a:r>
            <a:r>
              <a:rPr sz="2000" b="1" spc="-5" dirty="0" smtClean="0">
                <a:solidFill>
                  <a:srgbClr val="FF9933"/>
                </a:solidFill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x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&lt;</a:t>
            </a:r>
            <a:r>
              <a:rPr sz="2000" b="1" spc="-5" dirty="0" smtClean="0">
                <a:latin typeface="Courier New"/>
                <a:cs typeface="Courier New"/>
              </a:rPr>
              <a:t> 5:</a:t>
            </a:r>
            <a:endParaRPr sz="20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240"/>
              </a:spcBef>
            </a:pPr>
            <a:r>
              <a:rPr sz="2000" b="1" spc="-5" dirty="0" smtClean="0">
                <a:solidFill>
                  <a:srgbClr val="FF9933"/>
                </a:solidFill>
                <a:latin typeface="Courier New"/>
                <a:cs typeface="Courier New"/>
              </a:rPr>
              <a:t>prin</a:t>
            </a:r>
            <a:r>
              <a:rPr sz="2000" b="1" spc="0" dirty="0" smtClean="0">
                <a:solidFill>
                  <a:srgbClr val="FF9933"/>
                </a:solidFill>
                <a:latin typeface="Courier New"/>
                <a:cs typeface="Courier New"/>
              </a:rPr>
              <a:t>t</a:t>
            </a:r>
            <a:r>
              <a:rPr sz="2000" b="1" spc="-5" dirty="0" smtClean="0">
                <a:solidFill>
                  <a:srgbClr val="FF9933"/>
                </a:solidFill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x,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008000"/>
                </a:solidFill>
                <a:latin typeface="Courier New"/>
                <a:cs typeface="Courier New"/>
              </a:rPr>
              <a:t>"still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18610" y="3971797"/>
            <a:ext cx="1854835" cy="3346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 smtClean="0">
                <a:solidFill>
                  <a:srgbClr val="008000"/>
                </a:solidFill>
                <a:latin typeface="Courier New"/>
                <a:cs typeface="Courier New"/>
              </a:rPr>
              <a:t>i</a:t>
            </a:r>
            <a:r>
              <a:rPr sz="20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n</a:t>
            </a:r>
            <a:r>
              <a:rPr sz="2000" b="1" spc="-5" dirty="0" smtClean="0">
                <a:solidFill>
                  <a:srgbClr val="008000"/>
                </a:solidFill>
                <a:latin typeface="Courier New"/>
                <a:cs typeface="Courier New"/>
              </a:rPr>
              <a:t> th</a:t>
            </a:r>
            <a:r>
              <a:rPr sz="20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e</a:t>
            </a:r>
            <a:r>
              <a:rPr sz="2000" b="1" spc="-5" dirty="0" smtClean="0">
                <a:solidFill>
                  <a:srgbClr val="008000"/>
                </a:solidFill>
                <a:latin typeface="Courier New"/>
                <a:cs typeface="Courier New"/>
              </a:rPr>
              <a:t> loop"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5454" y="4642611"/>
            <a:ext cx="483234" cy="3346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56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32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600" b="1" i="1" dirty="0" smtClean="0">
                <a:solidFill>
                  <a:srgbClr val="C00000"/>
                </a:solidFill>
                <a:latin typeface="Arial"/>
                <a:cs typeface="Arial"/>
              </a:rPr>
              <a:t>break</a:t>
            </a:r>
            <a:r>
              <a:rPr sz="3600" b="1" i="1" spc="-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sz="3600" b="1" spc="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conti</a:t>
            </a:r>
            <a:r>
              <a:rPr sz="3600" b="1" i="1" spc="-15" dirty="0" smtClean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36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ue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530984"/>
            <a:ext cx="7324725" cy="23831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latin typeface="Arial"/>
                <a:cs typeface="Arial"/>
              </a:rPr>
              <a:t>Y</a:t>
            </a:r>
            <a:r>
              <a:rPr sz="2400" b="1" spc="-10" dirty="0" smtClean="0">
                <a:latin typeface="Arial"/>
                <a:cs typeface="Arial"/>
              </a:rPr>
              <a:t>o</a:t>
            </a:r>
            <a:r>
              <a:rPr sz="2400" b="1" spc="0" dirty="0" smtClean="0">
                <a:latin typeface="Arial"/>
                <a:cs typeface="Arial"/>
              </a:rPr>
              <a:t>u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c</a:t>
            </a:r>
            <a:r>
              <a:rPr sz="2400" b="1" spc="-10" dirty="0" smtClean="0">
                <a:latin typeface="Arial"/>
                <a:cs typeface="Arial"/>
              </a:rPr>
              <a:t>a</a:t>
            </a:r>
            <a:r>
              <a:rPr sz="2400" b="1" spc="0" dirty="0" smtClean="0">
                <a:latin typeface="Arial"/>
                <a:cs typeface="Arial"/>
              </a:rPr>
              <a:t>n u</a:t>
            </a:r>
            <a:r>
              <a:rPr sz="2400" b="1" spc="-10" dirty="0" smtClean="0">
                <a:latin typeface="Arial"/>
                <a:cs typeface="Arial"/>
              </a:rPr>
              <a:t>s</a:t>
            </a:r>
            <a:r>
              <a:rPr sz="2400" b="1" spc="0" dirty="0" smtClean="0">
                <a:latin typeface="Arial"/>
                <a:cs typeface="Arial"/>
              </a:rPr>
              <a:t>e the ke</a:t>
            </a:r>
            <a:r>
              <a:rPr sz="2400" b="1" spc="-35" dirty="0" smtClean="0">
                <a:latin typeface="Arial"/>
                <a:cs typeface="Arial"/>
              </a:rPr>
              <a:t>y</a:t>
            </a:r>
            <a:r>
              <a:rPr sz="2400" b="1" spc="20" dirty="0" smtClean="0">
                <a:latin typeface="Arial"/>
                <a:cs typeface="Arial"/>
              </a:rPr>
              <a:t>w</a:t>
            </a:r>
            <a:r>
              <a:rPr sz="2400" b="1" spc="0" dirty="0" smtClean="0">
                <a:latin typeface="Arial"/>
                <a:cs typeface="Arial"/>
              </a:rPr>
              <a:t>ord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bre</a:t>
            </a:r>
            <a:r>
              <a:rPr sz="2400" b="1" i="1" spc="-10" dirty="0" smtClean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4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k</a:t>
            </a:r>
            <a:r>
              <a:rPr sz="2400" b="1" i="1" spc="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inside</a:t>
            </a:r>
            <a:r>
              <a:rPr sz="2400" b="1" spc="-3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 loop</a:t>
            </a:r>
            <a:r>
              <a:rPr sz="2400" b="1" spc="-3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to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ts val="2830"/>
              </a:lnSpc>
            </a:pPr>
            <a:r>
              <a:rPr sz="2400" b="1" dirty="0" smtClean="0">
                <a:latin typeface="Arial"/>
                <a:cs typeface="Arial"/>
              </a:rPr>
              <a:t>leave the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whi</a:t>
            </a:r>
            <a:r>
              <a:rPr sz="2400" b="1" i="1" spc="10" dirty="0" smtClean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24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400" b="1" i="1" spc="-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loop</a:t>
            </a:r>
            <a:r>
              <a:rPr sz="2400" b="1" spc="-2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entirel</a:t>
            </a:r>
            <a:r>
              <a:rPr sz="2400" b="1" spc="-25" dirty="0" smtClean="0">
                <a:latin typeface="Arial"/>
                <a:cs typeface="Arial"/>
              </a:rPr>
              <a:t>y</a:t>
            </a:r>
            <a:r>
              <a:rPr sz="2400" b="1" spc="0" dirty="0" smtClean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800"/>
              </a:lnSpc>
              <a:spcBef>
                <a:spcPts val="4"/>
              </a:spcBef>
            </a:pPr>
            <a:endParaRPr sz="8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355600" marR="12700" indent="-342900">
              <a:lnSpc>
                <a:spcPct val="993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latin typeface="Arial"/>
                <a:cs typeface="Arial"/>
              </a:rPr>
              <a:t>Y</a:t>
            </a:r>
            <a:r>
              <a:rPr sz="2400" b="1" spc="-10" dirty="0" smtClean="0">
                <a:latin typeface="Arial"/>
                <a:cs typeface="Arial"/>
              </a:rPr>
              <a:t>o</a:t>
            </a:r>
            <a:r>
              <a:rPr sz="2400" b="1" spc="0" dirty="0" smtClean="0">
                <a:latin typeface="Arial"/>
                <a:cs typeface="Arial"/>
              </a:rPr>
              <a:t>u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c</a:t>
            </a:r>
            <a:r>
              <a:rPr sz="2400" b="1" spc="-10" dirty="0" smtClean="0">
                <a:latin typeface="Arial"/>
                <a:cs typeface="Arial"/>
              </a:rPr>
              <a:t>a</a:t>
            </a:r>
            <a:r>
              <a:rPr sz="2400" b="1" spc="0" dirty="0" smtClean="0">
                <a:latin typeface="Arial"/>
                <a:cs typeface="Arial"/>
              </a:rPr>
              <a:t>n u</a:t>
            </a:r>
            <a:r>
              <a:rPr sz="2400" b="1" spc="-10" dirty="0" smtClean="0">
                <a:latin typeface="Arial"/>
                <a:cs typeface="Arial"/>
              </a:rPr>
              <a:t>s</a:t>
            </a:r>
            <a:r>
              <a:rPr sz="2400" b="1" spc="0" dirty="0" smtClean="0">
                <a:latin typeface="Arial"/>
                <a:cs typeface="Arial"/>
              </a:rPr>
              <a:t>e the ke</a:t>
            </a:r>
            <a:r>
              <a:rPr sz="2400" b="1" spc="-35" dirty="0" smtClean="0">
                <a:latin typeface="Arial"/>
                <a:cs typeface="Arial"/>
              </a:rPr>
              <a:t>y</a:t>
            </a:r>
            <a:r>
              <a:rPr sz="2400" b="1" spc="20" dirty="0" smtClean="0">
                <a:latin typeface="Arial"/>
                <a:cs typeface="Arial"/>
              </a:rPr>
              <a:t>w</a:t>
            </a:r>
            <a:r>
              <a:rPr sz="2400" b="1" spc="0" dirty="0" smtClean="0">
                <a:latin typeface="Arial"/>
                <a:cs typeface="Arial"/>
              </a:rPr>
              <a:t>ord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2400" b="1" i="1" spc="-10" dirty="0" smtClean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4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ntinue</a:t>
            </a:r>
            <a:r>
              <a:rPr sz="2400" b="1" i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inside</a:t>
            </a:r>
            <a:r>
              <a:rPr sz="2400" b="1" spc="-2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 loop to stop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proc</a:t>
            </a:r>
            <a:r>
              <a:rPr sz="2400" b="1" spc="-10" dirty="0" smtClean="0">
                <a:latin typeface="Arial"/>
                <a:cs typeface="Arial"/>
              </a:rPr>
              <a:t>e</a:t>
            </a:r>
            <a:r>
              <a:rPr sz="2400" b="1" spc="0" dirty="0" smtClean="0">
                <a:latin typeface="Arial"/>
                <a:cs typeface="Arial"/>
              </a:rPr>
              <a:t>ssing the </a:t>
            </a:r>
            <a:r>
              <a:rPr sz="2400" b="1" spc="-10" dirty="0" smtClean="0">
                <a:latin typeface="Arial"/>
                <a:cs typeface="Arial"/>
              </a:rPr>
              <a:t>c</a:t>
            </a:r>
            <a:r>
              <a:rPr sz="2400" b="1" spc="0" dirty="0" smtClean="0">
                <a:latin typeface="Arial"/>
                <a:cs typeface="Arial"/>
              </a:rPr>
              <a:t>urrent i</a:t>
            </a:r>
            <a:r>
              <a:rPr sz="2400" b="1" spc="5" dirty="0" smtClean="0">
                <a:latin typeface="Arial"/>
                <a:cs typeface="Arial"/>
              </a:rPr>
              <a:t>t</a:t>
            </a:r>
            <a:r>
              <a:rPr sz="2400" b="1" spc="0" dirty="0" smtClean="0">
                <a:latin typeface="Arial"/>
                <a:cs typeface="Arial"/>
              </a:rPr>
              <a:t>eration</a:t>
            </a:r>
            <a:r>
              <a:rPr sz="2400" b="1" spc="-4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of the loop</a:t>
            </a:r>
            <a:r>
              <a:rPr sz="2400" b="1" spc="-2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and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immediately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go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on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to the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ne</a:t>
            </a:r>
            <a:r>
              <a:rPr sz="2400" b="1" spc="-10" dirty="0" smtClean="0">
                <a:latin typeface="Arial"/>
                <a:cs typeface="Arial"/>
              </a:rPr>
              <a:t>x</a:t>
            </a:r>
            <a:r>
              <a:rPr sz="2400" b="1" spc="0" dirty="0" smtClean="0">
                <a:latin typeface="Arial"/>
                <a:cs typeface="Arial"/>
              </a:rPr>
              <a:t>t on</a:t>
            </a:r>
            <a:r>
              <a:rPr sz="2400" b="1" spc="-10" dirty="0" smtClean="0">
                <a:latin typeface="Arial"/>
                <a:cs typeface="Arial"/>
              </a:rPr>
              <a:t>e</a:t>
            </a:r>
            <a:r>
              <a:rPr sz="2400" b="1" spc="0" dirty="0" smtClean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57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32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600" b="1" i="1" dirty="0" smtClean="0">
                <a:solidFill>
                  <a:srgbClr val="C00000"/>
                </a:solidFill>
                <a:latin typeface="Arial"/>
                <a:cs typeface="Arial"/>
              </a:rPr>
              <a:t>asse</a:t>
            </a:r>
            <a:r>
              <a:rPr sz="3600" b="1" i="1" spc="10" dirty="0" smtClean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36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302384"/>
            <a:ext cx="7592695" cy="344995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latin typeface="Arial"/>
                <a:cs typeface="Arial"/>
              </a:rPr>
              <a:t>An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400" b="1" i="1" spc="-10" dirty="0" smtClean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4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400" b="1" i="1" spc="-10" dirty="0" smtClean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4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rt</a:t>
            </a:r>
            <a:r>
              <a:rPr sz="2400" b="1" i="1" spc="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sta</a:t>
            </a:r>
            <a:r>
              <a:rPr sz="2400" b="1" spc="5" dirty="0" smtClean="0">
                <a:latin typeface="Arial"/>
                <a:cs typeface="Arial"/>
              </a:rPr>
              <a:t>t</a:t>
            </a:r>
            <a:r>
              <a:rPr sz="2400" b="1" spc="0" dirty="0" smtClean="0">
                <a:latin typeface="Arial"/>
                <a:cs typeface="Arial"/>
              </a:rPr>
              <a:t>ement</a:t>
            </a:r>
            <a:r>
              <a:rPr sz="2400" b="1" spc="10" dirty="0" smtClean="0">
                <a:latin typeface="Arial"/>
                <a:cs typeface="Arial"/>
              </a:rPr>
              <a:t> </a:t>
            </a:r>
            <a:r>
              <a:rPr sz="2400" b="1" spc="25" dirty="0" smtClean="0">
                <a:latin typeface="Arial"/>
                <a:cs typeface="Arial"/>
              </a:rPr>
              <a:t>w</a:t>
            </a:r>
            <a:r>
              <a:rPr sz="2400" b="1" spc="0" dirty="0" smtClean="0">
                <a:latin typeface="Arial"/>
                <a:cs typeface="Arial"/>
              </a:rPr>
              <a:t>i</a:t>
            </a:r>
            <a:r>
              <a:rPr sz="2400" b="1" spc="-15" dirty="0" smtClean="0">
                <a:latin typeface="Arial"/>
                <a:cs typeface="Arial"/>
              </a:rPr>
              <a:t>l</a:t>
            </a:r>
            <a:r>
              <a:rPr sz="2400" b="1" spc="0" dirty="0" smtClean="0">
                <a:latin typeface="Arial"/>
                <a:cs typeface="Arial"/>
              </a:rPr>
              <a:t>l</a:t>
            </a:r>
            <a:r>
              <a:rPr sz="2400" b="1" spc="-4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check</a:t>
            </a:r>
            <a:r>
              <a:rPr sz="2400" b="1" spc="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to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make</a:t>
            </a:r>
            <a:r>
              <a:rPr sz="2400" b="1" spc="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sure </a:t>
            </a:r>
            <a:r>
              <a:rPr sz="2400" b="1" spc="5" dirty="0" smtClean="0">
                <a:latin typeface="Arial"/>
                <a:cs typeface="Arial"/>
              </a:rPr>
              <a:t>t</a:t>
            </a:r>
            <a:r>
              <a:rPr sz="2400" b="1" spc="0" dirty="0" smtClean="0">
                <a:latin typeface="Arial"/>
                <a:cs typeface="Arial"/>
              </a:rPr>
              <a:t>hat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ts val="2830"/>
              </a:lnSpc>
            </a:pPr>
            <a:r>
              <a:rPr sz="2400" b="1" dirty="0" smtClean="0">
                <a:latin typeface="Arial"/>
                <a:cs typeface="Arial"/>
              </a:rPr>
              <a:t>something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is true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during</a:t>
            </a:r>
            <a:r>
              <a:rPr sz="2400" b="1" spc="-2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the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co</a:t>
            </a:r>
            <a:r>
              <a:rPr sz="2400" b="1" spc="-10" dirty="0" smtClean="0">
                <a:latin typeface="Arial"/>
                <a:cs typeface="Arial"/>
              </a:rPr>
              <a:t>u</a:t>
            </a:r>
            <a:r>
              <a:rPr sz="2400" b="1" spc="0" dirty="0" smtClean="0">
                <a:latin typeface="Arial"/>
                <a:cs typeface="Arial"/>
              </a:rPr>
              <a:t>rse</a:t>
            </a:r>
            <a:r>
              <a:rPr sz="2400" b="1" spc="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of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 program.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84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dirty="0" smtClean="0">
                <a:latin typeface="Arial"/>
                <a:cs typeface="Arial"/>
              </a:rPr>
              <a:t>If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the</a:t>
            </a:r>
            <a:r>
              <a:rPr sz="2000" spc="-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c</a:t>
            </a:r>
            <a:r>
              <a:rPr sz="2000" spc="5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ndition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if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false,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the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prog</a:t>
            </a:r>
            <a:r>
              <a:rPr sz="2000" spc="5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am</a:t>
            </a:r>
            <a:r>
              <a:rPr sz="2000" spc="-4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stops</a:t>
            </a:r>
            <a:endParaRPr sz="2000">
              <a:latin typeface="Arial"/>
              <a:cs typeface="Arial"/>
            </a:endParaRPr>
          </a:p>
          <a:p>
            <a:pPr marL="1155065" lvl="2" indent="-228600">
              <a:lnSpc>
                <a:spcPct val="100000"/>
              </a:lnSpc>
              <a:spcBef>
                <a:spcPts val="250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1155065" algn="l"/>
              </a:tabLst>
            </a:pPr>
            <a:r>
              <a:rPr sz="1800" spc="0" dirty="0" smtClean="0">
                <a:latin typeface="Arial"/>
                <a:cs typeface="Arial"/>
              </a:rPr>
              <a:t>(more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acc</a:t>
            </a:r>
            <a:r>
              <a:rPr sz="1800" spc="-10" dirty="0" smtClean="0">
                <a:latin typeface="Arial"/>
                <a:cs typeface="Arial"/>
              </a:rPr>
              <a:t>u</a:t>
            </a:r>
            <a:r>
              <a:rPr sz="1800" spc="0" dirty="0" smtClean="0">
                <a:latin typeface="Arial"/>
                <a:cs typeface="Arial"/>
              </a:rPr>
              <a:t>rat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l</a:t>
            </a:r>
            <a:r>
              <a:rPr sz="1800" spc="-30" dirty="0" smtClean="0">
                <a:latin typeface="Arial"/>
                <a:cs typeface="Arial"/>
              </a:rPr>
              <a:t>y</a:t>
            </a:r>
            <a:r>
              <a:rPr sz="1800" spc="0" dirty="0" smtClean="0">
                <a:latin typeface="Arial"/>
                <a:cs typeface="Arial"/>
              </a:rPr>
              <a:t>:</a:t>
            </a:r>
            <a:r>
              <a:rPr sz="1800" spc="4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thr</a:t>
            </a:r>
            <a:r>
              <a:rPr sz="1800" spc="-10" dirty="0" smtClean="0">
                <a:latin typeface="Arial"/>
                <a:cs typeface="Arial"/>
              </a:rPr>
              <a:t>o</a:t>
            </a:r>
            <a:r>
              <a:rPr sz="1800" spc="-40" dirty="0" smtClean="0">
                <a:latin typeface="Arial"/>
                <a:cs typeface="Arial"/>
              </a:rPr>
              <a:t>w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3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an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e</a:t>
            </a:r>
            <a:r>
              <a:rPr sz="1800" spc="-20" dirty="0" smtClean="0">
                <a:latin typeface="Arial"/>
                <a:cs typeface="Arial"/>
              </a:rPr>
              <a:t>x</a:t>
            </a:r>
            <a:r>
              <a:rPr sz="1800" spc="0" dirty="0" smtClean="0">
                <a:latin typeface="Arial"/>
                <a:cs typeface="Arial"/>
              </a:rPr>
              <a:t>ce</a:t>
            </a:r>
            <a:r>
              <a:rPr sz="1800" spc="-10" dirty="0" smtClean="0">
                <a:latin typeface="Arial"/>
                <a:cs typeface="Arial"/>
              </a:rPr>
              <a:t>p</a:t>
            </a:r>
            <a:r>
              <a:rPr sz="1800" spc="0" dirty="0" smtClean="0">
                <a:latin typeface="Arial"/>
                <a:cs typeface="Arial"/>
              </a:rPr>
              <a:t>tio</a:t>
            </a:r>
            <a:r>
              <a:rPr sz="1800" spc="-10" dirty="0" smtClean="0">
                <a:latin typeface="Arial"/>
                <a:cs typeface="Arial"/>
              </a:rPr>
              <a:t>n</a:t>
            </a:r>
            <a:r>
              <a:rPr sz="1800" spc="0" dirty="0" smtClean="0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lvl="2">
              <a:lnSpc>
                <a:spcPts val="700"/>
              </a:lnSpc>
              <a:spcBef>
                <a:spcPts val="20"/>
              </a:spcBef>
              <a:buClr>
                <a:srgbClr val="FF0000"/>
              </a:buClr>
              <a:buFont typeface="Wingdings"/>
              <a:buChar char=""/>
            </a:pPr>
            <a:endParaRPr sz="700"/>
          </a:p>
          <a:p>
            <a:pPr lvl="2"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 lvl="2"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 lvl="2"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 marL="355600">
              <a:lnSpc>
                <a:spcPct val="100000"/>
              </a:lnSpc>
            </a:pPr>
            <a:r>
              <a:rPr sz="2000" b="1" spc="-5" dirty="0" smtClean="0">
                <a:solidFill>
                  <a:srgbClr val="FF9933"/>
                </a:solidFill>
                <a:latin typeface="Courier New"/>
                <a:cs typeface="Courier New"/>
              </a:rPr>
              <a:t>assert</a:t>
            </a:r>
            <a:r>
              <a:rPr sz="2000" b="1" spc="-5" dirty="0" smtClean="0">
                <a:latin typeface="Courier New"/>
                <a:cs typeface="Courier New"/>
              </a:rPr>
              <a:t>(number_of_player</a:t>
            </a:r>
            <a:r>
              <a:rPr sz="2000" b="1" spc="0" dirty="0" smtClean="0">
                <a:latin typeface="Courier New"/>
                <a:cs typeface="Courier New"/>
              </a:rPr>
              <a:t>s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&lt;</a:t>
            </a:r>
            <a:r>
              <a:rPr sz="2000" b="1" spc="-5" dirty="0" smtClean="0">
                <a:latin typeface="Courier New"/>
                <a:cs typeface="Courier New"/>
              </a:rPr>
              <a:t> 5)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200"/>
              </a:lnSpc>
              <a:spcBef>
                <a:spcPts val="62"/>
              </a:spcBef>
            </a:pPr>
            <a:endParaRPr sz="1200"/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latin typeface="Arial"/>
                <a:cs typeface="Arial"/>
              </a:rPr>
              <a:t>Also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fo</a:t>
            </a:r>
            <a:r>
              <a:rPr sz="2400" b="1" spc="-10" dirty="0" smtClean="0">
                <a:latin typeface="Arial"/>
                <a:cs typeface="Arial"/>
              </a:rPr>
              <a:t>u</a:t>
            </a:r>
            <a:r>
              <a:rPr sz="2400" b="1" spc="0" dirty="0" smtClean="0">
                <a:latin typeface="Arial"/>
                <a:cs typeface="Arial"/>
              </a:rPr>
              <a:t>nd</a:t>
            </a:r>
            <a:r>
              <a:rPr sz="2400" b="1" spc="-3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in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J</a:t>
            </a:r>
            <a:r>
              <a:rPr sz="2400" b="1" spc="-10" dirty="0" smtClean="0">
                <a:latin typeface="Arial"/>
                <a:cs typeface="Arial"/>
              </a:rPr>
              <a:t>a</a:t>
            </a:r>
            <a:r>
              <a:rPr sz="2400" b="1" spc="0" dirty="0" smtClean="0">
                <a:latin typeface="Arial"/>
                <a:cs typeface="Arial"/>
              </a:rPr>
              <a:t>v</a:t>
            </a:r>
            <a:r>
              <a:rPr sz="2400" b="1" spc="-10" dirty="0" smtClean="0">
                <a:latin typeface="Arial"/>
                <a:cs typeface="Arial"/>
              </a:rPr>
              <a:t>a</a:t>
            </a:r>
            <a:r>
              <a:rPr sz="2400" b="1" spc="0" dirty="0" smtClean="0">
                <a:latin typeface="Arial"/>
                <a:cs typeface="Arial"/>
              </a:rPr>
              <a:t>;</a:t>
            </a:r>
            <a:r>
              <a:rPr sz="2400" b="1" spc="15" dirty="0" smtClean="0">
                <a:latin typeface="Arial"/>
                <a:cs typeface="Arial"/>
              </a:rPr>
              <a:t> </a:t>
            </a:r>
            <a:r>
              <a:rPr sz="2400" b="1" spc="20" dirty="0" smtClean="0">
                <a:latin typeface="Arial"/>
                <a:cs typeface="Arial"/>
              </a:rPr>
              <a:t>w</a:t>
            </a:r>
            <a:r>
              <a:rPr sz="2400" b="1" spc="0" dirty="0" smtClean="0">
                <a:latin typeface="Arial"/>
                <a:cs typeface="Arial"/>
              </a:rPr>
              <a:t>e</a:t>
            </a:r>
            <a:r>
              <a:rPr sz="2400" b="1" spc="-4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just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did</a:t>
            </a:r>
            <a:r>
              <a:rPr sz="2400" b="1" spc="-10" dirty="0" smtClean="0">
                <a:latin typeface="Arial"/>
                <a:cs typeface="Arial"/>
              </a:rPr>
              <a:t>n</a:t>
            </a:r>
            <a:r>
              <a:rPr sz="2400" b="1" spc="0" dirty="0" smtClean="0">
                <a:latin typeface="Arial"/>
                <a:cs typeface="Arial"/>
              </a:rPr>
              <a:t>’t</a:t>
            </a:r>
            <a:r>
              <a:rPr sz="2400" b="1" spc="-3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me</a:t>
            </a:r>
            <a:r>
              <a:rPr sz="2400" b="1" spc="-10" dirty="0" smtClean="0">
                <a:latin typeface="Arial"/>
                <a:cs typeface="Arial"/>
              </a:rPr>
              <a:t>n</a:t>
            </a:r>
            <a:r>
              <a:rPr sz="2400" b="1" spc="0" dirty="0" smtClean="0">
                <a:latin typeface="Arial"/>
                <a:cs typeface="Arial"/>
              </a:rPr>
              <a:t>tion</a:t>
            </a:r>
            <a:r>
              <a:rPr sz="2400" b="1" spc="-3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it!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5454" y="2602610"/>
            <a:ext cx="2012314" cy="4965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 smtClean="0">
                <a:solidFill>
                  <a:srgbClr val="000066"/>
                </a:solidFill>
                <a:latin typeface="Arial"/>
                <a:cs typeface="Arial"/>
              </a:rPr>
              <a:t>For</a:t>
            </a:r>
            <a:r>
              <a:rPr sz="3200" b="1" spc="-2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Loo</a:t>
            </a:r>
            <a:r>
              <a:rPr sz="3200" b="1" spc="-15" dirty="0" smtClean="0">
                <a:solidFill>
                  <a:srgbClr val="000066"/>
                </a:solidFill>
                <a:latin typeface="Arial"/>
                <a:cs typeface="Arial"/>
              </a:rPr>
              <a:t>p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928106" y="4524202"/>
            <a:ext cx="1708956" cy="1814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59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5454" y="551941"/>
            <a:ext cx="2642235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876300" algn="l"/>
                <a:tab pos="2374900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For	Loops	1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354963"/>
            <a:ext cx="7485380" cy="47288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spc="-5" dirty="0" smtClean="0">
                <a:latin typeface="Arial"/>
                <a:cs typeface="Arial"/>
              </a:rPr>
              <a:t>Fo</a:t>
            </a:r>
            <a:r>
              <a:rPr sz="2000" b="1" spc="0" dirty="0" smtClean="0">
                <a:latin typeface="Arial"/>
                <a:cs typeface="Arial"/>
              </a:rPr>
              <a:t>r-each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is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P</a:t>
            </a:r>
            <a:r>
              <a:rPr sz="2000" b="1" spc="-40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thon’s</a:t>
            </a:r>
            <a:r>
              <a:rPr sz="2000" b="1" spc="20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only</a:t>
            </a:r>
            <a:r>
              <a:rPr sz="2000" b="1" i="1" spc="-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form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for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loop</a:t>
            </a:r>
            <a:endParaRPr sz="2000">
              <a:latin typeface="Arial"/>
              <a:cs typeface="Arial"/>
            </a:endParaRPr>
          </a:p>
          <a:p>
            <a:pPr marL="355600" marR="261620" indent="-342900">
              <a:lnSpc>
                <a:spcPts val="2160"/>
              </a:lnSpc>
              <a:spcBef>
                <a:spcPts val="47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A for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loop</a:t>
            </a:r>
            <a:r>
              <a:rPr sz="2000" b="1" spc="-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steps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through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each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items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col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ec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ion t</a:t>
            </a:r>
            <a:r>
              <a:rPr sz="2000" b="1" spc="-30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pe, or any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other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</a:t>
            </a:r>
            <a:r>
              <a:rPr sz="2000" b="1" spc="-30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pe</a:t>
            </a:r>
            <a:r>
              <a:rPr sz="2000" b="1" spc="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object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3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hich</a:t>
            </a:r>
            <a:r>
              <a:rPr sz="2000" b="1" spc="-4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is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15" dirty="0" smtClean="0">
                <a:latin typeface="Arial"/>
                <a:cs typeface="Arial"/>
              </a:rPr>
              <a:t>“</a:t>
            </a:r>
            <a:r>
              <a:rPr sz="2000" b="1" spc="0" dirty="0" smtClean="0">
                <a:latin typeface="Arial"/>
                <a:cs typeface="Arial"/>
              </a:rPr>
              <a:t>iterable”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650"/>
              </a:lnSpc>
              <a:spcBef>
                <a:spcPts val="29"/>
              </a:spcBef>
              <a:buClr>
                <a:srgbClr val="FF0000"/>
              </a:buClr>
              <a:buFont typeface="Wingdings"/>
              <a:buChar char=""/>
            </a:pPr>
            <a:endParaRPr sz="650"/>
          </a:p>
          <a:p>
            <a:pPr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 marL="469900">
              <a:lnSpc>
                <a:spcPct val="100000"/>
              </a:lnSpc>
            </a:pPr>
            <a:r>
              <a:rPr sz="2000" b="1" spc="-5" dirty="0" smtClean="0">
                <a:latin typeface="Courier New"/>
                <a:cs typeface="Courier New"/>
              </a:rPr>
              <a:t>fo</a:t>
            </a:r>
            <a:r>
              <a:rPr sz="2000" b="1" spc="0" dirty="0" smtClean="0">
                <a:latin typeface="Courier New"/>
                <a:cs typeface="Courier New"/>
              </a:rPr>
              <a:t>r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FF3300"/>
                </a:solidFill>
                <a:latin typeface="Courier New"/>
                <a:cs typeface="Courier New"/>
              </a:rPr>
              <a:t>&lt;item</a:t>
            </a:r>
            <a:r>
              <a:rPr sz="20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&gt;</a:t>
            </a:r>
            <a:r>
              <a:rPr sz="2000" b="1" spc="-5" dirty="0" smtClean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latin typeface="Courier New"/>
                <a:cs typeface="Courier New"/>
              </a:rPr>
              <a:t>i</a:t>
            </a:r>
            <a:r>
              <a:rPr sz="2000" b="1" spc="0" dirty="0" smtClean="0">
                <a:latin typeface="Courier New"/>
                <a:cs typeface="Courier New"/>
              </a:rPr>
              <a:t>n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660066"/>
                </a:solidFill>
                <a:latin typeface="Courier New"/>
                <a:cs typeface="Courier New"/>
              </a:rPr>
              <a:t>&lt;collection&gt;</a:t>
            </a:r>
            <a:r>
              <a:rPr sz="2000" b="1" spc="0" dirty="0" smtClean="0"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756285">
              <a:lnSpc>
                <a:spcPts val="2160"/>
              </a:lnSpc>
            </a:pP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&lt;statements&gt;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200"/>
              </a:lnSpc>
              <a:spcBef>
                <a:spcPts val="75"/>
              </a:spcBef>
            </a:pPr>
            <a:endParaRPr sz="1200"/>
          </a:p>
          <a:p>
            <a:pPr marL="355600" marR="818515" indent="-342900">
              <a:lnSpc>
                <a:spcPts val="216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solidFill>
                  <a:srgbClr val="C00000"/>
                </a:solidFill>
                <a:latin typeface="Arial"/>
                <a:cs typeface="Arial"/>
              </a:rPr>
              <a:t>If</a:t>
            </a:r>
            <a:r>
              <a:rPr sz="2000" b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&lt;</a:t>
            </a:r>
            <a:r>
              <a:rPr sz="2000" b="1" spc="5" dirty="0" smtClean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ol</a:t>
            </a:r>
            <a:r>
              <a:rPr sz="2000" b="1" spc="-10" dirty="0" smtClean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ec</a:t>
            </a:r>
            <a:r>
              <a:rPr sz="2000" b="1" spc="5" dirty="0" smtClean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ion&gt;</a:t>
            </a:r>
            <a:r>
              <a:rPr sz="2000" b="1" spc="-5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is</a:t>
            </a:r>
            <a:r>
              <a:rPr sz="2000" b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2000" b="1" spc="-10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st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or</a:t>
            </a:r>
            <a:r>
              <a:rPr sz="2000" b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b="1" spc="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tuple,</a:t>
            </a:r>
            <a:r>
              <a:rPr sz="2000" b="1" spc="-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then</a:t>
            </a:r>
            <a:r>
              <a:rPr sz="2000" b="1" spc="-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loop</a:t>
            </a:r>
            <a:r>
              <a:rPr sz="2000" b="1" spc="-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steps through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each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ele</a:t>
            </a:r>
            <a:r>
              <a:rPr sz="2000" b="1" spc="-10" dirty="0" smtClean="0">
                <a:solidFill>
                  <a:srgbClr val="C00000"/>
                </a:solidFill>
                <a:latin typeface="Arial"/>
                <a:cs typeface="Arial"/>
              </a:rPr>
              <a:t>m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ent</a:t>
            </a:r>
            <a:r>
              <a:rPr sz="2000" b="1" spc="-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sequenc</a:t>
            </a:r>
            <a:r>
              <a:rPr sz="2000" b="1" spc="5" dirty="0" smtClean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>
              <a:lnSpc>
                <a:spcPts val="1100"/>
              </a:lnSpc>
              <a:spcBef>
                <a:spcPts val="22"/>
              </a:spcBef>
              <a:buClr>
                <a:srgbClr val="FF0000"/>
              </a:buClr>
              <a:buFont typeface="Wingdings"/>
              <a:buChar char=""/>
            </a:pPr>
            <a:endParaRPr sz="1100"/>
          </a:p>
          <a:p>
            <a:pPr marL="355600" marR="12700" indent="-342900">
              <a:lnSpc>
                <a:spcPts val="216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solidFill>
                  <a:srgbClr val="C00000"/>
                </a:solidFill>
                <a:latin typeface="Arial"/>
                <a:cs typeface="Arial"/>
              </a:rPr>
              <a:t>If</a:t>
            </a:r>
            <a:r>
              <a:rPr sz="2000" b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&lt;</a:t>
            </a:r>
            <a:r>
              <a:rPr sz="2000" b="1" spc="5" dirty="0" smtClean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ol</a:t>
            </a:r>
            <a:r>
              <a:rPr sz="2000" b="1" spc="-10" dirty="0" smtClean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ec</a:t>
            </a:r>
            <a:r>
              <a:rPr sz="2000" b="1" spc="5" dirty="0" smtClean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ion&gt;</a:t>
            </a:r>
            <a:r>
              <a:rPr sz="2000" b="1" spc="-5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is</a:t>
            </a:r>
            <a:r>
              <a:rPr sz="2000" b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string,</a:t>
            </a:r>
            <a:r>
              <a:rPr sz="2000" b="1" spc="-3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then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2000" b="1" spc="-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loop</a:t>
            </a:r>
            <a:r>
              <a:rPr sz="2000" b="1" spc="-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steps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through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each chara</a:t>
            </a:r>
            <a:r>
              <a:rPr sz="2000" b="1" spc="5" dirty="0" smtClean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ter</a:t>
            </a:r>
            <a:r>
              <a:rPr sz="2000" b="1" spc="-4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of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the</a:t>
            </a:r>
            <a:r>
              <a:rPr sz="20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string.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200"/>
              </a:lnSpc>
              <a:spcBef>
                <a:spcPts val="48"/>
              </a:spcBef>
            </a:pPr>
            <a:endParaRPr sz="1200"/>
          </a:p>
          <a:p>
            <a:pPr marL="469900">
              <a:lnSpc>
                <a:spcPct val="100000"/>
              </a:lnSpc>
            </a:pPr>
            <a:r>
              <a:rPr sz="2000" b="1" spc="-5" dirty="0" smtClean="0">
                <a:latin typeface="Courier New"/>
                <a:cs typeface="Courier New"/>
              </a:rPr>
              <a:t>fo</a:t>
            </a:r>
            <a:r>
              <a:rPr sz="2000" b="1" spc="0" dirty="0" smtClean="0">
                <a:latin typeface="Courier New"/>
                <a:cs typeface="Courier New"/>
              </a:rPr>
              <a:t>r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FF3300"/>
                </a:solidFill>
                <a:latin typeface="Courier New"/>
                <a:cs typeface="Courier New"/>
              </a:rPr>
              <a:t>someCha</a:t>
            </a:r>
            <a:r>
              <a:rPr sz="20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r</a:t>
            </a:r>
            <a:r>
              <a:rPr sz="2000" b="1" spc="-5" dirty="0" smtClean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latin typeface="Courier New"/>
                <a:cs typeface="Courier New"/>
              </a:rPr>
              <a:t>i</a:t>
            </a:r>
            <a:r>
              <a:rPr sz="2000" b="1" spc="0" dirty="0" smtClean="0">
                <a:latin typeface="Courier New"/>
                <a:cs typeface="Courier New"/>
              </a:rPr>
              <a:t>n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660066"/>
                </a:solidFill>
                <a:latin typeface="Courier New"/>
                <a:cs typeface="Courier New"/>
              </a:rPr>
              <a:t>“Hell</a:t>
            </a:r>
            <a:r>
              <a:rPr sz="2000" b="1" spc="0" dirty="0" smtClean="0">
                <a:solidFill>
                  <a:srgbClr val="660066"/>
                </a:solidFill>
                <a:latin typeface="Courier New"/>
                <a:cs typeface="Courier New"/>
              </a:rPr>
              <a:t>o</a:t>
            </a:r>
            <a:r>
              <a:rPr sz="2000" b="1" spc="-5" dirty="0" smtClean="0">
                <a:solidFill>
                  <a:srgbClr val="660066"/>
                </a:solidFill>
                <a:latin typeface="Courier New"/>
                <a:cs typeface="Courier New"/>
              </a:rPr>
              <a:t> World”</a:t>
            </a:r>
            <a:r>
              <a:rPr sz="2000" b="1" spc="0" dirty="0" smtClean="0"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926465">
              <a:lnSpc>
                <a:spcPct val="100000"/>
              </a:lnSpc>
              <a:spcBef>
                <a:spcPts val="240"/>
              </a:spcBef>
            </a:pP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prin</a:t>
            </a:r>
            <a:r>
              <a:rPr sz="20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t</a:t>
            </a: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 someChar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90600" y="1219200"/>
            <a:ext cx="4572000" cy="914400"/>
          </a:xfrm>
          <a:custGeom>
            <a:avLst/>
            <a:gdLst/>
            <a:ahLst/>
            <a:cxnLst/>
            <a:rect l="l" t="t" r="r" b="b"/>
            <a:pathLst>
              <a:path w="4572000" h="914400">
                <a:moveTo>
                  <a:pt x="0" y="914400"/>
                </a:moveTo>
                <a:lnTo>
                  <a:pt x="4572000" y="914400"/>
                </a:lnTo>
                <a:lnTo>
                  <a:pt x="4572000" y="0"/>
                </a:lnTo>
                <a:lnTo>
                  <a:pt x="0" y="0"/>
                </a:lnTo>
                <a:lnTo>
                  <a:pt x="0" y="91440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90600" y="1219200"/>
            <a:ext cx="4572000" cy="914400"/>
          </a:xfrm>
          <a:custGeom>
            <a:avLst/>
            <a:gdLst/>
            <a:ahLst/>
            <a:cxnLst/>
            <a:rect l="l" t="t" r="r" b="b"/>
            <a:pathLst>
              <a:path w="4572000" h="914400">
                <a:moveTo>
                  <a:pt x="0" y="914400"/>
                </a:moveTo>
                <a:lnTo>
                  <a:pt x="4572000" y="914400"/>
                </a:lnTo>
                <a:lnTo>
                  <a:pt x="4572000" y="0"/>
                </a:lnTo>
                <a:lnTo>
                  <a:pt x="0" y="0"/>
                </a:lnTo>
                <a:lnTo>
                  <a:pt x="0" y="9144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5454" y="551941"/>
            <a:ext cx="2642235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876300" algn="l"/>
                <a:tab pos="2374900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For	Loops	2</a:t>
            </a:r>
            <a:endParaRPr sz="36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60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2654" y="1311783"/>
            <a:ext cx="1550035" cy="3346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 smtClean="0">
                <a:latin typeface="Courier New"/>
                <a:cs typeface="Courier New"/>
              </a:rPr>
              <a:t>fo</a:t>
            </a:r>
            <a:r>
              <a:rPr sz="2000" b="1" spc="0" dirty="0" smtClean="0">
                <a:latin typeface="Courier New"/>
                <a:cs typeface="Courier New"/>
              </a:rPr>
              <a:t>r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FF3300"/>
                </a:solidFill>
                <a:latin typeface="Courier New"/>
                <a:cs typeface="Courier New"/>
              </a:rPr>
              <a:t>&lt;item&gt;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99410" y="1311783"/>
            <a:ext cx="2464435" cy="3346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 smtClean="0">
                <a:latin typeface="Courier New"/>
                <a:cs typeface="Courier New"/>
              </a:rPr>
              <a:t>i</a:t>
            </a:r>
            <a:r>
              <a:rPr sz="2000" b="1" spc="0" dirty="0" smtClean="0">
                <a:latin typeface="Courier New"/>
                <a:cs typeface="Courier New"/>
              </a:rPr>
              <a:t>n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660066"/>
                </a:solidFill>
                <a:latin typeface="Courier New"/>
                <a:cs typeface="Courier New"/>
              </a:rPr>
              <a:t>&lt;collection&gt;</a:t>
            </a:r>
            <a:r>
              <a:rPr sz="2000" b="1" spc="0" dirty="0" smtClean="0"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5454" y="1616583"/>
            <a:ext cx="7305040" cy="371347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756285">
              <a:lnSpc>
                <a:spcPct val="100000"/>
              </a:lnSpc>
            </a:pP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&lt;statements&gt;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ts val="950"/>
              </a:lnSpc>
              <a:spcBef>
                <a:spcPts val="3"/>
              </a:spcBef>
            </a:pPr>
            <a:endParaRPr sz="95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08333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solidFill>
                  <a:srgbClr val="FF3300"/>
                </a:solidFill>
                <a:latin typeface="Arial"/>
                <a:cs typeface="Arial"/>
              </a:rPr>
              <a:t>&lt;item&gt;</a:t>
            </a:r>
            <a:r>
              <a:rPr sz="2400" b="1" spc="-10" dirty="0" smtClean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can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be more c</a:t>
            </a:r>
            <a:r>
              <a:rPr sz="2400" b="1" spc="-10" dirty="0" smtClean="0">
                <a:latin typeface="Arial"/>
                <a:cs typeface="Arial"/>
              </a:rPr>
              <a:t>o</a:t>
            </a:r>
            <a:r>
              <a:rPr sz="2400" b="1" spc="0" dirty="0" smtClean="0">
                <a:latin typeface="Arial"/>
                <a:cs typeface="Arial"/>
              </a:rPr>
              <a:t>mplex </a:t>
            </a:r>
            <a:r>
              <a:rPr sz="2400" b="1" spc="5" dirty="0" smtClean="0">
                <a:latin typeface="Arial"/>
                <a:cs typeface="Arial"/>
              </a:rPr>
              <a:t>t</a:t>
            </a:r>
            <a:r>
              <a:rPr sz="2400" b="1" spc="0" dirty="0" smtClean="0">
                <a:latin typeface="Arial"/>
                <a:cs typeface="Arial"/>
              </a:rPr>
              <a:t>han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single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ts val="2840"/>
              </a:lnSpc>
            </a:pPr>
            <a:r>
              <a:rPr sz="2400" b="1" dirty="0" smtClean="0">
                <a:latin typeface="Arial"/>
                <a:cs typeface="Arial"/>
              </a:rPr>
              <a:t>v</a:t>
            </a:r>
            <a:r>
              <a:rPr sz="2400" b="1" spc="-10" dirty="0" smtClean="0">
                <a:latin typeface="Arial"/>
                <a:cs typeface="Arial"/>
              </a:rPr>
              <a:t>a</a:t>
            </a:r>
            <a:r>
              <a:rPr sz="2400" b="1" spc="0" dirty="0" smtClean="0">
                <a:latin typeface="Arial"/>
                <a:cs typeface="Arial"/>
              </a:rPr>
              <a:t>riable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n</a:t>
            </a:r>
            <a:r>
              <a:rPr sz="2400" b="1" spc="-10" dirty="0" smtClean="0">
                <a:latin typeface="Arial"/>
                <a:cs typeface="Arial"/>
              </a:rPr>
              <a:t>a</a:t>
            </a:r>
            <a:r>
              <a:rPr sz="2400" b="1" spc="0" dirty="0" smtClean="0">
                <a:latin typeface="Arial"/>
                <a:cs typeface="Arial"/>
              </a:rPr>
              <a:t>me.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550"/>
              </a:lnSpc>
              <a:spcBef>
                <a:spcPts val="16"/>
              </a:spcBef>
            </a:pPr>
            <a:endParaRPr sz="550"/>
          </a:p>
          <a:p>
            <a:pPr marL="756285" marR="12700" lvl="1" indent="-287020">
              <a:lnSpc>
                <a:spcPts val="24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  <a:tab pos="6825615" algn="l"/>
              </a:tabLst>
            </a:pPr>
            <a:r>
              <a:rPr sz="2000" dirty="0" smtClean="0">
                <a:latin typeface="Arial"/>
                <a:cs typeface="Arial"/>
              </a:rPr>
              <a:t>If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the</a:t>
            </a:r>
            <a:r>
              <a:rPr sz="2000" spc="-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elements</a:t>
            </a:r>
            <a:r>
              <a:rPr sz="2000" spc="-3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of</a:t>
            </a:r>
            <a:r>
              <a:rPr sz="2000" spc="-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660066"/>
                </a:solidFill>
                <a:latin typeface="Arial"/>
                <a:cs typeface="Arial"/>
              </a:rPr>
              <a:t>&lt;</a:t>
            </a:r>
            <a:r>
              <a:rPr sz="2000" spc="10" dirty="0" smtClean="0">
                <a:solidFill>
                  <a:srgbClr val="660066"/>
                </a:solidFill>
                <a:latin typeface="Arial"/>
                <a:cs typeface="Arial"/>
              </a:rPr>
              <a:t>c</a:t>
            </a:r>
            <a:r>
              <a:rPr sz="2000" spc="0" dirty="0" smtClean="0">
                <a:solidFill>
                  <a:srgbClr val="660066"/>
                </a:solidFill>
                <a:latin typeface="Arial"/>
                <a:cs typeface="Arial"/>
              </a:rPr>
              <a:t>olle</a:t>
            </a:r>
            <a:r>
              <a:rPr sz="2000" spc="5" dirty="0" smtClean="0">
                <a:solidFill>
                  <a:srgbClr val="660066"/>
                </a:solidFill>
                <a:latin typeface="Arial"/>
                <a:cs typeface="Arial"/>
              </a:rPr>
              <a:t>c</a:t>
            </a:r>
            <a:r>
              <a:rPr sz="2000" spc="0" dirty="0" smtClean="0">
                <a:solidFill>
                  <a:srgbClr val="660066"/>
                </a:solidFill>
                <a:latin typeface="Arial"/>
                <a:cs typeface="Arial"/>
              </a:rPr>
              <a:t>tion&gt;</a:t>
            </a:r>
            <a:r>
              <a:rPr sz="2000" spc="-45" dirty="0" smtClean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are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themselves</a:t>
            </a:r>
            <a:r>
              <a:rPr sz="2000" spc="-3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c</a:t>
            </a:r>
            <a:r>
              <a:rPr sz="2000" spc="5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llection</a:t>
            </a:r>
            <a:r>
              <a:rPr sz="2000" spc="5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, then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FF3300"/>
                </a:solidFill>
                <a:latin typeface="Arial"/>
                <a:cs typeface="Arial"/>
              </a:rPr>
              <a:t>&lt;item&gt;</a:t>
            </a:r>
            <a:r>
              <a:rPr sz="2000" spc="-35" dirty="0" smtClean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c</a:t>
            </a:r>
            <a:r>
              <a:rPr sz="2000" spc="5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match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the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str</a:t>
            </a:r>
            <a:r>
              <a:rPr sz="2000" spc="5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cture</a:t>
            </a:r>
            <a:r>
              <a:rPr sz="2000" spc="-5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of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the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elements.	(We s</a:t>
            </a:r>
            <a:r>
              <a:rPr sz="2000" spc="5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w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5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mething</a:t>
            </a:r>
            <a:r>
              <a:rPr sz="2000" spc="-4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similar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with list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c</a:t>
            </a:r>
            <a:r>
              <a:rPr sz="2000" spc="5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mprehe</a:t>
            </a:r>
            <a:r>
              <a:rPr sz="2000" spc="-10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sions</a:t>
            </a:r>
            <a:r>
              <a:rPr sz="2000" spc="-4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and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with ordina</a:t>
            </a:r>
            <a:r>
              <a:rPr sz="2000" spc="5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y</a:t>
            </a:r>
            <a:r>
              <a:rPr sz="2000" spc="-3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5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signment</a:t>
            </a:r>
            <a:r>
              <a:rPr sz="2000" spc="-10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.)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750"/>
              </a:lnSpc>
              <a:spcBef>
                <a:spcPts val="36"/>
              </a:spcBef>
            </a:pPr>
            <a:endParaRPr sz="75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469900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for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(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x,</a:t>
            </a: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y)</a:t>
            </a:r>
            <a:r>
              <a:rPr sz="1800" b="1" spc="-25" dirty="0" smtClean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in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660066"/>
                </a:solidFill>
                <a:latin typeface="Courier New"/>
                <a:cs typeface="Courier New"/>
              </a:rPr>
              <a:t>[</a:t>
            </a:r>
            <a:r>
              <a:rPr sz="1800" b="1" spc="-15" dirty="0" smtClean="0">
                <a:solidFill>
                  <a:srgbClr val="660066"/>
                </a:solidFill>
                <a:latin typeface="Courier New"/>
                <a:cs typeface="Courier New"/>
              </a:rPr>
              <a:t>(</a:t>
            </a:r>
            <a:r>
              <a:rPr sz="1800" b="1" spc="0" dirty="0" smtClean="0">
                <a:solidFill>
                  <a:srgbClr val="660066"/>
                </a:solidFill>
                <a:latin typeface="Courier New"/>
                <a:cs typeface="Courier New"/>
              </a:rPr>
              <a:t>a,</a:t>
            </a:r>
            <a:r>
              <a:rPr sz="1800" b="1" spc="-15" dirty="0" smtClean="0">
                <a:solidFill>
                  <a:srgbClr val="660066"/>
                </a:solidFill>
                <a:latin typeface="Courier New"/>
                <a:cs typeface="Courier New"/>
              </a:rPr>
              <a:t>1</a:t>
            </a:r>
            <a:r>
              <a:rPr sz="1800" b="1" spc="0" dirty="0" smtClean="0">
                <a:solidFill>
                  <a:srgbClr val="660066"/>
                </a:solidFill>
                <a:latin typeface="Courier New"/>
                <a:cs typeface="Courier New"/>
              </a:rPr>
              <a:t>),</a:t>
            </a:r>
            <a:r>
              <a:rPr sz="1800" b="1" spc="-30" dirty="0" smtClean="0">
                <a:solidFill>
                  <a:srgbClr val="660066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660066"/>
                </a:solidFill>
                <a:latin typeface="Courier New"/>
                <a:cs typeface="Courier New"/>
              </a:rPr>
              <a:t>(b</a:t>
            </a:r>
            <a:r>
              <a:rPr sz="1800" b="1" spc="-15" dirty="0" smtClean="0">
                <a:solidFill>
                  <a:srgbClr val="660066"/>
                </a:solidFill>
                <a:latin typeface="Courier New"/>
                <a:cs typeface="Courier New"/>
              </a:rPr>
              <a:t>,</a:t>
            </a:r>
            <a:r>
              <a:rPr sz="1800" b="1" spc="0" dirty="0" smtClean="0">
                <a:solidFill>
                  <a:srgbClr val="660066"/>
                </a:solidFill>
                <a:latin typeface="Courier New"/>
                <a:cs typeface="Courier New"/>
              </a:rPr>
              <a:t>2</a:t>
            </a:r>
            <a:r>
              <a:rPr sz="1800" b="1" spc="-15" dirty="0" smtClean="0">
                <a:solidFill>
                  <a:srgbClr val="660066"/>
                </a:solidFill>
                <a:latin typeface="Courier New"/>
                <a:cs typeface="Courier New"/>
              </a:rPr>
              <a:t>)</a:t>
            </a:r>
            <a:r>
              <a:rPr sz="1800" b="1" spc="0" dirty="0" smtClean="0">
                <a:solidFill>
                  <a:srgbClr val="660066"/>
                </a:solidFill>
                <a:latin typeface="Courier New"/>
                <a:cs typeface="Courier New"/>
              </a:rPr>
              <a:t>,</a:t>
            </a:r>
            <a:r>
              <a:rPr sz="1800" b="1" spc="-5" dirty="0" smtClean="0">
                <a:solidFill>
                  <a:srgbClr val="660066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660066"/>
                </a:solidFill>
                <a:latin typeface="Courier New"/>
                <a:cs typeface="Courier New"/>
              </a:rPr>
              <a:t>(</a:t>
            </a:r>
            <a:r>
              <a:rPr sz="1800" b="1" spc="0" dirty="0" smtClean="0">
                <a:solidFill>
                  <a:srgbClr val="660066"/>
                </a:solidFill>
                <a:latin typeface="Courier New"/>
                <a:cs typeface="Courier New"/>
              </a:rPr>
              <a:t>c</a:t>
            </a:r>
            <a:r>
              <a:rPr sz="1800" b="1" spc="-15" dirty="0" smtClean="0">
                <a:solidFill>
                  <a:srgbClr val="660066"/>
                </a:solidFill>
                <a:latin typeface="Courier New"/>
                <a:cs typeface="Courier New"/>
              </a:rPr>
              <a:t>,3</a:t>
            </a:r>
            <a:r>
              <a:rPr sz="1800" b="1" spc="0" dirty="0" smtClean="0">
                <a:solidFill>
                  <a:srgbClr val="660066"/>
                </a:solidFill>
                <a:latin typeface="Courier New"/>
                <a:cs typeface="Courier New"/>
              </a:rPr>
              <a:t>),</a:t>
            </a:r>
            <a:r>
              <a:rPr sz="1800" b="1" spc="-15" dirty="0" smtClean="0">
                <a:solidFill>
                  <a:srgbClr val="660066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660066"/>
                </a:solidFill>
                <a:latin typeface="Courier New"/>
                <a:cs typeface="Courier New"/>
              </a:rPr>
              <a:t>(</a:t>
            </a:r>
            <a:r>
              <a:rPr sz="1800" b="1" spc="-15" dirty="0" smtClean="0">
                <a:solidFill>
                  <a:srgbClr val="660066"/>
                </a:solidFill>
                <a:latin typeface="Courier New"/>
                <a:cs typeface="Courier New"/>
              </a:rPr>
              <a:t>d</a:t>
            </a:r>
            <a:r>
              <a:rPr sz="1800" b="1" spc="0" dirty="0" smtClean="0">
                <a:solidFill>
                  <a:srgbClr val="660066"/>
                </a:solidFill>
                <a:latin typeface="Courier New"/>
                <a:cs typeface="Courier New"/>
              </a:rPr>
              <a:t>,4</a:t>
            </a:r>
            <a:r>
              <a:rPr sz="1800" b="1" spc="-15" dirty="0" smtClean="0">
                <a:solidFill>
                  <a:srgbClr val="660066"/>
                </a:solidFill>
                <a:latin typeface="Courier New"/>
                <a:cs typeface="Courier New"/>
              </a:rPr>
              <a:t>)</a:t>
            </a:r>
            <a:r>
              <a:rPr sz="1800" b="1" spc="10" dirty="0" smtClean="0">
                <a:solidFill>
                  <a:srgbClr val="660066"/>
                </a:solidFill>
                <a:latin typeface="Courier New"/>
                <a:cs typeface="Courier New"/>
              </a:rPr>
              <a:t>]</a:t>
            </a:r>
            <a:r>
              <a:rPr sz="1800" b="1" spc="0" dirty="0" smtClean="0">
                <a:latin typeface="Courier New"/>
                <a:cs typeface="Courier New"/>
              </a:rPr>
              <a:t>:</a:t>
            </a:r>
            <a:endParaRPr sz="1800">
              <a:latin typeface="Courier New"/>
              <a:cs typeface="Courier New"/>
            </a:endParaRPr>
          </a:p>
          <a:p>
            <a:pPr marL="756285">
              <a:lnSpc>
                <a:spcPct val="100000"/>
              </a:lnSpc>
              <a:spcBef>
                <a:spcPts val="430"/>
              </a:spcBef>
            </a:pPr>
            <a:r>
              <a:rPr sz="1800" b="1" dirty="0" smtClean="0">
                <a:solidFill>
                  <a:srgbClr val="0000FF"/>
                </a:solidFill>
                <a:latin typeface="Courier New"/>
                <a:cs typeface="Courier New"/>
              </a:rPr>
              <a:t>pr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i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nt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x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61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5454" y="551941"/>
            <a:ext cx="7468234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2221230" algn="l"/>
                <a:tab pos="3161665" algn="l"/>
              </a:tabLst>
            </a:pPr>
            <a:r>
              <a:rPr sz="3600" b="1" i="1" spc="-5" dirty="0" smtClean="0">
                <a:solidFill>
                  <a:srgbClr val="C00000"/>
                </a:solidFill>
                <a:latin typeface="Arial"/>
                <a:cs typeface="Arial"/>
              </a:rPr>
              <a:t>Fo</a:t>
            </a:r>
            <a:r>
              <a:rPr sz="36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3600" b="1" i="1" spc="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lo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o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ps	and	the</a:t>
            </a:r>
            <a:r>
              <a:rPr sz="3600" b="1" spc="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6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range()</a:t>
            </a:r>
            <a:r>
              <a:rPr sz="3600" b="1" i="1" spc="-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function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310919"/>
            <a:ext cx="7456805" cy="49733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marR="12700" indent="-342900">
              <a:lnSpc>
                <a:spcPct val="995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  <a:tab pos="4530725" algn="l"/>
              </a:tabLst>
            </a:pPr>
            <a:r>
              <a:rPr sz="2000" b="1" dirty="0" smtClean="0">
                <a:latin typeface="Arial"/>
                <a:cs typeface="Arial"/>
              </a:rPr>
              <a:t>We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en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2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ant</a:t>
            </a:r>
            <a:r>
              <a:rPr sz="2000" b="1" spc="-5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to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3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ri</a:t>
            </a:r>
            <a:r>
              <a:rPr sz="2000" b="1" spc="-1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e</a:t>
            </a:r>
            <a:r>
              <a:rPr sz="2000" b="1" spc="-5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 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oop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3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he</a:t>
            </a:r>
            <a:r>
              <a:rPr sz="2000" b="1" spc="-10" dirty="0" smtClean="0">
                <a:latin typeface="Arial"/>
                <a:cs typeface="Arial"/>
              </a:rPr>
              <a:t>r</a:t>
            </a:r>
            <a:r>
              <a:rPr sz="2000" b="1" spc="0" dirty="0" smtClean="0">
                <a:latin typeface="Arial"/>
                <a:cs typeface="Arial"/>
              </a:rPr>
              <a:t>e</a:t>
            </a:r>
            <a:r>
              <a:rPr sz="2000" b="1" spc="-4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-25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ariab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es ranges o</a:t>
            </a:r>
            <a:r>
              <a:rPr sz="2000" b="1" spc="-30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er</a:t>
            </a:r>
            <a:r>
              <a:rPr sz="2000" b="1" spc="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so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e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sequence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nu</a:t>
            </a:r>
            <a:r>
              <a:rPr sz="2000" b="1" spc="-15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bers.	</a:t>
            </a:r>
            <a:r>
              <a:rPr sz="2000" b="1" spc="-10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he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range()</a:t>
            </a:r>
            <a:r>
              <a:rPr sz="2000" b="1" i="1" spc="-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function returns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l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st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nu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bers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from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0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up to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but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not 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nclud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ng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 nu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ber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3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e</a:t>
            </a:r>
            <a:r>
              <a:rPr sz="2000" b="1" spc="-4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pass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to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it.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>
              <a:lnSpc>
                <a:spcPts val="1100"/>
              </a:lnSpc>
              <a:spcBef>
                <a:spcPts val="60"/>
              </a:spcBef>
              <a:buClr>
                <a:srgbClr val="FF0000"/>
              </a:buClr>
              <a:buFont typeface="Wingdings"/>
              <a:buChar char=""/>
            </a:pPr>
            <a:endParaRPr sz="1100"/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sz="2200" spc="-10" dirty="0" smtClean="0">
                <a:solidFill>
                  <a:srgbClr val="FF0000"/>
                </a:solidFill>
                <a:latin typeface="Wingdings"/>
                <a:cs typeface="Wingdings"/>
              </a:rPr>
              <a:t></a:t>
            </a:r>
            <a:r>
              <a:rPr sz="2200" spc="-10" dirty="0" smtClean="0">
                <a:solidFill>
                  <a:srgbClr val="FF0000"/>
                </a:solidFill>
                <a:latin typeface="Times New Roman"/>
                <a:cs typeface="Times New Roman"/>
              </a:rPr>
              <a:t>	</a:t>
            </a:r>
            <a:r>
              <a:rPr sz="2000" b="1" spc="-10" dirty="0" smtClean="0">
                <a:latin typeface="Arial"/>
                <a:cs typeface="Arial"/>
              </a:rPr>
              <a:t>range(5)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returns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[0,1</a:t>
            </a:r>
            <a:r>
              <a:rPr sz="2000" b="1" spc="-10" dirty="0" smtClean="0">
                <a:latin typeface="Arial"/>
                <a:cs typeface="Arial"/>
              </a:rPr>
              <a:t>,</a:t>
            </a:r>
            <a:r>
              <a:rPr sz="2000" b="1" spc="0" dirty="0" smtClean="0">
                <a:latin typeface="Arial"/>
                <a:cs typeface="Arial"/>
              </a:rPr>
              <a:t>2,3</a:t>
            </a:r>
            <a:r>
              <a:rPr sz="2000" b="1" spc="-10" dirty="0" smtClean="0">
                <a:latin typeface="Arial"/>
                <a:cs typeface="Arial"/>
              </a:rPr>
              <a:t>,</a:t>
            </a:r>
            <a:r>
              <a:rPr sz="2000" b="1" spc="0" dirty="0" smtClean="0">
                <a:latin typeface="Arial"/>
                <a:cs typeface="Arial"/>
              </a:rPr>
              <a:t>4]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4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So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45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e</a:t>
            </a:r>
            <a:r>
              <a:rPr sz="2000" b="1" spc="-5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can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sa</a:t>
            </a:r>
            <a:r>
              <a:rPr sz="2000" b="1" spc="-30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>
              <a:lnSpc>
                <a:spcPts val="1200"/>
              </a:lnSpc>
              <a:spcBef>
                <a:spcPts val="27"/>
              </a:spcBef>
              <a:buClr>
                <a:srgbClr val="FF0000"/>
              </a:buClr>
              <a:buFont typeface="Wingdings"/>
              <a:buChar char=""/>
            </a:pPr>
            <a:endParaRPr sz="1200"/>
          </a:p>
          <a:p>
            <a:pPr marL="1123315">
              <a:lnSpc>
                <a:spcPct val="100000"/>
              </a:lnSpc>
            </a:pPr>
            <a:r>
              <a:rPr sz="2000" b="1" spc="-5" dirty="0" smtClean="0">
                <a:latin typeface="Courier New"/>
                <a:cs typeface="Courier New"/>
              </a:rPr>
              <a:t>fo</a:t>
            </a:r>
            <a:r>
              <a:rPr sz="2000" b="1" spc="0" dirty="0" smtClean="0">
                <a:latin typeface="Courier New"/>
                <a:cs typeface="Courier New"/>
              </a:rPr>
              <a:t>r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x </a:t>
            </a:r>
            <a:r>
              <a:rPr sz="2000" b="1" spc="-5" dirty="0" smtClean="0">
                <a:latin typeface="Courier New"/>
                <a:cs typeface="Courier New"/>
              </a:rPr>
              <a:t>i</a:t>
            </a:r>
            <a:r>
              <a:rPr sz="2000" b="1" spc="0" dirty="0" smtClean="0">
                <a:latin typeface="Courier New"/>
                <a:cs typeface="Courier New"/>
              </a:rPr>
              <a:t>n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660066"/>
                </a:solidFill>
                <a:latin typeface="Courier New"/>
                <a:cs typeface="Courier New"/>
              </a:rPr>
              <a:t>range(5)</a:t>
            </a:r>
            <a:r>
              <a:rPr sz="2000" b="1" spc="0" dirty="0" smtClean="0"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R="3239135" algn="ctr">
              <a:lnSpc>
                <a:spcPts val="2350"/>
              </a:lnSpc>
            </a:pP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prin</a:t>
            </a:r>
            <a:r>
              <a:rPr sz="20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t</a:t>
            </a: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0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x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ts val="600"/>
              </a:lnSpc>
              <a:spcBef>
                <a:spcPts val="21"/>
              </a:spcBef>
            </a:pPr>
            <a:endParaRPr sz="6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355600" marR="688340" indent="-342900">
              <a:lnSpc>
                <a:spcPts val="24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(There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are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se</a:t>
            </a:r>
            <a:r>
              <a:rPr sz="2000" b="1" spc="-20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eral</a:t>
            </a:r>
            <a:r>
              <a:rPr sz="2000" b="1" spc="-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other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forms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</a:t>
            </a:r>
            <a:r>
              <a:rPr sz="2000" b="1" spc="-5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range</a:t>
            </a:r>
            <a:r>
              <a:rPr sz="2000" b="1" i="1" spc="5" dirty="0" smtClean="0">
                <a:solidFill>
                  <a:srgbClr val="C00000"/>
                </a:solidFill>
                <a:latin typeface="Arial"/>
                <a:cs typeface="Arial"/>
              </a:rPr>
              <a:t>(</a:t>
            </a:r>
            <a:r>
              <a:rPr sz="20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)</a:t>
            </a:r>
            <a:r>
              <a:rPr sz="2000" b="1" i="1" spc="-3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that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pro</a:t>
            </a:r>
            <a:r>
              <a:rPr sz="2000" b="1" spc="-25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ide </a:t>
            </a:r>
            <a:r>
              <a:rPr sz="2000" b="1" spc="-25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ariants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this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func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iona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it</a:t>
            </a:r>
            <a:r>
              <a:rPr sz="2000" b="1" spc="-35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…)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0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i="1" dirty="0" smtClean="0">
                <a:solidFill>
                  <a:srgbClr val="C00000"/>
                </a:solidFill>
                <a:latin typeface="Arial"/>
                <a:cs typeface="Arial"/>
              </a:rPr>
              <a:t>xrang</a:t>
            </a:r>
            <a:r>
              <a:rPr sz="2000" b="1" i="1" spc="-5" dirty="0" smtClean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()</a:t>
            </a:r>
            <a:r>
              <a:rPr sz="2000" b="1" i="1" spc="-4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returns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an</a:t>
            </a:r>
            <a:r>
              <a:rPr sz="2000" b="1" spc="-5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latin typeface="Arial"/>
                <a:cs typeface="Arial"/>
              </a:rPr>
              <a:t>iterator</a:t>
            </a:r>
            <a:r>
              <a:rPr sz="2000" b="1" i="1" spc="-5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that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pro</a:t>
            </a:r>
            <a:r>
              <a:rPr sz="2000" b="1" spc="-20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ides</a:t>
            </a:r>
            <a:r>
              <a:rPr sz="2000" b="1" spc="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same</a:t>
            </a:r>
            <a:endParaRPr sz="2000">
              <a:latin typeface="Arial"/>
              <a:cs typeface="Arial"/>
            </a:endParaRPr>
          </a:p>
          <a:p>
            <a:pPr marR="3288665" algn="ctr">
              <a:lnSpc>
                <a:spcPts val="2360"/>
              </a:lnSpc>
            </a:pPr>
            <a:r>
              <a:rPr sz="2000" b="1" dirty="0" smtClean="0">
                <a:latin typeface="Arial"/>
                <a:cs typeface="Arial"/>
              </a:rPr>
              <a:t>func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iona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ity</a:t>
            </a:r>
            <a:r>
              <a:rPr sz="2000" b="1" spc="-5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more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efficien</a:t>
            </a:r>
            <a:r>
              <a:rPr sz="2000" b="1" spc="-10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ly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62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5454" y="551941"/>
            <a:ext cx="6400165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536700" algn="l"/>
                <a:tab pos="2095500" algn="l"/>
              </a:tabLst>
            </a:pPr>
            <a:r>
              <a:rPr sz="3600" b="1" dirty="0" smtClean="0">
                <a:solidFill>
                  <a:srgbClr val="C00000"/>
                </a:solidFill>
                <a:latin typeface="Arial"/>
                <a:cs typeface="Arial"/>
              </a:rPr>
              <a:t>Abuse	of	the </a:t>
            </a:r>
            <a:r>
              <a:rPr sz="3600" b="1" i="1" dirty="0" smtClean="0">
                <a:solidFill>
                  <a:srgbClr val="C00000"/>
                </a:solidFill>
                <a:latin typeface="Arial"/>
                <a:cs typeface="Arial"/>
              </a:rPr>
              <a:t>range() </a:t>
            </a:r>
            <a:r>
              <a:rPr sz="3600" b="1" dirty="0" smtClean="0">
                <a:solidFill>
                  <a:srgbClr val="C00000"/>
                </a:solidFill>
                <a:latin typeface="Arial"/>
                <a:cs typeface="Arial"/>
              </a:rPr>
              <a:t>functi</a:t>
            </a:r>
            <a:r>
              <a:rPr sz="3600" b="1" spc="-15" dirty="0" smtClean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309242"/>
            <a:ext cx="7508240" cy="48367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Don</a:t>
            </a:r>
            <a:r>
              <a:rPr sz="2000" b="1" spc="5" dirty="0" smtClean="0">
                <a:latin typeface="Arial"/>
                <a:cs typeface="Arial"/>
              </a:rPr>
              <a:t>'</a:t>
            </a:r>
            <a:r>
              <a:rPr sz="2000" b="1" spc="0" dirty="0" smtClean="0">
                <a:latin typeface="Arial"/>
                <a:cs typeface="Arial"/>
              </a:rPr>
              <a:t>t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use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range</a:t>
            </a:r>
            <a:r>
              <a:rPr sz="2000" b="1" i="1" spc="5" dirty="0" smtClean="0">
                <a:solidFill>
                  <a:srgbClr val="C00000"/>
                </a:solidFill>
                <a:latin typeface="Arial"/>
                <a:cs typeface="Arial"/>
              </a:rPr>
              <a:t>(</a:t>
            </a:r>
            <a:r>
              <a:rPr sz="20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)</a:t>
            </a:r>
            <a:r>
              <a:rPr sz="2000" b="1" i="1" spc="-3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to itera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e</a:t>
            </a:r>
            <a:r>
              <a:rPr sz="2000" b="1" spc="-5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</a:t>
            </a:r>
            <a:r>
              <a:rPr sz="2000" b="1" spc="-25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er</a:t>
            </a:r>
            <a:r>
              <a:rPr sz="2000" b="1" spc="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 sequence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sole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y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to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ha</a:t>
            </a:r>
            <a:r>
              <a:rPr sz="2000" b="1" spc="-20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ts val="2360"/>
              </a:lnSpc>
            </a:pPr>
            <a:r>
              <a:rPr sz="2000" b="1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</a:t>
            </a:r>
            <a:r>
              <a:rPr sz="2000" b="1" spc="-10" dirty="0" smtClean="0">
                <a:latin typeface="Arial"/>
                <a:cs typeface="Arial"/>
              </a:rPr>
              <a:t>n</a:t>
            </a:r>
            <a:r>
              <a:rPr sz="2000" b="1" spc="0" dirty="0" smtClean="0">
                <a:latin typeface="Arial"/>
                <a:cs typeface="Arial"/>
              </a:rPr>
              <a:t>dex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and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ele</a:t>
            </a:r>
            <a:r>
              <a:rPr sz="2000" b="1" spc="-15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ents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</a:t>
            </a:r>
            <a:r>
              <a:rPr sz="2000" b="1" spc="-25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ai</a:t>
            </a:r>
            <a:r>
              <a:rPr sz="2000" b="1" spc="-15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ab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e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at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sa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e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ti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100"/>
              </a:lnSpc>
              <a:spcBef>
                <a:spcPts val="61"/>
              </a:spcBef>
            </a:pPr>
            <a:endParaRPr sz="1100"/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A</a:t>
            </a:r>
            <a:r>
              <a:rPr sz="2000" b="1" spc="-20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oid: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305"/>
              </a:spcBef>
            </a:pPr>
            <a:r>
              <a:rPr sz="2000" b="1" spc="-5" dirty="0" smtClean="0">
                <a:latin typeface="Courier New"/>
                <a:cs typeface="Courier New"/>
              </a:rPr>
              <a:t>fo</a:t>
            </a:r>
            <a:r>
              <a:rPr sz="2000" b="1" spc="0" dirty="0" smtClean="0">
                <a:latin typeface="Courier New"/>
                <a:cs typeface="Courier New"/>
              </a:rPr>
              <a:t>r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i</a:t>
            </a:r>
            <a:r>
              <a:rPr sz="2000" b="1" spc="-5" dirty="0" smtClean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latin typeface="Courier New"/>
                <a:cs typeface="Courier New"/>
              </a:rPr>
              <a:t>i</a:t>
            </a:r>
            <a:r>
              <a:rPr sz="2000" b="1" spc="0" dirty="0" smtClean="0">
                <a:latin typeface="Courier New"/>
                <a:cs typeface="Courier New"/>
              </a:rPr>
              <a:t>n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660066"/>
                </a:solidFill>
                <a:latin typeface="Courier New"/>
                <a:cs typeface="Courier New"/>
              </a:rPr>
              <a:t>range(len(mylist))</a:t>
            </a:r>
            <a:r>
              <a:rPr sz="2000" b="1" spc="0" dirty="0" smtClean="0"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964565">
              <a:lnSpc>
                <a:spcPct val="100000"/>
              </a:lnSpc>
            </a:pP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prin</a:t>
            </a:r>
            <a:r>
              <a:rPr sz="20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t</a:t>
            </a: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FF3300"/>
                </a:solidFill>
                <a:latin typeface="Courier New"/>
                <a:cs typeface="Courier New"/>
              </a:rPr>
              <a:t>i</a:t>
            </a:r>
            <a:r>
              <a:rPr sz="20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,</a:t>
            </a: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 mylist[</a:t>
            </a:r>
            <a:r>
              <a:rPr sz="2000" b="1" spc="-5" dirty="0" smtClean="0">
                <a:solidFill>
                  <a:srgbClr val="FF3300"/>
                </a:solidFill>
                <a:latin typeface="Courier New"/>
                <a:cs typeface="Courier New"/>
              </a:rPr>
              <a:t>i</a:t>
            </a:r>
            <a:r>
              <a:rPr sz="20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]</a:t>
            </a:r>
            <a:endParaRPr sz="2000">
              <a:latin typeface="Courier New"/>
              <a:cs typeface="Courier New"/>
            </a:endParaRPr>
          </a:p>
          <a:p>
            <a:pPr marL="355600" indent="-342900">
              <a:lnSpc>
                <a:spcPct val="100000"/>
              </a:lnSpc>
              <a:spcBef>
                <a:spcPts val="414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Instead: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305"/>
              </a:spcBef>
            </a:pPr>
            <a:r>
              <a:rPr sz="2000" b="1" spc="-5" dirty="0" smtClean="0">
                <a:latin typeface="Courier New"/>
                <a:cs typeface="Courier New"/>
              </a:rPr>
              <a:t>fo</a:t>
            </a:r>
            <a:r>
              <a:rPr sz="2000" b="1" spc="0" dirty="0" smtClean="0">
                <a:latin typeface="Courier New"/>
                <a:cs typeface="Courier New"/>
              </a:rPr>
              <a:t>r</a:t>
            </a:r>
            <a:r>
              <a:rPr sz="2000" b="1" spc="-5" dirty="0" smtClean="0">
                <a:latin typeface="Courier New"/>
                <a:cs typeface="Courier New"/>
              </a:rPr>
              <a:t> (</a:t>
            </a:r>
            <a:r>
              <a:rPr sz="2000" b="1" spc="-5" dirty="0" smtClean="0">
                <a:solidFill>
                  <a:srgbClr val="FF3300"/>
                </a:solidFill>
                <a:latin typeface="Courier New"/>
                <a:cs typeface="Courier New"/>
              </a:rPr>
              <a:t>i</a:t>
            </a:r>
            <a:r>
              <a:rPr sz="20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,</a:t>
            </a:r>
            <a:r>
              <a:rPr sz="2000" b="1" spc="-5" dirty="0" smtClean="0">
                <a:solidFill>
                  <a:srgbClr val="FF3300"/>
                </a:solidFill>
                <a:latin typeface="Courier New"/>
                <a:cs typeface="Courier New"/>
              </a:rPr>
              <a:t> item</a:t>
            </a:r>
            <a:r>
              <a:rPr sz="20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)</a:t>
            </a:r>
            <a:r>
              <a:rPr sz="2000" b="1" spc="-5" dirty="0" smtClean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latin typeface="Courier New"/>
                <a:cs typeface="Courier New"/>
              </a:rPr>
              <a:t>i</a:t>
            </a:r>
            <a:r>
              <a:rPr sz="2000" b="1" spc="0" dirty="0" smtClean="0">
                <a:latin typeface="Courier New"/>
                <a:cs typeface="Courier New"/>
              </a:rPr>
              <a:t>n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660066"/>
                </a:solidFill>
                <a:latin typeface="Courier New"/>
                <a:cs typeface="Courier New"/>
              </a:rPr>
              <a:t>enumerate(mylist)</a:t>
            </a:r>
            <a:r>
              <a:rPr sz="2000" b="1" spc="0" dirty="0" smtClean="0"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964565">
              <a:lnSpc>
                <a:spcPct val="100000"/>
              </a:lnSpc>
            </a:pP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prin</a:t>
            </a:r>
            <a:r>
              <a:rPr sz="20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t</a:t>
            </a: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FF3300"/>
                </a:solidFill>
                <a:latin typeface="Courier New"/>
                <a:cs typeface="Courier New"/>
              </a:rPr>
              <a:t>i</a:t>
            </a:r>
            <a:r>
              <a:rPr sz="20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,</a:t>
            </a: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FF3300"/>
                </a:solidFill>
                <a:latin typeface="Courier New"/>
                <a:cs typeface="Courier New"/>
              </a:rPr>
              <a:t>item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200"/>
              </a:lnSpc>
              <a:spcBef>
                <a:spcPts val="93"/>
              </a:spcBef>
            </a:pPr>
            <a:endParaRPr sz="1200"/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This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is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an examp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e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an </a:t>
            </a:r>
            <a:r>
              <a:rPr sz="2000" b="1" i="1" spc="0" dirty="0" smtClean="0">
                <a:latin typeface="Arial"/>
                <a:cs typeface="Arial"/>
              </a:rPr>
              <a:t>anti-patte</a:t>
            </a:r>
            <a:r>
              <a:rPr sz="2000" b="1" i="1" spc="-15" dirty="0" smtClean="0">
                <a:latin typeface="Arial"/>
                <a:cs typeface="Arial"/>
              </a:rPr>
              <a:t>r</a:t>
            </a:r>
            <a:r>
              <a:rPr sz="2000" b="1" i="1" spc="0" dirty="0" smtClean="0">
                <a:latin typeface="Arial"/>
                <a:cs typeface="Arial"/>
              </a:rPr>
              <a:t>n</a:t>
            </a:r>
            <a:r>
              <a:rPr sz="2000" b="1" i="1" spc="-4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P</a:t>
            </a:r>
            <a:r>
              <a:rPr sz="2000" b="1" spc="-40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thon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10"/>
              </a:spcBef>
              <a:buClr>
                <a:srgbClr val="FF0000"/>
              </a:buClr>
              <a:buSzPct val="109375"/>
              <a:buFont typeface="Wingdings"/>
              <a:buChar char=""/>
              <a:tabLst>
                <a:tab pos="756285" algn="l"/>
              </a:tabLst>
            </a:pPr>
            <a:r>
              <a:rPr sz="1600" spc="-10" dirty="0" smtClean="0">
                <a:latin typeface="Arial"/>
                <a:cs typeface="Arial"/>
              </a:rPr>
              <a:t>For more,</a:t>
            </a:r>
            <a:r>
              <a:rPr sz="1600" spc="30" dirty="0" smtClean="0">
                <a:latin typeface="Arial"/>
                <a:cs typeface="Arial"/>
              </a:rPr>
              <a:t> </a:t>
            </a:r>
            <a:r>
              <a:rPr sz="1600" spc="-10" dirty="0" smtClean="0">
                <a:latin typeface="Arial"/>
                <a:cs typeface="Arial"/>
              </a:rPr>
              <a:t>see:</a:t>
            </a:r>
            <a:endParaRPr sz="1600">
              <a:latin typeface="Arial"/>
              <a:cs typeface="Arial"/>
            </a:endParaRPr>
          </a:p>
          <a:p>
            <a:pPr marL="1155065" lvl="2" indent="-228600">
              <a:lnSpc>
                <a:spcPct val="100000"/>
              </a:lnSpc>
              <a:spcBef>
                <a:spcPts val="200"/>
              </a:spcBef>
              <a:buClr>
                <a:srgbClr val="FF0000"/>
              </a:buClr>
              <a:buSzPct val="107142"/>
              <a:buFont typeface="Wingdings"/>
              <a:buChar char=""/>
              <a:tabLst>
                <a:tab pos="1155065" algn="l"/>
              </a:tabLst>
            </a:pPr>
            <a:r>
              <a:rPr sz="1400" u="heavy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http:</a:t>
            </a:r>
            <a:r>
              <a:rPr sz="1400" u="heavy" spc="-1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/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/</a:t>
            </a:r>
            <a:r>
              <a:rPr sz="1400" u="heavy" spc="-2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www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.seas.u</a:t>
            </a:r>
            <a:r>
              <a:rPr sz="1400" u="heavy" spc="-15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p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en</a:t>
            </a:r>
            <a:r>
              <a:rPr sz="1400" u="heavy" spc="-15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n</a:t>
            </a:r>
            <a:r>
              <a:rPr sz="1400" u="heavy" spc="-1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.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ed</a:t>
            </a:r>
            <a:r>
              <a:rPr sz="1400" u="heavy" spc="-15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u</a:t>
            </a:r>
            <a:r>
              <a:rPr sz="1400" u="heavy" spc="-1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/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~lig</a:t>
            </a:r>
            <a:r>
              <a:rPr sz="1400" u="heavy" spc="-2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n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o</a:t>
            </a:r>
            <a:r>
              <a:rPr sz="1400" u="heavy" spc="-1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s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/</a:t>
            </a:r>
            <a:r>
              <a:rPr sz="1400" u="heavy" spc="-15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p</a:t>
            </a:r>
            <a:r>
              <a:rPr sz="1400" u="heavy" spc="-2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y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_anti</a:t>
            </a:r>
            <a:r>
              <a:rPr sz="1400" u="heavy" spc="-1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p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a</a:t>
            </a:r>
            <a:r>
              <a:rPr sz="1400" u="heavy" spc="-1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tt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e</a:t>
            </a:r>
            <a:r>
              <a:rPr sz="1400" u="heavy" spc="-15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r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n</a:t>
            </a:r>
            <a:r>
              <a:rPr sz="1400" u="heavy" spc="-1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s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.</a:t>
            </a:r>
            <a:r>
              <a:rPr sz="1400" u="heavy" spc="-15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h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t</a:t>
            </a:r>
            <a:r>
              <a:rPr sz="1400" u="heavy" spc="-2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m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l</a:t>
            </a:r>
            <a:endParaRPr sz="1400">
              <a:latin typeface="Arial"/>
              <a:cs typeface="Arial"/>
            </a:endParaRPr>
          </a:p>
          <a:p>
            <a:pPr marL="1155065" lvl="2" indent="-228600">
              <a:lnSpc>
                <a:spcPct val="100000"/>
              </a:lnSpc>
              <a:spcBef>
                <a:spcPts val="215"/>
              </a:spcBef>
              <a:buClr>
                <a:srgbClr val="FF0000"/>
              </a:buClr>
              <a:buSzPct val="107142"/>
              <a:buFont typeface="Wingdings"/>
              <a:buChar char=""/>
              <a:tabLst>
                <a:tab pos="1155065" algn="l"/>
              </a:tabLst>
            </a:pPr>
            <a:r>
              <a:rPr sz="1400" u="heavy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ht</a:t>
            </a:r>
            <a:r>
              <a:rPr sz="1400" u="heavy" spc="5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t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p://</a:t>
            </a:r>
            <a:r>
              <a:rPr sz="1400" u="heavy" spc="-1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st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a</a:t>
            </a:r>
            <a:r>
              <a:rPr sz="1400" u="heavy" spc="-1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ck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o</a:t>
            </a:r>
            <a:r>
              <a:rPr sz="1400" u="heavy" spc="-25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v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erfl</a:t>
            </a:r>
            <a:r>
              <a:rPr sz="1400" u="heavy" spc="-15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o</a:t>
            </a:r>
            <a:r>
              <a:rPr sz="1400" u="heavy" spc="-2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w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.co</a:t>
            </a:r>
            <a:r>
              <a:rPr sz="1400" u="heavy" spc="-1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m/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q</a:t>
            </a:r>
            <a:r>
              <a:rPr sz="1400" u="heavy" spc="-2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u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e</a:t>
            </a:r>
            <a:r>
              <a:rPr sz="1400" u="heavy" spc="-1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s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ti</a:t>
            </a:r>
            <a:r>
              <a:rPr sz="1400" u="heavy" spc="-15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o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n</a:t>
            </a:r>
            <a:r>
              <a:rPr sz="1400" u="heavy" spc="-1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s/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57</a:t>
            </a:r>
            <a:r>
              <a:rPr sz="1400" u="heavy" spc="-2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6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9</a:t>
            </a:r>
            <a:r>
              <a:rPr sz="1400" u="heavy" spc="-2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8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8</a:t>
            </a:r>
            <a:r>
              <a:rPr sz="1400" u="heavy" spc="-1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/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p</a:t>
            </a:r>
            <a:r>
              <a:rPr sz="1400" u="heavy" spc="-25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y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tho</a:t>
            </a:r>
            <a:r>
              <a:rPr sz="1400" u="heavy" spc="-1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n</a:t>
            </a:r>
            <a:r>
              <a:rPr sz="1400" u="heavy" spc="-5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-</a:t>
            </a:r>
            <a:r>
              <a:rPr sz="1400" u="heavy" spc="-1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s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p</a:t>
            </a:r>
            <a:r>
              <a:rPr sz="1400" u="heavy" spc="-2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e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ci</a:t>
            </a:r>
            <a:r>
              <a:rPr sz="1400" u="heavy" spc="-1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f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i</a:t>
            </a:r>
            <a:r>
              <a:rPr sz="1400" u="heavy" spc="-5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c-</a:t>
            </a:r>
            <a:r>
              <a:rPr sz="1400" u="heavy" spc="-15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a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n</a:t>
            </a:r>
            <a:r>
              <a:rPr sz="1400" u="heavy" spc="-1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t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ip</a:t>
            </a:r>
            <a:r>
              <a:rPr sz="1400" u="heavy" spc="-2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a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t</a:t>
            </a:r>
            <a:r>
              <a:rPr sz="1400" u="heavy" spc="-1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t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e</a:t>
            </a:r>
            <a:r>
              <a:rPr sz="1400" u="heavy" spc="-15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r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n</a:t>
            </a:r>
            <a:r>
              <a:rPr sz="1400" u="heavy" spc="-1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s</a:t>
            </a:r>
            <a:r>
              <a:rPr sz="1400" u="heavy" spc="-5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-</a:t>
            </a:r>
            <a:r>
              <a:rPr sz="1400" u="heavy" spc="-15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a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n</a:t>
            </a:r>
            <a:r>
              <a:rPr sz="1400" u="heavy" spc="-2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d</a:t>
            </a:r>
            <a:r>
              <a:rPr sz="1400" u="heavy" spc="-5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-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b</a:t>
            </a:r>
            <a:r>
              <a:rPr sz="1400" u="heavy" spc="-2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a</a:t>
            </a:r>
            <a:r>
              <a:rPr sz="1400" u="heavy" spc="-5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d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-</a:t>
            </a:r>
            <a:endParaRPr sz="1400">
              <a:latin typeface="Arial"/>
              <a:cs typeface="Arial"/>
            </a:endParaRPr>
          </a:p>
          <a:p>
            <a:pPr marL="1155065">
              <a:lnSpc>
                <a:spcPts val="1660"/>
              </a:lnSpc>
            </a:pPr>
            <a:r>
              <a:rPr sz="1400" u="heavy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practic</a:t>
            </a:r>
            <a:r>
              <a:rPr sz="1400" u="heavy" spc="-15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e</a:t>
            </a:r>
            <a:r>
              <a:rPr sz="1400" u="heavy" spc="0" dirty="0" smtClean="0">
                <a:solidFill>
                  <a:srgbClr val="CC00CC"/>
                </a:solidFill>
                <a:latin typeface="Arial"/>
                <a:cs typeface="Arial"/>
                <a:hlinkClick r:id="rId3"/>
              </a:rPr>
              <a:t>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5454" y="2358771"/>
            <a:ext cx="4584700" cy="984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 smtClean="0">
                <a:solidFill>
                  <a:srgbClr val="000066"/>
                </a:solidFill>
                <a:latin typeface="Arial"/>
                <a:cs typeface="Arial"/>
              </a:rPr>
              <a:t>Gener</a:t>
            </a:r>
            <a:r>
              <a:rPr sz="3200" b="1" spc="-15" dirty="0" smtClean="0">
                <a:solidFill>
                  <a:srgbClr val="000066"/>
                </a:solidFill>
                <a:latin typeface="Arial"/>
                <a:cs typeface="Arial"/>
              </a:rPr>
              <a:t>a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ting</a:t>
            </a:r>
            <a:r>
              <a:rPr sz="3200" b="1" spc="-4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Li</a:t>
            </a:r>
            <a:r>
              <a:rPr sz="3200" b="1" spc="-10" dirty="0" smtClean="0">
                <a:solidFill>
                  <a:srgbClr val="000066"/>
                </a:solidFill>
                <a:latin typeface="Arial"/>
                <a:cs typeface="Arial"/>
              </a:rPr>
              <a:t>s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ts</a:t>
            </a:r>
            <a:r>
              <a:rPr sz="3200" b="1" spc="-20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us</a:t>
            </a:r>
            <a:r>
              <a:rPr sz="3200" b="1" spc="-10" dirty="0" smtClean="0">
                <a:solidFill>
                  <a:srgbClr val="000066"/>
                </a:solidFill>
                <a:latin typeface="Arial"/>
                <a:cs typeface="Arial"/>
              </a:rPr>
              <a:t>i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ng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200" b="1" dirty="0" smtClean="0">
                <a:solidFill>
                  <a:srgbClr val="000066"/>
                </a:solidFill>
                <a:latin typeface="Arial"/>
                <a:cs typeface="Arial"/>
              </a:rPr>
              <a:t>“List</a:t>
            </a:r>
            <a:r>
              <a:rPr sz="3200" b="1" spc="-3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Com</a:t>
            </a:r>
            <a:r>
              <a:rPr sz="3200" b="1" spc="-15" dirty="0" smtClean="0">
                <a:solidFill>
                  <a:srgbClr val="000066"/>
                </a:solidFill>
                <a:latin typeface="Arial"/>
                <a:cs typeface="Arial"/>
              </a:rPr>
              <a:t>p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reh</a:t>
            </a:r>
            <a:r>
              <a:rPr sz="3200" b="1" spc="-20" dirty="0" smtClean="0">
                <a:solidFill>
                  <a:srgbClr val="000066"/>
                </a:solidFill>
                <a:latin typeface="Arial"/>
                <a:cs typeface="Arial"/>
              </a:rPr>
              <a:t>e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n</a:t>
            </a:r>
            <a:r>
              <a:rPr sz="3200" b="1" spc="-10" dirty="0" smtClean="0">
                <a:solidFill>
                  <a:srgbClr val="000066"/>
                </a:solidFill>
                <a:latin typeface="Arial"/>
                <a:cs typeface="Arial"/>
              </a:rPr>
              <a:t>s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ion</a:t>
            </a:r>
            <a:r>
              <a:rPr sz="3200" b="1" spc="-20" dirty="0" smtClean="0">
                <a:solidFill>
                  <a:srgbClr val="000066"/>
                </a:solidFill>
                <a:latin typeface="Arial"/>
                <a:cs typeface="Arial"/>
              </a:rPr>
              <a:t>s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”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255668" y="4489357"/>
            <a:ext cx="3296128" cy="18305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5454" y="551941"/>
            <a:ext cx="5081270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952500" algn="l"/>
                <a:tab pos="4813935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List	Comprehensions	1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265809"/>
            <a:ext cx="7456170" cy="16281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latin typeface="Arial"/>
                <a:cs typeface="Arial"/>
              </a:rPr>
              <a:t>A po</a:t>
            </a:r>
            <a:r>
              <a:rPr sz="2400" b="1" spc="20" dirty="0" smtClean="0">
                <a:latin typeface="Arial"/>
                <a:cs typeface="Arial"/>
              </a:rPr>
              <a:t>w</a:t>
            </a:r>
            <a:r>
              <a:rPr sz="2400" b="1" spc="0" dirty="0" smtClean="0">
                <a:latin typeface="Arial"/>
                <a:cs typeface="Arial"/>
              </a:rPr>
              <a:t>erful</a:t>
            </a:r>
            <a:r>
              <a:rPr sz="2400" b="1" spc="-4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feature </a:t>
            </a:r>
            <a:r>
              <a:rPr sz="2400" b="1" spc="-10" dirty="0" smtClean="0">
                <a:latin typeface="Arial"/>
                <a:cs typeface="Arial"/>
              </a:rPr>
              <a:t>o</a:t>
            </a:r>
            <a:r>
              <a:rPr sz="2400" b="1" spc="0" dirty="0" smtClean="0">
                <a:latin typeface="Arial"/>
                <a:cs typeface="Arial"/>
              </a:rPr>
              <a:t>f the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P</a:t>
            </a:r>
            <a:r>
              <a:rPr sz="2400" b="1" spc="-35" dirty="0" smtClean="0">
                <a:latin typeface="Arial"/>
                <a:cs typeface="Arial"/>
              </a:rPr>
              <a:t>y</a:t>
            </a:r>
            <a:r>
              <a:rPr sz="2400" b="1" spc="0" dirty="0" smtClean="0">
                <a:latin typeface="Arial"/>
                <a:cs typeface="Arial"/>
              </a:rPr>
              <a:t>thon</a:t>
            </a:r>
            <a:r>
              <a:rPr sz="2400" b="1" spc="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langu</a:t>
            </a:r>
            <a:r>
              <a:rPr sz="2400" b="1" spc="-10" dirty="0" smtClean="0">
                <a:latin typeface="Arial"/>
                <a:cs typeface="Arial"/>
              </a:rPr>
              <a:t>a</a:t>
            </a:r>
            <a:r>
              <a:rPr sz="2400" b="1" spc="0" dirty="0" smtClean="0">
                <a:latin typeface="Arial"/>
                <a:cs typeface="Arial"/>
              </a:rPr>
              <a:t>ge.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ts val="2635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dirty="0" smtClean="0">
                <a:latin typeface="Arial"/>
                <a:cs typeface="Arial"/>
              </a:rPr>
              <a:t>Generate</a:t>
            </a:r>
            <a:r>
              <a:rPr sz="2000" spc="-4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new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list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by</a:t>
            </a:r>
            <a:r>
              <a:rPr sz="2000" spc="-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appl</a:t>
            </a:r>
            <a:r>
              <a:rPr sz="2000" spc="-15" dirty="0" smtClean="0">
                <a:latin typeface="Arial"/>
                <a:cs typeface="Arial"/>
              </a:rPr>
              <a:t>y</a:t>
            </a:r>
            <a:r>
              <a:rPr sz="2000" spc="0" dirty="0" smtClean="0">
                <a:latin typeface="Arial"/>
                <a:cs typeface="Arial"/>
              </a:rPr>
              <a:t>ing</a:t>
            </a:r>
            <a:r>
              <a:rPr sz="2000" spc="-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funct</a:t>
            </a:r>
            <a:r>
              <a:rPr sz="2000" spc="-10" dirty="0" smtClean="0">
                <a:latin typeface="Arial"/>
                <a:cs typeface="Arial"/>
              </a:rPr>
              <a:t>i</a:t>
            </a:r>
            <a:r>
              <a:rPr sz="2000" spc="0" dirty="0" smtClean="0">
                <a:latin typeface="Arial"/>
                <a:cs typeface="Arial"/>
              </a:rPr>
              <a:t>on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to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10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ery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me</a:t>
            </a:r>
            <a:r>
              <a:rPr sz="2000" spc="-10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ber</a:t>
            </a:r>
            <a:endParaRPr sz="2000">
              <a:latin typeface="Arial"/>
              <a:cs typeface="Arial"/>
            </a:endParaRPr>
          </a:p>
          <a:p>
            <a:pPr marL="756285">
              <a:lnSpc>
                <a:spcPts val="2120"/>
              </a:lnSpc>
            </a:pPr>
            <a:r>
              <a:rPr sz="2000" dirty="0" smtClean="0">
                <a:latin typeface="Arial"/>
                <a:cs typeface="Arial"/>
              </a:rPr>
              <a:t>of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an original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list.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dirty="0" smtClean="0">
                <a:latin typeface="Arial"/>
                <a:cs typeface="Arial"/>
              </a:rPr>
              <a:t>P</a:t>
            </a:r>
            <a:r>
              <a:rPr sz="2000" spc="-10" dirty="0" smtClean="0">
                <a:latin typeface="Arial"/>
                <a:cs typeface="Arial"/>
              </a:rPr>
              <a:t>y</a:t>
            </a:r>
            <a:r>
              <a:rPr sz="2000" spc="0" dirty="0" smtClean="0">
                <a:latin typeface="Arial"/>
                <a:cs typeface="Arial"/>
              </a:rPr>
              <a:t>thon prog</a:t>
            </a:r>
            <a:r>
              <a:rPr sz="2000" spc="5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15" dirty="0" smtClean="0">
                <a:latin typeface="Arial"/>
                <a:cs typeface="Arial"/>
              </a:rPr>
              <a:t>m</a:t>
            </a:r>
            <a:r>
              <a:rPr sz="2000" spc="0" dirty="0" smtClean="0">
                <a:latin typeface="Arial"/>
                <a:cs typeface="Arial"/>
              </a:rPr>
              <a:t>me</a:t>
            </a:r>
            <a:r>
              <a:rPr sz="2000" spc="-10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-5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5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list compreh</a:t>
            </a:r>
            <a:r>
              <a:rPr sz="2000" spc="-10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nsions</a:t>
            </a:r>
            <a:r>
              <a:rPr sz="2000" spc="-5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ex</a:t>
            </a:r>
            <a:r>
              <a:rPr sz="2000" spc="-10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en</a:t>
            </a:r>
            <a:r>
              <a:rPr sz="2000" spc="5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10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ely.</a:t>
            </a:r>
            <a:endParaRPr sz="2000">
              <a:latin typeface="Arial"/>
              <a:cs typeface="Arial"/>
            </a:endParaRPr>
          </a:p>
          <a:p>
            <a:pPr marL="756285">
              <a:lnSpc>
                <a:spcPts val="2120"/>
              </a:lnSpc>
            </a:pPr>
            <a:r>
              <a:rPr sz="2000" dirty="0" smtClean="0">
                <a:latin typeface="Arial"/>
                <a:cs typeface="Arial"/>
              </a:rPr>
              <a:t>You’ll </a:t>
            </a:r>
            <a:r>
              <a:rPr sz="2000" spc="5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ee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many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of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them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in real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c</a:t>
            </a:r>
            <a:r>
              <a:rPr sz="2000" spc="5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de.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19400" y="4191000"/>
            <a:ext cx="3733800" cy="396239"/>
          </a:xfrm>
          <a:custGeom>
            <a:avLst/>
            <a:gdLst/>
            <a:ahLst/>
            <a:cxnLst/>
            <a:rect l="l" t="t" r="r" b="b"/>
            <a:pathLst>
              <a:path w="3733800" h="396239">
                <a:moveTo>
                  <a:pt x="0" y="396239"/>
                </a:moveTo>
                <a:lnTo>
                  <a:pt x="3733800" y="396239"/>
                </a:lnTo>
                <a:lnTo>
                  <a:pt x="3733800" y="0"/>
                </a:lnTo>
                <a:lnTo>
                  <a:pt x="0" y="0"/>
                </a:lnTo>
                <a:lnTo>
                  <a:pt x="0" y="396239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898775" y="4230496"/>
            <a:ext cx="3547110" cy="3155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 smtClean="0">
                <a:latin typeface="Arial"/>
                <a:cs typeface="Arial"/>
              </a:rPr>
              <a:t>[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u="heavy" spc="0" dirty="0" smtClean="0">
                <a:solidFill>
                  <a:srgbClr val="0000FF"/>
                </a:solidFill>
                <a:latin typeface="Arial"/>
                <a:cs typeface="Arial"/>
              </a:rPr>
              <a:t>expre</a:t>
            </a:r>
            <a:r>
              <a:rPr sz="2000" b="1" u="heavy" spc="5" dirty="0" smtClean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2000" b="1" u="heavy" spc="0" dirty="0" smtClean="0">
                <a:solidFill>
                  <a:srgbClr val="0000FF"/>
                </a:solidFill>
                <a:latin typeface="Arial"/>
                <a:cs typeface="Arial"/>
              </a:rPr>
              <a:t>sion</a:t>
            </a:r>
            <a:r>
              <a:rPr sz="2000" b="1" spc="-35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for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u="heavy" spc="0" dirty="0" smtClean="0">
                <a:solidFill>
                  <a:srgbClr val="FF3300"/>
                </a:solidFill>
                <a:latin typeface="Arial"/>
                <a:cs typeface="Arial"/>
              </a:rPr>
              <a:t>name</a:t>
            </a:r>
            <a:r>
              <a:rPr sz="2000" b="1" spc="-20" dirty="0" smtClean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u="heavy" spc="0" dirty="0" smtClean="0">
                <a:solidFill>
                  <a:srgbClr val="660066"/>
                </a:solidFill>
                <a:latin typeface="Arial"/>
                <a:cs typeface="Arial"/>
              </a:rPr>
              <a:t>l</a:t>
            </a:r>
            <a:r>
              <a:rPr sz="2000" b="1" u="heavy" spc="-10" dirty="0" smtClean="0">
                <a:solidFill>
                  <a:srgbClr val="660066"/>
                </a:solidFill>
                <a:latin typeface="Arial"/>
                <a:cs typeface="Arial"/>
              </a:rPr>
              <a:t>i</a:t>
            </a:r>
            <a:r>
              <a:rPr sz="2000" b="1" u="heavy" spc="0" dirty="0" smtClean="0">
                <a:solidFill>
                  <a:srgbClr val="660066"/>
                </a:solidFill>
                <a:latin typeface="Arial"/>
                <a:cs typeface="Arial"/>
              </a:rPr>
              <a:t>st</a:t>
            </a:r>
            <a:r>
              <a:rPr sz="2000" b="1" spc="-25" dirty="0" smtClean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]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64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3400" y="1447800"/>
            <a:ext cx="4191000" cy="1447800"/>
          </a:xfrm>
          <a:custGeom>
            <a:avLst/>
            <a:gdLst/>
            <a:ahLst/>
            <a:cxnLst/>
            <a:rect l="l" t="t" r="r" b="b"/>
            <a:pathLst>
              <a:path w="4191000" h="1447800">
                <a:moveTo>
                  <a:pt x="0" y="1447800"/>
                </a:moveTo>
                <a:lnTo>
                  <a:pt x="4191000" y="1447800"/>
                </a:lnTo>
                <a:lnTo>
                  <a:pt x="4191000" y="0"/>
                </a:lnTo>
                <a:lnTo>
                  <a:pt x="0" y="0"/>
                </a:lnTo>
                <a:lnTo>
                  <a:pt x="0" y="14478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533400" y="1447800"/>
            <a:ext cx="4191000" cy="1447800"/>
          </a:xfrm>
          <a:custGeom>
            <a:avLst/>
            <a:gdLst/>
            <a:ahLst/>
            <a:cxnLst/>
            <a:rect l="l" t="t" r="r" b="b"/>
            <a:pathLst>
              <a:path w="4191000" h="1447800">
                <a:moveTo>
                  <a:pt x="0" y="1447800"/>
                </a:moveTo>
                <a:lnTo>
                  <a:pt x="4191000" y="1447800"/>
                </a:lnTo>
                <a:lnTo>
                  <a:pt x="4191000" y="0"/>
                </a:lnTo>
                <a:lnTo>
                  <a:pt x="0" y="0"/>
                </a:lnTo>
                <a:lnTo>
                  <a:pt x="0" y="14478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5454" y="551941"/>
            <a:ext cx="5081270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952500" algn="l"/>
                <a:tab pos="4813935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List	Comprehensions	2</a:t>
            </a:r>
            <a:endParaRPr sz="3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5454" y="1675510"/>
            <a:ext cx="3712845" cy="90614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&gt;&gt;&gt;</a:t>
            </a:r>
            <a:r>
              <a:rPr sz="1800" b="1" spc="-20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l</a:t>
            </a:r>
            <a:r>
              <a:rPr sz="1800" b="1" spc="0" dirty="0" smtClean="0">
                <a:latin typeface="Courier New"/>
                <a:cs typeface="Courier New"/>
              </a:rPr>
              <a:t>i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=</a:t>
            </a:r>
            <a:r>
              <a:rPr sz="1800" b="1" spc="-15" dirty="0" smtClean="0">
                <a:latin typeface="Courier New"/>
                <a:cs typeface="Courier New"/>
              </a:rPr>
              <a:t> [3</a:t>
            </a:r>
            <a:r>
              <a:rPr sz="1800" b="1" spc="0" dirty="0" smtClean="0">
                <a:latin typeface="Courier New"/>
                <a:cs typeface="Courier New"/>
              </a:rPr>
              <a:t>, </a:t>
            </a:r>
            <a:r>
              <a:rPr sz="1800" b="1" spc="-20" dirty="0" smtClean="0">
                <a:latin typeface="Courier New"/>
                <a:cs typeface="Courier New"/>
              </a:rPr>
              <a:t>6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2,</a:t>
            </a:r>
            <a:r>
              <a:rPr sz="1800" b="1" spc="-2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7]</a:t>
            </a:r>
            <a:endParaRPr sz="1800">
              <a:latin typeface="Courier New"/>
              <a:cs typeface="Courier New"/>
            </a:endParaRPr>
          </a:p>
          <a:p>
            <a:pPr marL="12700" marR="12700">
              <a:lnSpc>
                <a:spcPct val="110000"/>
              </a:lnSpc>
            </a:pPr>
            <a:r>
              <a:rPr sz="1800" b="1" dirty="0" smtClean="0"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latin typeface="Courier New"/>
                <a:cs typeface="Courier New"/>
              </a:rPr>
              <a:t> [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el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e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m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*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2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f</a:t>
            </a:r>
            <a:r>
              <a:rPr sz="1800" b="1" spc="-15" dirty="0" smtClean="0">
                <a:latin typeface="Courier New"/>
                <a:cs typeface="Courier New"/>
              </a:rPr>
              <a:t>o</a:t>
            </a:r>
            <a:r>
              <a:rPr sz="1800" b="1" spc="0" dirty="0" smtClean="0">
                <a:latin typeface="Courier New"/>
                <a:cs typeface="Courier New"/>
              </a:rPr>
              <a:t>r</a:t>
            </a:r>
            <a:r>
              <a:rPr sz="1800" b="1" spc="-1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el</a:t>
            </a: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e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m</a:t>
            </a: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i</a:t>
            </a:r>
            <a:r>
              <a:rPr sz="1800" b="1" spc="0" dirty="0" smtClean="0">
                <a:latin typeface="Courier New"/>
                <a:cs typeface="Courier New"/>
              </a:rPr>
              <a:t>n </a:t>
            </a:r>
            <a:r>
              <a:rPr sz="1800" b="1" spc="-15" dirty="0" smtClean="0">
                <a:solidFill>
                  <a:srgbClr val="660066"/>
                </a:solidFill>
                <a:latin typeface="Courier New"/>
                <a:cs typeface="Courier New"/>
              </a:rPr>
              <a:t>l</a:t>
            </a:r>
            <a:r>
              <a:rPr sz="1800" b="1" spc="-5" dirty="0" smtClean="0">
                <a:solidFill>
                  <a:srgbClr val="660066"/>
                </a:solidFill>
                <a:latin typeface="Courier New"/>
                <a:cs typeface="Courier New"/>
              </a:rPr>
              <a:t>i</a:t>
            </a:r>
            <a:r>
              <a:rPr sz="1800" b="1" spc="0" dirty="0" smtClean="0">
                <a:latin typeface="Courier New"/>
                <a:cs typeface="Courier New"/>
              </a:rPr>
              <a:t>] [6,</a:t>
            </a:r>
            <a:r>
              <a:rPr sz="1800" b="1" spc="-15" dirty="0" smtClean="0">
                <a:latin typeface="Courier New"/>
                <a:cs typeface="Courier New"/>
              </a:rPr>
              <a:t> 1</a:t>
            </a:r>
            <a:r>
              <a:rPr sz="1800" b="1" spc="0" dirty="0" smtClean="0">
                <a:latin typeface="Courier New"/>
                <a:cs typeface="Courier New"/>
              </a:rPr>
              <a:t>2,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4,</a:t>
            </a:r>
            <a:r>
              <a:rPr sz="1800" b="1" spc="-3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14]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5454" y="3293109"/>
            <a:ext cx="7496809" cy="26155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 smtClean="0">
                <a:latin typeface="Courier New"/>
                <a:cs typeface="Courier New"/>
              </a:rPr>
              <a:t>[</a:t>
            </a:r>
            <a:r>
              <a:rPr sz="2400" b="1" spc="-785" dirty="0" smtClean="0">
                <a:latin typeface="Courier New"/>
                <a:cs typeface="Courier New"/>
              </a:rPr>
              <a:t> </a:t>
            </a:r>
            <a:r>
              <a:rPr sz="2400" b="1" u="heavy" spc="0" dirty="0" smtClean="0">
                <a:solidFill>
                  <a:srgbClr val="0000FF"/>
                </a:solidFill>
                <a:latin typeface="Arial"/>
                <a:cs typeface="Arial"/>
              </a:rPr>
              <a:t>ex</a:t>
            </a:r>
            <a:r>
              <a:rPr sz="2400" b="1" u="heavy" spc="-10" dirty="0" smtClean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2400" b="1" u="heavy" spc="0" dirty="0" smtClean="0">
                <a:solidFill>
                  <a:srgbClr val="0000FF"/>
                </a:solidFill>
                <a:latin typeface="Arial"/>
                <a:cs typeface="Arial"/>
              </a:rPr>
              <a:t>ression</a:t>
            </a:r>
            <a:r>
              <a:rPr sz="2400" b="1" spc="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latin typeface="Courier New"/>
                <a:cs typeface="Courier New"/>
              </a:rPr>
              <a:t>for</a:t>
            </a:r>
            <a:r>
              <a:rPr sz="2400" b="1" spc="-785" dirty="0" smtClean="0">
                <a:latin typeface="Courier New"/>
                <a:cs typeface="Courier New"/>
              </a:rPr>
              <a:t> </a:t>
            </a:r>
            <a:r>
              <a:rPr sz="2400" b="1" u="heavy" spc="0" dirty="0" smtClean="0">
                <a:solidFill>
                  <a:srgbClr val="FF3300"/>
                </a:solidFill>
                <a:latin typeface="Arial"/>
                <a:cs typeface="Arial"/>
              </a:rPr>
              <a:t>name</a:t>
            </a:r>
            <a:r>
              <a:rPr sz="2400" b="1" spc="0" dirty="0" smtClean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latin typeface="Courier New"/>
                <a:cs typeface="Courier New"/>
              </a:rPr>
              <a:t>in</a:t>
            </a:r>
            <a:r>
              <a:rPr sz="2400" b="1" spc="-780" dirty="0" smtClean="0">
                <a:latin typeface="Courier New"/>
                <a:cs typeface="Courier New"/>
              </a:rPr>
              <a:t> </a:t>
            </a:r>
            <a:r>
              <a:rPr sz="2400" b="1" u="heavy" spc="0" dirty="0" smtClean="0">
                <a:solidFill>
                  <a:srgbClr val="660066"/>
                </a:solidFill>
                <a:latin typeface="Arial"/>
                <a:cs typeface="Arial"/>
              </a:rPr>
              <a:t>l</a:t>
            </a:r>
            <a:r>
              <a:rPr sz="2400" b="1" u="heavy" spc="5" dirty="0" smtClean="0">
                <a:solidFill>
                  <a:srgbClr val="660066"/>
                </a:solidFill>
                <a:latin typeface="Arial"/>
                <a:cs typeface="Arial"/>
              </a:rPr>
              <a:t>i</a:t>
            </a:r>
            <a:r>
              <a:rPr sz="2400" b="1" u="heavy" spc="0" dirty="0" smtClean="0">
                <a:solidFill>
                  <a:srgbClr val="660066"/>
                </a:solidFill>
                <a:latin typeface="Arial"/>
                <a:cs typeface="Arial"/>
              </a:rPr>
              <a:t>st</a:t>
            </a:r>
            <a:r>
              <a:rPr sz="2400" b="1" spc="-15" dirty="0" smtClean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latin typeface="Courier New"/>
                <a:cs typeface="Courier New"/>
              </a:rPr>
              <a:t>]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ts val="600"/>
              </a:lnSpc>
              <a:spcBef>
                <a:spcPts val="24"/>
              </a:spcBef>
            </a:pPr>
            <a:endParaRPr sz="600"/>
          </a:p>
          <a:p>
            <a:pPr marL="850265" marR="494030" indent="-381000">
              <a:lnSpc>
                <a:spcPts val="216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850265" algn="l"/>
              </a:tabLst>
            </a:pPr>
            <a:r>
              <a:rPr sz="2000" b="1" dirty="0" smtClean="0">
                <a:latin typeface="Arial"/>
                <a:cs typeface="Arial"/>
              </a:rPr>
              <a:t>Where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u="heavy" spc="0" dirty="0" smtClean="0">
                <a:solidFill>
                  <a:srgbClr val="0000FF"/>
                </a:solidFill>
                <a:latin typeface="Arial"/>
                <a:cs typeface="Arial"/>
              </a:rPr>
              <a:t>expre</a:t>
            </a:r>
            <a:r>
              <a:rPr sz="2000" b="1" u="heavy" spc="5" dirty="0" smtClean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2000" b="1" u="heavy" spc="0" dirty="0" smtClean="0">
                <a:solidFill>
                  <a:srgbClr val="0000FF"/>
                </a:solidFill>
                <a:latin typeface="Arial"/>
                <a:cs typeface="Arial"/>
              </a:rPr>
              <a:t>sion</a:t>
            </a:r>
            <a:r>
              <a:rPr sz="2000" b="1" spc="-3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is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some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calculation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or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opera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ion ac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ing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upon 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he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-25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ariab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e</a:t>
            </a:r>
            <a:r>
              <a:rPr sz="2000" b="1" spc="5" dirty="0" smtClean="0">
                <a:latin typeface="Arial"/>
                <a:cs typeface="Arial"/>
              </a:rPr>
              <a:t> </a:t>
            </a:r>
            <a:r>
              <a:rPr sz="2000" b="1" u="heavy" spc="0" dirty="0" smtClean="0">
                <a:solidFill>
                  <a:srgbClr val="FF3300"/>
                </a:solidFill>
                <a:latin typeface="Arial"/>
                <a:cs typeface="Arial"/>
              </a:rPr>
              <a:t>nam</a:t>
            </a:r>
            <a:r>
              <a:rPr sz="2000" b="1" u="heavy" spc="-5" dirty="0" smtClean="0">
                <a:solidFill>
                  <a:srgbClr val="FF3300"/>
                </a:solidFill>
                <a:latin typeface="Arial"/>
                <a:cs typeface="Arial"/>
              </a:rPr>
              <a:t>e</a:t>
            </a:r>
            <a:r>
              <a:rPr sz="2000" b="1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850265" indent="-381000">
              <a:lnSpc>
                <a:spcPct val="100000"/>
              </a:lnSpc>
              <a:spcBef>
                <a:spcPts val="5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850265" algn="l"/>
              </a:tabLst>
            </a:pPr>
            <a:r>
              <a:rPr sz="2000" b="1" dirty="0" smtClean="0">
                <a:latin typeface="Arial"/>
                <a:cs typeface="Arial"/>
              </a:rPr>
              <a:t>For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each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e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ber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 the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u="heavy" spc="0" dirty="0" smtClean="0">
                <a:solidFill>
                  <a:srgbClr val="660066"/>
                </a:solidFill>
                <a:latin typeface="Arial"/>
                <a:cs typeface="Arial"/>
              </a:rPr>
              <a:t>l</a:t>
            </a:r>
            <a:r>
              <a:rPr sz="2000" b="1" u="heavy" spc="-15" dirty="0" smtClean="0">
                <a:solidFill>
                  <a:srgbClr val="660066"/>
                </a:solidFill>
                <a:latin typeface="Arial"/>
                <a:cs typeface="Arial"/>
              </a:rPr>
              <a:t>i</a:t>
            </a:r>
            <a:r>
              <a:rPr sz="2000" b="1" u="heavy" spc="0" dirty="0" smtClean="0">
                <a:solidFill>
                  <a:srgbClr val="660066"/>
                </a:solidFill>
                <a:latin typeface="Arial"/>
                <a:cs typeface="Arial"/>
              </a:rPr>
              <a:t>st</a:t>
            </a:r>
            <a:r>
              <a:rPr sz="2000" b="1" spc="0" dirty="0" smtClean="0">
                <a:latin typeface="Arial"/>
                <a:cs typeface="Arial"/>
              </a:rPr>
              <a:t>,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l</a:t>
            </a:r>
            <a:r>
              <a:rPr sz="2000" b="1" spc="-15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st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co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prehens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on</a:t>
            </a:r>
            <a:endParaRPr sz="2000">
              <a:latin typeface="Arial"/>
              <a:cs typeface="Arial"/>
            </a:endParaRPr>
          </a:p>
          <a:p>
            <a:pPr marL="1339850" lvl="1" indent="-413384">
              <a:lnSpc>
                <a:spcPct val="100000"/>
              </a:lnSpc>
              <a:buClr>
                <a:srgbClr val="FF0000"/>
              </a:buClr>
              <a:buSzPct val="110000"/>
              <a:buFont typeface="Arial"/>
              <a:buAutoNum type="arabicPeriod"/>
              <a:tabLst>
                <a:tab pos="1339850" algn="l"/>
              </a:tabLst>
            </a:pPr>
            <a:r>
              <a:rPr sz="2000" b="1" dirty="0" smtClean="0">
                <a:latin typeface="Arial"/>
                <a:cs typeface="Arial"/>
              </a:rPr>
              <a:t>se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s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u="heavy" spc="0" dirty="0" smtClean="0">
                <a:solidFill>
                  <a:srgbClr val="FF3300"/>
                </a:solidFill>
                <a:latin typeface="Arial"/>
                <a:cs typeface="Arial"/>
              </a:rPr>
              <a:t>name</a:t>
            </a:r>
            <a:r>
              <a:rPr sz="2000" b="1" spc="-20" dirty="0" smtClean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equal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to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that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me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ber,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and</a:t>
            </a:r>
            <a:endParaRPr sz="2000">
              <a:latin typeface="Arial"/>
              <a:cs typeface="Arial"/>
            </a:endParaRPr>
          </a:p>
          <a:p>
            <a:pPr marL="1269365" lvl="1" indent="-342900">
              <a:lnSpc>
                <a:spcPct val="100000"/>
              </a:lnSpc>
              <a:buClr>
                <a:srgbClr val="FF0000"/>
              </a:buClr>
              <a:buSzPct val="110000"/>
              <a:buFont typeface="Arial"/>
              <a:buAutoNum type="arabicPeriod"/>
              <a:tabLst>
                <a:tab pos="1269365" algn="l"/>
              </a:tabLst>
            </a:pPr>
            <a:r>
              <a:rPr sz="2000" b="1" spc="0" dirty="0" smtClean="0">
                <a:latin typeface="Arial"/>
                <a:cs typeface="Arial"/>
              </a:rPr>
              <a:t>calculates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 n</a:t>
            </a:r>
            <a:r>
              <a:rPr sz="2000" b="1" spc="-15" dirty="0" smtClean="0">
                <a:latin typeface="Arial"/>
                <a:cs typeface="Arial"/>
              </a:rPr>
              <a:t>e</a:t>
            </a:r>
            <a:r>
              <a:rPr sz="2000" b="1" spc="0" dirty="0" smtClean="0">
                <a:latin typeface="Arial"/>
                <a:cs typeface="Arial"/>
              </a:rPr>
              <a:t>w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-25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alue using </a:t>
            </a:r>
            <a:r>
              <a:rPr sz="2000" b="1" u="heavy" spc="0" dirty="0" smtClean="0">
                <a:solidFill>
                  <a:srgbClr val="0000FF"/>
                </a:solidFill>
                <a:latin typeface="Arial"/>
                <a:cs typeface="Arial"/>
              </a:rPr>
              <a:t>expre</a:t>
            </a:r>
            <a:r>
              <a:rPr sz="2000" b="1" u="heavy" spc="5" dirty="0" smtClean="0">
                <a:solidFill>
                  <a:srgbClr val="0000FF"/>
                </a:solidFill>
                <a:latin typeface="Arial"/>
                <a:cs typeface="Arial"/>
              </a:rPr>
              <a:t>s</a:t>
            </a:r>
            <a:r>
              <a:rPr sz="2000" b="1" u="heavy" spc="0" dirty="0" smtClean="0">
                <a:solidFill>
                  <a:srgbClr val="0000FF"/>
                </a:solidFill>
                <a:latin typeface="Arial"/>
                <a:cs typeface="Arial"/>
              </a:rPr>
              <a:t>sio</a:t>
            </a:r>
            <a:r>
              <a:rPr sz="2000" b="1" u="heavy" spc="-5" dirty="0" smtClean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2000" b="1" spc="0" dirty="0" smtClean="0">
                <a:latin typeface="Arial"/>
                <a:cs typeface="Arial"/>
              </a:rPr>
              <a:t>,</a:t>
            </a:r>
            <a:endParaRPr sz="2000">
              <a:latin typeface="Arial"/>
              <a:cs typeface="Arial"/>
            </a:endParaRPr>
          </a:p>
          <a:p>
            <a:pPr marL="850265" indent="-3810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850265" algn="l"/>
              </a:tabLst>
            </a:pPr>
            <a:r>
              <a:rPr sz="2000" b="1" dirty="0" smtClean="0">
                <a:latin typeface="Arial"/>
                <a:cs typeface="Arial"/>
              </a:rPr>
              <a:t>It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then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col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ec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s</a:t>
            </a:r>
            <a:r>
              <a:rPr sz="2000" b="1" spc="-4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5" dirty="0" smtClean="0">
                <a:latin typeface="Arial"/>
                <a:cs typeface="Arial"/>
              </a:rPr>
              <a:t>s</a:t>
            </a:r>
            <a:r>
              <a:rPr sz="2000" b="1" spc="0" dirty="0" smtClean="0">
                <a:latin typeface="Arial"/>
                <a:cs typeface="Arial"/>
              </a:rPr>
              <a:t>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n</a:t>
            </a:r>
            <a:r>
              <a:rPr sz="2000" b="1" spc="-10" dirty="0" smtClean="0">
                <a:latin typeface="Arial"/>
                <a:cs typeface="Arial"/>
              </a:rPr>
              <a:t>e</a:t>
            </a:r>
            <a:r>
              <a:rPr sz="2000" b="1" spc="0" dirty="0" smtClean="0">
                <a:latin typeface="Arial"/>
                <a:cs typeface="Arial"/>
              </a:rPr>
              <a:t>w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-25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alues</a:t>
            </a:r>
            <a:r>
              <a:rPr sz="2000" b="1" spc="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into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 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ist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2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hich</a:t>
            </a:r>
            <a:r>
              <a:rPr sz="2000" b="1" spc="-4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is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endParaRPr sz="2000">
              <a:latin typeface="Arial"/>
              <a:cs typeface="Arial"/>
            </a:endParaRPr>
          </a:p>
          <a:p>
            <a:pPr marL="850265">
              <a:lnSpc>
                <a:spcPts val="2120"/>
              </a:lnSpc>
            </a:pPr>
            <a:r>
              <a:rPr sz="2000" b="1" dirty="0" smtClean="0">
                <a:latin typeface="Arial"/>
                <a:cs typeface="Arial"/>
              </a:rPr>
              <a:t>return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-25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al</a:t>
            </a:r>
            <a:r>
              <a:rPr sz="2000" b="1" spc="-10" dirty="0" smtClean="0">
                <a:latin typeface="Arial"/>
                <a:cs typeface="Arial"/>
              </a:rPr>
              <a:t>u</a:t>
            </a:r>
            <a:r>
              <a:rPr sz="2000" b="1" spc="0" dirty="0" smtClean="0">
                <a:latin typeface="Arial"/>
                <a:cs typeface="Arial"/>
              </a:rPr>
              <a:t>e</a:t>
            </a:r>
            <a:r>
              <a:rPr sz="2000" b="1" spc="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l</a:t>
            </a:r>
            <a:r>
              <a:rPr sz="2000" b="1" spc="-15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st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co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prehens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on.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105400" y="228600"/>
            <a:ext cx="3733800" cy="396239"/>
          </a:xfrm>
          <a:custGeom>
            <a:avLst/>
            <a:gdLst/>
            <a:ahLst/>
            <a:cxnLst/>
            <a:rect l="l" t="t" r="r" b="b"/>
            <a:pathLst>
              <a:path w="3733800" h="396239">
                <a:moveTo>
                  <a:pt x="0" y="396239"/>
                </a:moveTo>
                <a:lnTo>
                  <a:pt x="3733800" y="396239"/>
                </a:lnTo>
                <a:lnTo>
                  <a:pt x="3733800" y="0"/>
                </a:lnTo>
                <a:lnTo>
                  <a:pt x="0" y="0"/>
                </a:lnTo>
                <a:lnTo>
                  <a:pt x="0" y="396239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5185028" y="267208"/>
            <a:ext cx="3547745" cy="3155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 smtClean="0">
                <a:latin typeface="Arial"/>
                <a:cs typeface="Arial"/>
              </a:rPr>
              <a:t>[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u="heavy" spc="0" dirty="0" smtClean="0">
                <a:solidFill>
                  <a:srgbClr val="0000FF"/>
                </a:solidFill>
                <a:latin typeface="Arial"/>
                <a:cs typeface="Arial"/>
              </a:rPr>
              <a:t>expressi</a:t>
            </a:r>
            <a:r>
              <a:rPr sz="2000" b="1" u="heavy" spc="-10" dirty="0" smtClean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2000" b="1" u="heavy" spc="0" dirty="0" smtClean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2000" b="1" spc="-3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for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u="heavy" spc="0" dirty="0" smtClean="0">
                <a:solidFill>
                  <a:srgbClr val="FF3300"/>
                </a:solidFill>
                <a:latin typeface="Arial"/>
                <a:cs typeface="Arial"/>
              </a:rPr>
              <a:t>na</a:t>
            </a:r>
            <a:r>
              <a:rPr sz="2000" b="1" u="heavy" spc="-10" dirty="0" smtClean="0">
                <a:solidFill>
                  <a:srgbClr val="FF3300"/>
                </a:solidFill>
                <a:latin typeface="Arial"/>
                <a:cs typeface="Arial"/>
              </a:rPr>
              <a:t>m</a:t>
            </a:r>
            <a:r>
              <a:rPr sz="2000" b="1" u="heavy" spc="0" dirty="0" smtClean="0">
                <a:solidFill>
                  <a:srgbClr val="FF3300"/>
                </a:solidFill>
                <a:latin typeface="Arial"/>
                <a:cs typeface="Arial"/>
              </a:rPr>
              <a:t>e</a:t>
            </a:r>
            <a:r>
              <a:rPr sz="2000" b="1" spc="-15" dirty="0" smtClean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u="heavy" spc="0" dirty="0" smtClean="0">
                <a:solidFill>
                  <a:srgbClr val="660066"/>
                </a:solidFill>
                <a:latin typeface="Arial"/>
                <a:cs typeface="Arial"/>
              </a:rPr>
              <a:t>l</a:t>
            </a:r>
            <a:r>
              <a:rPr sz="2000" b="1" u="heavy" spc="-15" dirty="0" smtClean="0">
                <a:solidFill>
                  <a:srgbClr val="660066"/>
                </a:solidFill>
                <a:latin typeface="Arial"/>
                <a:cs typeface="Arial"/>
              </a:rPr>
              <a:t>i</a:t>
            </a:r>
            <a:r>
              <a:rPr sz="2000" b="1" u="heavy" spc="0" dirty="0" smtClean="0">
                <a:solidFill>
                  <a:srgbClr val="660066"/>
                </a:solidFill>
                <a:latin typeface="Arial"/>
                <a:cs typeface="Arial"/>
              </a:rPr>
              <a:t>st</a:t>
            </a:r>
            <a:r>
              <a:rPr sz="2000" b="1" spc="-25" dirty="0" smtClean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]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65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600" y="2971800"/>
            <a:ext cx="6324600" cy="1447800"/>
          </a:xfrm>
          <a:custGeom>
            <a:avLst/>
            <a:gdLst/>
            <a:ahLst/>
            <a:cxnLst/>
            <a:rect l="l" t="t" r="r" b="b"/>
            <a:pathLst>
              <a:path w="6324600" h="1447800">
                <a:moveTo>
                  <a:pt x="0" y="1447800"/>
                </a:moveTo>
                <a:lnTo>
                  <a:pt x="6324600" y="1447800"/>
                </a:lnTo>
                <a:lnTo>
                  <a:pt x="6324600" y="0"/>
                </a:lnTo>
                <a:lnTo>
                  <a:pt x="0" y="0"/>
                </a:lnTo>
                <a:lnTo>
                  <a:pt x="0" y="14478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09600" y="2971800"/>
            <a:ext cx="6324600" cy="1447800"/>
          </a:xfrm>
          <a:custGeom>
            <a:avLst/>
            <a:gdLst/>
            <a:ahLst/>
            <a:cxnLst/>
            <a:rect l="l" t="t" r="r" b="b"/>
            <a:pathLst>
              <a:path w="6324600" h="1447800">
                <a:moveTo>
                  <a:pt x="0" y="1447800"/>
                </a:moveTo>
                <a:lnTo>
                  <a:pt x="6324600" y="1447800"/>
                </a:lnTo>
                <a:lnTo>
                  <a:pt x="6324600" y="0"/>
                </a:lnTo>
                <a:lnTo>
                  <a:pt x="0" y="0"/>
                </a:lnTo>
                <a:lnTo>
                  <a:pt x="0" y="14478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5454" y="551941"/>
            <a:ext cx="5081270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952500" algn="l"/>
                <a:tab pos="4813935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List	Comprehensions	3</a:t>
            </a:r>
            <a:endParaRPr sz="3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5454" y="1722694"/>
            <a:ext cx="7272655" cy="23247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marR="12700" indent="-342900">
              <a:lnSpc>
                <a:spcPct val="87900"/>
              </a:lnSpc>
              <a:buClr>
                <a:srgbClr val="FF0000"/>
              </a:buClr>
              <a:buSzPct val="108333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latin typeface="Arial"/>
                <a:cs typeface="Arial"/>
              </a:rPr>
              <a:t>If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the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elements of</a:t>
            </a:r>
            <a:r>
              <a:rPr sz="2400" b="1" spc="5" dirty="0" smtClean="0">
                <a:latin typeface="Arial"/>
                <a:cs typeface="Arial"/>
              </a:rPr>
              <a:t> </a:t>
            </a:r>
            <a:r>
              <a:rPr sz="2400" b="1" u="heavy" spc="0" dirty="0" smtClean="0">
                <a:solidFill>
                  <a:srgbClr val="660066"/>
                </a:solidFill>
                <a:latin typeface="Arial"/>
                <a:cs typeface="Arial"/>
              </a:rPr>
              <a:t>l</a:t>
            </a:r>
            <a:r>
              <a:rPr sz="2400" b="1" u="heavy" spc="5" dirty="0" smtClean="0">
                <a:solidFill>
                  <a:srgbClr val="660066"/>
                </a:solidFill>
                <a:latin typeface="Arial"/>
                <a:cs typeface="Arial"/>
              </a:rPr>
              <a:t>i</a:t>
            </a:r>
            <a:r>
              <a:rPr sz="2400" b="1" u="heavy" spc="0" dirty="0" smtClean="0">
                <a:solidFill>
                  <a:srgbClr val="660066"/>
                </a:solidFill>
                <a:latin typeface="Arial"/>
                <a:cs typeface="Arial"/>
              </a:rPr>
              <a:t>st</a:t>
            </a:r>
            <a:r>
              <a:rPr sz="2400" b="1" spc="-15" dirty="0" smtClean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are other c</a:t>
            </a:r>
            <a:r>
              <a:rPr sz="2400" b="1" spc="-10" dirty="0" smtClean="0">
                <a:latin typeface="Arial"/>
                <a:cs typeface="Arial"/>
              </a:rPr>
              <a:t>o</a:t>
            </a:r>
            <a:r>
              <a:rPr sz="2400" b="1" spc="0" dirty="0" smtClean="0">
                <a:latin typeface="Arial"/>
                <a:cs typeface="Arial"/>
              </a:rPr>
              <a:t>l</a:t>
            </a:r>
            <a:r>
              <a:rPr sz="2400" b="1" spc="5" dirty="0" smtClean="0">
                <a:latin typeface="Arial"/>
                <a:cs typeface="Arial"/>
              </a:rPr>
              <a:t>l</a:t>
            </a:r>
            <a:r>
              <a:rPr sz="2400" b="1" spc="0" dirty="0" smtClean="0">
                <a:latin typeface="Arial"/>
                <a:cs typeface="Arial"/>
              </a:rPr>
              <a:t>ections,</a:t>
            </a:r>
            <a:r>
              <a:rPr sz="2400" b="1" spc="-3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then </a:t>
            </a:r>
            <a:r>
              <a:rPr sz="2400" b="1" u="heavy" spc="0" dirty="0" smtClean="0">
                <a:solidFill>
                  <a:srgbClr val="FF3300"/>
                </a:solidFill>
                <a:latin typeface="Arial"/>
                <a:cs typeface="Arial"/>
              </a:rPr>
              <a:t>name</a:t>
            </a:r>
            <a:r>
              <a:rPr sz="2400" b="1" spc="-5" dirty="0" smtClean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can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be replaced by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</a:t>
            </a:r>
            <a:r>
              <a:rPr sz="2400" b="1" spc="5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collect</a:t>
            </a:r>
            <a:r>
              <a:rPr sz="2400" b="1" i="1" spc="5" dirty="0" smtClean="0">
                <a:latin typeface="Arial"/>
                <a:cs typeface="Arial"/>
              </a:rPr>
              <a:t>i</a:t>
            </a:r>
            <a:r>
              <a:rPr sz="2400" b="1" i="1" spc="0" dirty="0" smtClean="0">
                <a:latin typeface="Arial"/>
                <a:cs typeface="Arial"/>
              </a:rPr>
              <a:t>on</a:t>
            </a:r>
            <a:r>
              <a:rPr sz="2400" b="1" i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of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names that match the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“sh</a:t>
            </a:r>
            <a:r>
              <a:rPr sz="2400" b="1" spc="-10" dirty="0" smtClean="0">
                <a:latin typeface="Arial"/>
                <a:cs typeface="Arial"/>
              </a:rPr>
              <a:t>a</a:t>
            </a:r>
            <a:r>
              <a:rPr sz="2400" b="1" spc="0" dirty="0" smtClean="0">
                <a:latin typeface="Arial"/>
                <a:cs typeface="Arial"/>
              </a:rPr>
              <a:t>pe” of the</a:t>
            </a:r>
            <a:r>
              <a:rPr sz="2400" b="1" spc="-5" dirty="0" smtClean="0">
                <a:latin typeface="Arial"/>
                <a:cs typeface="Arial"/>
              </a:rPr>
              <a:t> </a:t>
            </a:r>
            <a:r>
              <a:rPr sz="2400" b="1" u="heavy" spc="0" dirty="0" smtClean="0">
                <a:solidFill>
                  <a:srgbClr val="660066"/>
                </a:solidFill>
                <a:latin typeface="Arial"/>
                <a:cs typeface="Arial"/>
              </a:rPr>
              <a:t>l</a:t>
            </a:r>
            <a:r>
              <a:rPr sz="2400" b="1" u="heavy" spc="5" dirty="0" smtClean="0">
                <a:solidFill>
                  <a:srgbClr val="660066"/>
                </a:solidFill>
                <a:latin typeface="Arial"/>
                <a:cs typeface="Arial"/>
              </a:rPr>
              <a:t>i</a:t>
            </a:r>
            <a:r>
              <a:rPr sz="2400" b="1" u="heavy" spc="0" dirty="0" smtClean="0">
                <a:solidFill>
                  <a:srgbClr val="660066"/>
                </a:solidFill>
                <a:latin typeface="Arial"/>
                <a:cs typeface="Arial"/>
              </a:rPr>
              <a:t>st</a:t>
            </a:r>
            <a:r>
              <a:rPr sz="2400" b="1" spc="-15" dirty="0" smtClean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members.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600"/>
              </a:lnSpc>
              <a:spcBef>
                <a:spcPts val="8"/>
              </a:spcBef>
            </a:pPr>
            <a:endParaRPr sz="6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12700">
              <a:lnSpc>
                <a:spcPct val="100000"/>
              </a:lnSpc>
            </a:pPr>
            <a:r>
              <a:rPr sz="2000" b="1" spc="-5" dirty="0" smtClean="0">
                <a:latin typeface="Courier New"/>
                <a:cs typeface="Courier New"/>
              </a:rPr>
              <a:t>&gt;&gt;</a:t>
            </a:r>
            <a:r>
              <a:rPr sz="2000" b="1" spc="0" dirty="0" smtClean="0">
                <a:latin typeface="Courier New"/>
                <a:cs typeface="Courier New"/>
              </a:rPr>
              <a:t>&gt;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660066"/>
                </a:solidFill>
                <a:latin typeface="Courier New"/>
                <a:cs typeface="Courier New"/>
              </a:rPr>
              <a:t>l</a:t>
            </a:r>
            <a:r>
              <a:rPr sz="2000" b="1" spc="0" dirty="0" smtClean="0">
                <a:solidFill>
                  <a:srgbClr val="660066"/>
                </a:solidFill>
                <a:latin typeface="Courier New"/>
                <a:cs typeface="Courier New"/>
              </a:rPr>
              <a:t>i</a:t>
            </a:r>
            <a:r>
              <a:rPr sz="2000" b="1" spc="-5" dirty="0" smtClean="0">
                <a:solidFill>
                  <a:srgbClr val="660066"/>
                </a:solidFill>
                <a:latin typeface="Courier New"/>
                <a:cs typeface="Courier New"/>
              </a:rPr>
              <a:t> </a:t>
            </a:r>
            <a:r>
              <a:rPr sz="2000" b="1" spc="0" dirty="0" smtClean="0">
                <a:solidFill>
                  <a:srgbClr val="660066"/>
                </a:solidFill>
                <a:latin typeface="Courier New"/>
                <a:cs typeface="Courier New"/>
              </a:rPr>
              <a:t>=</a:t>
            </a:r>
            <a:r>
              <a:rPr sz="2000" b="1" spc="-5" dirty="0" smtClean="0">
                <a:solidFill>
                  <a:srgbClr val="660066"/>
                </a:solidFill>
                <a:latin typeface="Courier New"/>
                <a:cs typeface="Courier New"/>
              </a:rPr>
              <a:t> [(‘a’</a:t>
            </a:r>
            <a:r>
              <a:rPr sz="2000" b="1" spc="0" dirty="0" smtClean="0">
                <a:solidFill>
                  <a:srgbClr val="660066"/>
                </a:solidFill>
                <a:latin typeface="Courier New"/>
                <a:cs typeface="Courier New"/>
              </a:rPr>
              <a:t>,</a:t>
            </a:r>
            <a:r>
              <a:rPr sz="2000" b="1" spc="-5" dirty="0" smtClean="0">
                <a:solidFill>
                  <a:srgbClr val="660066"/>
                </a:solidFill>
                <a:latin typeface="Courier New"/>
                <a:cs typeface="Courier New"/>
              </a:rPr>
              <a:t> 1)</a:t>
            </a:r>
            <a:r>
              <a:rPr sz="2000" b="1" spc="0" dirty="0" smtClean="0">
                <a:solidFill>
                  <a:srgbClr val="660066"/>
                </a:solidFill>
                <a:latin typeface="Courier New"/>
                <a:cs typeface="Courier New"/>
              </a:rPr>
              <a:t>,</a:t>
            </a:r>
            <a:r>
              <a:rPr sz="2000" b="1" spc="-5" dirty="0" smtClean="0">
                <a:solidFill>
                  <a:srgbClr val="660066"/>
                </a:solidFill>
                <a:latin typeface="Courier New"/>
                <a:cs typeface="Courier New"/>
              </a:rPr>
              <a:t> (‘b’</a:t>
            </a:r>
            <a:r>
              <a:rPr sz="2000" b="1" spc="0" dirty="0" smtClean="0">
                <a:solidFill>
                  <a:srgbClr val="660066"/>
                </a:solidFill>
                <a:latin typeface="Courier New"/>
                <a:cs typeface="Courier New"/>
              </a:rPr>
              <a:t>,</a:t>
            </a:r>
            <a:r>
              <a:rPr sz="2000" b="1" spc="-5" dirty="0" smtClean="0">
                <a:solidFill>
                  <a:srgbClr val="660066"/>
                </a:solidFill>
                <a:latin typeface="Courier New"/>
                <a:cs typeface="Courier New"/>
              </a:rPr>
              <a:t> 2)</a:t>
            </a:r>
            <a:r>
              <a:rPr sz="2000" b="1" spc="0" dirty="0" smtClean="0">
                <a:solidFill>
                  <a:srgbClr val="660066"/>
                </a:solidFill>
                <a:latin typeface="Courier New"/>
                <a:cs typeface="Courier New"/>
              </a:rPr>
              <a:t>,</a:t>
            </a:r>
            <a:r>
              <a:rPr sz="2000" b="1" spc="-5" dirty="0" smtClean="0">
                <a:solidFill>
                  <a:srgbClr val="660066"/>
                </a:solidFill>
                <a:latin typeface="Courier New"/>
                <a:cs typeface="Courier New"/>
              </a:rPr>
              <a:t> (‘c’</a:t>
            </a:r>
            <a:r>
              <a:rPr sz="2000" b="1" spc="0" dirty="0" smtClean="0">
                <a:solidFill>
                  <a:srgbClr val="660066"/>
                </a:solidFill>
                <a:latin typeface="Courier New"/>
                <a:cs typeface="Courier New"/>
              </a:rPr>
              <a:t>,</a:t>
            </a:r>
            <a:r>
              <a:rPr sz="2000" b="1" spc="-5" dirty="0" smtClean="0">
                <a:solidFill>
                  <a:srgbClr val="660066"/>
                </a:solidFill>
                <a:latin typeface="Courier New"/>
                <a:cs typeface="Courier New"/>
              </a:rPr>
              <a:t> 7)]</a:t>
            </a:r>
            <a:endParaRPr sz="2000">
              <a:latin typeface="Courier New"/>
              <a:cs typeface="Courier New"/>
            </a:endParaRPr>
          </a:p>
          <a:p>
            <a:pPr marL="12700" marR="2839085">
              <a:lnSpc>
                <a:spcPct val="110000"/>
              </a:lnSpc>
            </a:pPr>
            <a:r>
              <a:rPr sz="2000" b="1" spc="-5" dirty="0" smtClean="0">
                <a:latin typeface="Courier New"/>
                <a:cs typeface="Courier New"/>
              </a:rPr>
              <a:t>&gt;&gt;</a:t>
            </a:r>
            <a:r>
              <a:rPr sz="2000" b="1" spc="0" dirty="0" smtClean="0">
                <a:latin typeface="Courier New"/>
                <a:cs typeface="Courier New"/>
              </a:rPr>
              <a:t>&gt;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[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n</a:t>
            </a: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0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*</a:t>
            </a: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0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3</a:t>
            </a: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for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FF3300"/>
                </a:solidFill>
                <a:latin typeface="Courier New"/>
                <a:cs typeface="Courier New"/>
              </a:rPr>
              <a:t>(x</a:t>
            </a:r>
            <a:r>
              <a:rPr sz="20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,</a:t>
            </a:r>
            <a:r>
              <a:rPr sz="2000" b="1" spc="-5" dirty="0" smtClean="0">
                <a:solidFill>
                  <a:srgbClr val="FF3300"/>
                </a:solidFill>
                <a:latin typeface="Courier New"/>
                <a:cs typeface="Courier New"/>
              </a:rPr>
              <a:t> n</a:t>
            </a:r>
            <a:r>
              <a:rPr sz="20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)</a:t>
            </a:r>
            <a:r>
              <a:rPr sz="2000" b="1" spc="-5" dirty="0" smtClean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latin typeface="Courier New"/>
                <a:cs typeface="Courier New"/>
              </a:rPr>
              <a:t>i</a:t>
            </a:r>
            <a:r>
              <a:rPr sz="2000" b="1" spc="0" dirty="0" smtClean="0">
                <a:latin typeface="Courier New"/>
                <a:cs typeface="Courier New"/>
              </a:rPr>
              <a:t>n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660066"/>
                </a:solidFill>
                <a:latin typeface="Courier New"/>
                <a:cs typeface="Courier New"/>
              </a:rPr>
              <a:t>li</a:t>
            </a:r>
            <a:r>
              <a:rPr sz="2000" b="1" spc="0" dirty="0" smtClean="0">
                <a:latin typeface="Courier New"/>
                <a:cs typeface="Courier New"/>
              </a:rPr>
              <a:t>] </a:t>
            </a:r>
            <a:r>
              <a:rPr sz="2000" b="1" spc="-5" dirty="0" smtClean="0">
                <a:latin typeface="Courier New"/>
                <a:cs typeface="Courier New"/>
              </a:rPr>
              <a:t>[3</a:t>
            </a:r>
            <a:r>
              <a:rPr sz="2000" b="1" spc="0" dirty="0" smtClean="0">
                <a:latin typeface="Courier New"/>
                <a:cs typeface="Courier New"/>
              </a:rPr>
              <a:t>,</a:t>
            </a:r>
            <a:r>
              <a:rPr sz="2000" b="1" spc="-5" dirty="0" smtClean="0">
                <a:latin typeface="Courier New"/>
                <a:cs typeface="Courier New"/>
              </a:rPr>
              <a:t> 6</a:t>
            </a:r>
            <a:r>
              <a:rPr sz="2000" b="1" spc="0" dirty="0" smtClean="0">
                <a:latin typeface="Courier New"/>
                <a:cs typeface="Courier New"/>
              </a:rPr>
              <a:t>,</a:t>
            </a:r>
            <a:r>
              <a:rPr sz="2000" b="1" spc="-5" dirty="0" smtClean="0">
                <a:latin typeface="Courier New"/>
                <a:cs typeface="Courier New"/>
              </a:rPr>
              <a:t> 21]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105400" y="228600"/>
            <a:ext cx="3733800" cy="396239"/>
          </a:xfrm>
          <a:custGeom>
            <a:avLst/>
            <a:gdLst/>
            <a:ahLst/>
            <a:cxnLst/>
            <a:rect l="l" t="t" r="r" b="b"/>
            <a:pathLst>
              <a:path w="3733800" h="396239">
                <a:moveTo>
                  <a:pt x="0" y="396239"/>
                </a:moveTo>
                <a:lnTo>
                  <a:pt x="3733800" y="396239"/>
                </a:lnTo>
                <a:lnTo>
                  <a:pt x="3733800" y="0"/>
                </a:lnTo>
                <a:lnTo>
                  <a:pt x="0" y="0"/>
                </a:lnTo>
                <a:lnTo>
                  <a:pt x="0" y="396239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185028" y="267208"/>
            <a:ext cx="3547745" cy="3155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 smtClean="0">
                <a:latin typeface="Arial"/>
                <a:cs typeface="Arial"/>
              </a:rPr>
              <a:t>[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u="heavy" spc="0" dirty="0" smtClean="0">
                <a:solidFill>
                  <a:srgbClr val="0000FF"/>
                </a:solidFill>
                <a:latin typeface="Arial"/>
                <a:cs typeface="Arial"/>
              </a:rPr>
              <a:t>expressi</a:t>
            </a:r>
            <a:r>
              <a:rPr sz="2000" b="1" u="heavy" spc="-10" dirty="0" smtClean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2000" b="1" u="heavy" spc="0" dirty="0" smtClean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2000" b="1" spc="-3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for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u="heavy" spc="0" dirty="0" smtClean="0">
                <a:solidFill>
                  <a:srgbClr val="FF3300"/>
                </a:solidFill>
                <a:latin typeface="Arial"/>
                <a:cs typeface="Arial"/>
              </a:rPr>
              <a:t>na</a:t>
            </a:r>
            <a:r>
              <a:rPr sz="2000" b="1" u="heavy" spc="-10" dirty="0" smtClean="0">
                <a:solidFill>
                  <a:srgbClr val="FF3300"/>
                </a:solidFill>
                <a:latin typeface="Arial"/>
                <a:cs typeface="Arial"/>
              </a:rPr>
              <a:t>m</a:t>
            </a:r>
            <a:r>
              <a:rPr sz="2000" b="1" u="heavy" spc="0" dirty="0" smtClean="0">
                <a:solidFill>
                  <a:srgbClr val="FF3300"/>
                </a:solidFill>
                <a:latin typeface="Arial"/>
                <a:cs typeface="Arial"/>
              </a:rPr>
              <a:t>e</a:t>
            </a:r>
            <a:r>
              <a:rPr sz="2000" b="1" spc="-15" dirty="0" smtClean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u="heavy" spc="0" dirty="0" smtClean="0">
                <a:solidFill>
                  <a:srgbClr val="660066"/>
                </a:solidFill>
                <a:latin typeface="Arial"/>
                <a:cs typeface="Arial"/>
              </a:rPr>
              <a:t>l</a:t>
            </a:r>
            <a:r>
              <a:rPr sz="2000" b="1" u="heavy" spc="-15" dirty="0" smtClean="0">
                <a:solidFill>
                  <a:srgbClr val="660066"/>
                </a:solidFill>
                <a:latin typeface="Arial"/>
                <a:cs typeface="Arial"/>
              </a:rPr>
              <a:t>i</a:t>
            </a:r>
            <a:r>
              <a:rPr sz="2000" b="1" u="heavy" spc="0" dirty="0" smtClean="0">
                <a:solidFill>
                  <a:srgbClr val="660066"/>
                </a:solidFill>
                <a:latin typeface="Arial"/>
                <a:cs typeface="Arial"/>
              </a:rPr>
              <a:t>st</a:t>
            </a:r>
            <a:r>
              <a:rPr sz="2000" b="1" spc="-25" dirty="0" smtClean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]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66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5454" y="551941"/>
            <a:ext cx="6603365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2730500" algn="l"/>
                <a:tab pos="6336030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Fi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l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tered</a:t>
            </a:r>
            <a:r>
              <a:rPr sz="3600" b="1" spc="10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List	Comprehensi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o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n	1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308226"/>
            <a:ext cx="7785734" cy="358330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marR="12700" indent="-342900">
              <a:lnSpc>
                <a:spcPts val="2880"/>
              </a:lnSpc>
              <a:buClr>
                <a:srgbClr val="FF0000"/>
              </a:buClr>
              <a:buSzPct val="108333"/>
              <a:buFont typeface="Wingdings"/>
              <a:buChar char=""/>
              <a:tabLst>
                <a:tab pos="354965" algn="l"/>
                <a:tab pos="1269365" algn="l"/>
              </a:tabLst>
            </a:pPr>
            <a:r>
              <a:rPr sz="2400" b="1" u="heavy" dirty="0" smtClean="0">
                <a:solidFill>
                  <a:srgbClr val="008000"/>
                </a:solidFill>
                <a:latin typeface="Arial"/>
                <a:cs typeface="Arial"/>
              </a:rPr>
              <a:t>Fil</a:t>
            </a:r>
            <a:r>
              <a:rPr sz="2400" b="1" u="heavy" spc="5" dirty="0" smtClean="0">
                <a:solidFill>
                  <a:srgbClr val="008000"/>
                </a:solidFill>
                <a:latin typeface="Arial"/>
                <a:cs typeface="Arial"/>
              </a:rPr>
              <a:t>t</a:t>
            </a:r>
            <a:r>
              <a:rPr sz="2400" b="1" u="heavy" spc="0" dirty="0" smtClean="0">
                <a:solidFill>
                  <a:srgbClr val="008000"/>
                </a:solidFill>
                <a:latin typeface="Arial"/>
                <a:cs typeface="Arial"/>
              </a:rPr>
              <a:t>er</a:t>
            </a:r>
            <a:r>
              <a:rPr sz="2400" b="1" spc="0" dirty="0" smtClean="0">
                <a:solidFill>
                  <a:srgbClr val="008000"/>
                </a:solidFill>
                <a:latin typeface="Arial"/>
                <a:cs typeface="Arial"/>
              </a:rPr>
              <a:t>	</a:t>
            </a:r>
            <a:r>
              <a:rPr sz="2400" b="1" spc="0" dirty="0" smtClean="0">
                <a:latin typeface="Arial"/>
                <a:cs typeface="Arial"/>
              </a:rPr>
              <a:t>determines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15" dirty="0" smtClean="0">
                <a:latin typeface="Arial"/>
                <a:cs typeface="Arial"/>
              </a:rPr>
              <a:t>w</a:t>
            </a:r>
            <a:r>
              <a:rPr sz="2400" b="1" spc="0" dirty="0" smtClean="0">
                <a:latin typeface="Arial"/>
                <a:cs typeface="Arial"/>
              </a:rPr>
              <a:t>hether</a:t>
            </a:r>
            <a:r>
              <a:rPr sz="2400" b="1" spc="-25" dirty="0" smtClean="0">
                <a:latin typeface="Arial"/>
                <a:cs typeface="Arial"/>
              </a:rPr>
              <a:t> </a:t>
            </a:r>
            <a:r>
              <a:rPr sz="2400" b="1" u="heavy" spc="0" dirty="0" smtClean="0">
                <a:solidFill>
                  <a:srgbClr val="0000FF"/>
                </a:solidFill>
                <a:latin typeface="Arial"/>
                <a:cs typeface="Arial"/>
              </a:rPr>
              <a:t>ex</a:t>
            </a:r>
            <a:r>
              <a:rPr sz="2400" b="1" u="heavy" spc="-10" dirty="0" smtClean="0">
                <a:solidFill>
                  <a:srgbClr val="0000FF"/>
                </a:solidFill>
                <a:latin typeface="Arial"/>
                <a:cs typeface="Arial"/>
              </a:rPr>
              <a:t>p</a:t>
            </a:r>
            <a:r>
              <a:rPr sz="2400" b="1" u="heavy" spc="0" dirty="0" smtClean="0">
                <a:solidFill>
                  <a:srgbClr val="0000FF"/>
                </a:solidFill>
                <a:latin typeface="Arial"/>
                <a:cs typeface="Arial"/>
              </a:rPr>
              <a:t>ression</a:t>
            </a:r>
            <a:r>
              <a:rPr sz="2400" b="1" spc="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is </a:t>
            </a:r>
            <a:r>
              <a:rPr sz="2400" b="1" spc="-10" dirty="0" smtClean="0">
                <a:latin typeface="Arial"/>
                <a:cs typeface="Arial"/>
              </a:rPr>
              <a:t>p</a:t>
            </a:r>
            <a:r>
              <a:rPr sz="2400" b="1" spc="0" dirty="0" smtClean="0">
                <a:latin typeface="Arial"/>
                <a:cs typeface="Arial"/>
              </a:rPr>
              <a:t>erformed on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ea</a:t>
            </a:r>
            <a:r>
              <a:rPr sz="2400" b="1" spc="-10" dirty="0" smtClean="0">
                <a:latin typeface="Arial"/>
                <a:cs typeface="Arial"/>
              </a:rPr>
              <a:t>c</a:t>
            </a:r>
            <a:r>
              <a:rPr sz="2400" b="1" spc="0" dirty="0" smtClean="0">
                <a:latin typeface="Arial"/>
                <a:cs typeface="Arial"/>
              </a:rPr>
              <a:t>h member</a:t>
            </a:r>
            <a:r>
              <a:rPr sz="2400" b="1" spc="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of the</a:t>
            </a:r>
            <a:r>
              <a:rPr sz="2400" b="1" spc="-5" dirty="0" smtClean="0">
                <a:latin typeface="Arial"/>
                <a:cs typeface="Arial"/>
              </a:rPr>
              <a:t> </a:t>
            </a:r>
            <a:r>
              <a:rPr sz="2400" b="1" u="heavy" spc="0" dirty="0" smtClean="0">
                <a:solidFill>
                  <a:srgbClr val="660066"/>
                </a:solidFill>
                <a:latin typeface="Arial"/>
                <a:cs typeface="Arial"/>
              </a:rPr>
              <a:t>l</a:t>
            </a:r>
            <a:r>
              <a:rPr sz="2400" b="1" u="heavy" spc="5" dirty="0" smtClean="0">
                <a:solidFill>
                  <a:srgbClr val="660066"/>
                </a:solidFill>
                <a:latin typeface="Arial"/>
                <a:cs typeface="Arial"/>
              </a:rPr>
              <a:t>i</a:t>
            </a:r>
            <a:r>
              <a:rPr sz="2400" b="1" u="heavy" spc="0" dirty="0" smtClean="0">
                <a:solidFill>
                  <a:srgbClr val="660066"/>
                </a:solidFill>
                <a:latin typeface="Arial"/>
                <a:cs typeface="Arial"/>
              </a:rPr>
              <a:t>st</a:t>
            </a:r>
            <a:r>
              <a:rPr sz="2400" b="1" spc="0" dirty="0" smtClean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700"/>
              </a:lnSpc>
              <a:spcBef>
                <a:spcPts val="35"/>
              </a:spcBef>
              <a:buClr>
                <a:srgbClr val="FF0000"/>
              </a:buClr>
              <a:buFont typeface="Wingdings"/>
              <a:buChar char=""/>
            </a:pPr>
            <a:endParaRPr sz="700"/>
          </a:p>
          <a:p>
            <a:pPr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08333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latin typeface="Arial"/>
                <a:cs typeface="Arial"/>
              </a:rPr>
              <a:t>When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proc</a:t>
            </a:r>
            <a:r>
              <a:rPr sz="2400" b="1" spc="-10" dirty="0" smtClean="0">
                <a:latin typeface="Arial"/>
                <a:cs typeface="Arial"/>
              </a:rPr>
              <a:t>e</a:t>
            </a:r>
            <a:r>
              <a:rPr sz="2400" b="1" spc="0" dirty="0" smtClean="0">
                <a:latin typeface="Arial"/>
                <a:cs typeface="Arial"/>
              </a:rPr>
              <a:t>ssing each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element of</a:t>
            </a:r>
            <a:r>
              <a:rPr sz="2400" b="1" spc="5" dirty="0" smtClean="0">
                <a:latin typeface="Arial"/>
                <a:cs typeface="Arial"/>
              </a:rPr>
              <a:t> </a:t>
            </a:r>
            <a:r>
              <a:rPr sz="2400" b="1" u="heavy" spc="0" dirty="0" smtClean="0">
                <a:solidFill>
                  <a:srgbClr val="660066"/>
                </a:solidFill>
                <a:latin typeface="Arial"/>
                <a:cs typeface="Arial"/>
              </a:rPr>
              <a:t>l</a:t>
            </a:r>
            <a:r>
              <a:rPr sz="2400" b="1" u="heavy" spc="5" dirty="0" smtClean="0">
                <a:solidFill>
                  <a:srgbClr val="660066"/>
                </a:solidFill>
                <a:latin typeface="Arial"/>
                <a:cs typeface="Arial"/>
              </a:rPr>
              <a:t>i</a:t>
            </a:r>
            <a:r>
              <a:rPr sz="2400" b="1" u="heavy" spc="0" dirty="0" smtClean="0">
                <a:solidFill>
                  <a:srgbClr val="660066"/>
                </a:solidFill>
                <a:latin typeface="Arial"/>
                <a:cs typeface="Arial"/>
              </a:rPr>
              <a:t>s</a:t>
            </a:r>
            <a:r>
              <a:rPr sz="2400" b="1" u="heavy" spc="5" dirty="0" smtClean="0">
                <a:solidFill>
                  <a:srgbClr val="660066"/>
                </a:solidFill>
                <a:latin typeface="Arial"/>
                <a:cs typeface="Arial"/>
              </a:rPr>
              <a:t>t</a:t>
            </a:r>
            <a:r>
              <a:rPr sz="2400" b="1" spc="0" dirty="0" smtClean="0">
                <a:latin typeface="Arial"/>
                <a:cs typeface="Arial"/>
              </a:rPr>
              <a:t>,</a:t>
            </a:r>
            <a:r>
              <a:rPr sz="2400" b="1" spc="-4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f</a:t>
            </a:r>
            <a:r>
              <a:rPr sz="2400" b="1" spc="5" dirty="0" smtClean="0">
                <a:latin typeface="Arial"/>
                <a:cs typeface="Arial"/>
              </a:rPr>
              <a:t>i</a:t>
            </a:r>
            <a:r>
              <a:rPr sz="2400" b="1" spc="0" dirty="0" smtClean="0">
                <a:latin typeface="Arial"/>
                <a:cs typeface="Arial"/>
              </a:rPr>
              <a:t>rst c</a:t>
            </a:r>
            <a:r>
              <a:rPr sz="2400" b="1" spc="-10" dirty="0" smtClean="0">
                <a:latin typeface="Arial"/>
                <a:cs typeface="Arial"/>
              </a:rPr>
              <a:t>h</a:t>
            </a:r>
            <a:r>
              <a:rPr sz="2400" b="1" spc="0" dirty="0" smtClean="0">
                <a:latin typeface="Arial"/>
                <a:cs typeface="Arial"/>
              </a:rPr>
              <a:t>eck</a:t>
            </a:r>
            <a:r>
              <a:rPr sz="2400" b="1" spc="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if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ts val="2840"/>
              </a:lnSpc>
            </a:pPr>
            <a:r>
              <a:rPr sz="2400" b="1" dirty="0" smtClean="0">
                <a:latin typeface="Arial"/>
                <a:cs typeface="Arial"/>
              </a:rPr>
              <a:t>it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s</a:t>
            </a:r>
            <a:r>
              <a:rPr sz="2400" b="1" spc="-10" dirty="0" smtClean="0">
                <a:latin typeface="Arial"/>
                <a:cs typeface="Arial"/>
              </a:rPr>
              <a:t>a</a:t>
            </a:r>
            <a:r>
              <a:rPr sz="2400" b="1" spc="0" dirty="0" smtClean="0">
                <a:latin typeface="Arial"/>
                <a:cs typeface="Arial"/>
              </a:rPr>
              <a:t>tisfies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the</a:t>
            </a:r>
            <a:r>
              <a:rPr sz="2400" b="1" spc="10" dirty="0" smtClean="0">
                <a:latin typeface="Arial"/>
                <a:cs typeface="Arial"/>
              </a:rPr>
              <a:t> </a:t>
            </a:r>
            <a:r>
              <a:rPr sz="2400" b="1" u="heavy" spc="0" dirty="0" smtClean="0">
                <a:solidFill>
                  <a:srgbClr val="008000"/>
                </a:solidFill>
                <a:latin typeface="Arial"/>
                <a:cs typeface="Arial"/>
              </a:rPr>
              <a:t>filter</a:t>
            </a:r>
            <a:r>
              <a:rPr sz="2400" b="1" u="heavy" spc="-35" dirty="0" smtClean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2400" b="1" u="heavy" spc="0" dirty="0" smtClean="0">
                <a:solidFill>
                  <a:srgbClr val="008000"/>
                </a:solidFill>
                <a:latin typeface="Arial"/>
                <a:cs typeface="Arial"/>
              </a:rPr>
              <a:t>c</a:t>
            </a:r>
            <a:r>
              <a:rPr sz="2400" b="1" u="heavy" spc="-10" dirty="0" smtClean="0">
                <a:solidFill>
                  <a:srgbClr val="008000"/>
                </a:solidFill>
                <a:latin typeface="Arial"/>
                <a:cs typeface="Arial"/>
              </a:rPr>
              <a:t>o</a:t>
            </a:r>
            <a:r>
              <a:rPr sz="2400" b="1" u="heavy" spc="0" dirty="0" smtClean="0">
                <a:solidFill>
                  <a:srgbClr val="008000"/>
                </a:solidFill>
                <a:latin typeface="Arial"/>
                <a:cs typeface="Arial"/>
              </a:rPr>
              <a:t>n</a:t>
            </a:r>
            <a:r>
              <a:rPr sz="2400" b="1" u="heavy" spc="-10" dirty="0" smtClean="0">
                <a:solidFill>
                  <a:srgbClr val="008000"/>
                </a:solidFill>
                <a:latin typeface="Arial"/>
                <a:cs typeface="Arial"/>
              </a:rPr>
              <a:t>d</a:t>
            </a:r>
            <a:r>
              <a:rPr sz="2400" b="1" u="heavy" spc="0" dirty="0" smtClean="0">
                <a:solidFill>
                  <a:srgbClr val="008000"/>
                </a:solidFill>
                <a:latin typeface="Arial"/>
                <a:cs typeface="Arial"/>
              </a:rPr>
              <a:t>itio</a:t>
            </a:r>
            <a:r>
              <a:rPr sz="2400" b="1" u="heavy" spc="5" dirty="0" smtClean="0">
                <a:solidFill>
                  <a:srgbClr val="008000"/>
                </a:solidFill>
                <a:latin typeface="Arial"/>
                <a:cs typeface="Arial"/>
              </a:rPr>
              <a:t>n</a:t>
            </a:r>
            <a:r>
              <a:rPr sz="2400" b="1" spc="0" dirty="0" smtClean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100"/>
              </a:lnSpc>
              <a:spcBef>
                <a:spcPts val="30"/>
              </a:spcBef>
            </a:pPr>
            <a:endParaRPr sz="1100"/>
          </a:p>
          <a:p>
            <a:pPr marL="355600" marR="67310" indent="-342900">
              <a:lnSpc>
                <a:spcPts val="2880"/>
              </a:lnSpc>
              <a:buClr>
                <a:srgbClr val="FF0000"/>
              </a:buClr>
              <a:buSzPct val="108333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latin typeface="Arial"/>
                <a:cs typeface="Arial"/>
              </a:rPr>
              <a:t>If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the</a:t>
            </a:r>
            <a:r>
              <a:rPr sz="2400" b="1" spc="-5" dirty="0" smtClean="0">
                <a:latin typeface="Arial"/>
                <a:cs typeface="Arial"/>
              </a:rPr>
              <a:t> </a:t>
            </a:r>
            <a:r>
              <a:rPr sz="2400" b="1" u="heavy" spc="0" dirty="0" smtClean="0">
                <a:solidFill>
                  <a:srgbClr val="008000"/>
                </a:solidFill>
                <a:latin typeface="Arial"/>
                <a:cs typeface="Arial"/>
              </a:rPr>
              <a:t>f</a:t>
            </a:r>
            <a:r>
              <a:rPr sz="2400" b="1" u="heavy" spc="5" dirty="0" smtClean="0">
                <a:solidFill>
                  <a:srgbClr val="008000"/>
                </a:solidFill>
                <a:latin typeface="Arial"/>
                <a:cs typeface="Arial"/>
              </a:rPr>
              <a:t>i</a:t>
            </a:r>
            <a:r>
              <a:rPr sz="2400" b="1" u="heavy" spc="0" dirty="0" smtClean="0">
                <a:solidFill>
                  <a:srgbClr val="008000"/>
                </a:solidFill>
                <a:latin typeface="Arial"/>
                <a:cs typeface="Arial"/>
              </a:rPr>
              <a:t>l</a:t>
            </a:r>
            <a:r>
              <a:rPr sz="2400" b="1" u="heavy" spc="5" dirty="0" smtClean="0">
                <a:solidFill>
                  <a:srgbClr val="008000"/>
                </a:solidFill>
                <a:latin typeface="Arial"/>
                <a:cs typeface="Arial"/>
              </a:rPr>
              <a:t>t</a:t>
            </a:r>
            <a:r>
              <a:rPr sz="2400" b="1" u="heavy" spc="0" dirty="0" smtClean="0">
                <a:solidFill>
                  <a:srgbClr val="008000"/>
                </a:solidFill>
                <a:latin typeface="Arial"/>
                <a:cs typeface="Arial"/>
              </a:rPr>
              <a:t>er</a:t>
            </a:r>
            <a:r>
              <a:rPr sz="2400" b="1" u="heavy" spc="-20" dirty="0" smtClean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2400" b="1" u="heavy" spc="0" dirty="0" smtClean="0">
                <a:solidFill>
                  <a:srgbClr val="008000"/>
                </a:solidFill>
                <a:latin typeface="Arial"/>
                <a:cs typeface="Arial"/>
              </a:rPr>
              <a:t>co</a:t>
            </a:r>
            <a:r>
              <a:rPr sz="2400" b="1" u="heavy" spc="-10" dirty="0" smtClean="0">
                <a:solidFill>
                  <a:srgbClr val="008000"/>
                </a:solidFill>
                <a:latin typeface="Arial"/>
                <a:cs typeface="Arial"/>
              </a:rPr>
              <a:t>n</a:t>
            </a:r>
            <a:r>
              <a:rPr sz="2400" b="1" u="heavy" spc="0" dirty="0" smtClean="0">
                <a:solidFill>
                  <a:srgbClr val="008000"/>
                </a:solidFill>
                <a:latin typeface="Arial"/>
                <a:cs typeface="Arial"/>
              </a:rPr>
              <a:t>dition</a:t>
            </a:r>
            <a:r>
              <a:rPr sz="2400" b="1" spc="-25" dirty="0" smtClean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returns</a:t>
            </a:r>
            <a:r>
              <a:rPr sz="2400" b="1" spc="5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Fals</a:t>
            </a:r>
            <a:r>
              <a:rPr sz="2400" b="1" i="1" spc="-5" dirty="0" smtClean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400" b="1" spc="0" dirty="0" smtClean="0">
                <a:latin typeface="Arial"/>
                <a:cs typeface="Arial"/>
              </a:rPr>
              <a:t>, that element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is omit</a:t>
            </a:r>
            <a:r>
              <a:rPr sz="2400" b="1" spc="5" dirty="0" smtClean="0">
                <a:latin typeface="Arial"/>
                <a:cs typeface="Arial"/>
              </a:rPr>
              <a:t>t</a:t>
            </a:r>
            <a:r>
              <a:rPr sz="2400" b="1" spc="0" dirty="0" smtClean="0">
                <a:latin typeface="Arial"/>
                <a:cs typeface="Arial"/>
              </a:rPr>
              <a:t>ed</a:t>
            </a:r>
            <a:r>
              <a:rPr sz="2400" b="1" spc="-3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from the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u="heavy" spc="0" dirty="0" smtClean="0">
                <a:solidFill>
                  <a:srgbClr val="660066"/>
                </a:solidFill>
                <a:latin typeface="Arial"/>
                <a:cs typeface="Arial"/>
              </a:rPr>
              <a:t>list</a:t>
            </a:r>
            <a:r>
              <a:rPr sz="2400" b="1" spc="-20" dirty="0" smtClean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b</a:t>
            </a:r>
            <a:r>
              <a:rPr sz="2400" b="1" spc="-10" dirty="0" smtClean="0">
                <a:latin typeface="Arial"/>
                <a:cs typeface="Arial"/>
              </a:rPr>
              <a:t>e</a:t>
            </a:r>
            <a:r>
              <a:rPr sz="2400" b="1" spc="0" dirty="0" smtClean="0">
                <a:latin typeface="Arial"/>
                <a:cs typeface="Arial"/>
              </a:rPr>
              <a:t>fore the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list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c</a:t>
            </a:r>
            <a:r>
              <a:rPr sz="2400" b="1" spc="-10" dirty="0" smtClean="0">
                <a:latin typeface="Arial"/>
                <a:cs typeface="Arial"/>
              </a:rPr>
              <a:t>o</a:t>
            </a:r>
            <a:r>
              <a:rPr sz="2400" b="1" spc="0" dirty="0" smtClean="0">
                <a:latin typeface="Arial"/>
                <a:cs typeface="Arial"/>
              </a:rPr>
              <a:t>mpre</a:t>
            </a:r>
            <a:r>
              <a:rPr sz="2400" b="1" spc="-10" dirty="0" smtClean="0">
                <a:latin typeface="Arial"/>
                <a:cs typeface="Arial"/>
              </a:rPr>
              <a:t>h</a:t>
            </a:r>
            <a:r>
              <a:rPr sz="2400" b="1" spc="0" dirty="0" smtClean="0">
                <a:latin typeface="Arial"/>
                <a:cs typeface="Arial"/>
              </a:rPr>
              <a:t>e</a:t>
            </a:r>
            <a:r>
              <a:rPr sz="2400" b="1" spc="-10" dirty="0" smtClean="0">
                <a:latin typeface="Arial"/>
                <a:cs typeface="Arial"/>
              </a:rPr>
              <a:t>n</a:t>
            </a:r>
            <a:r>
              <a:rPr sz="2400" b="1" spc="0" dirty="0" smtClean="0">
                <a:latin typeface="Arial"/>
                <a:cs typeface="Arial"/>
              </a:rPr>
              <a:t>sion is </a:t>
            </a:r>
            <a:r>
              <a:rPr sz="2400" b="1" spc="-10" dirty="0" smtClean="0">
                <a:latin typeface="Arial"/>
                <a:cs typeface="Arial"/>
              </a:rPr>
              <a:t>e</a:t>
            </a:r>
            <a:r>
              <a:rPr sz="2400" b="1" spc="0" dirty="0" smtClean="0">
                <a:latin typeface="Arial"/>
                <a:cs typeface="Arial"/>
              </a:rPr>
              <a:t>valuated.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14800" y="228600"/>
            <a:ext cx="4724400" cy="457200"/>
          </a:xfrm>
          <a:custGeom>
            <a:avLst/>
            <a:gdLst/>
            <a:ahLst/>
            <a:cxnLst/>
            <a:rect l="l" t="t" r="r" b="b"/>
            <a:pathLst>
              <a:path w="4724400" h="457200">
                <a:moveTo>
                  <a:pt x="0" y="457200"/>
                </a:moveTo>
                <a:lnTo>
                  <a:pt x="4724400" y="457200"/>
                </a:lnTo>
                <a:lnTo>
                  <a:pt x="47244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194175" y="266700"/>
            <a:ext cx="4480560" cy="3759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 smtClean="0">
                <a:latin typeface="Arial"/>
                <a:cs typeface="Arial"/>
              </a:rPr>
              <a:t>[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u="heavy" spc="0" dirty="0" smtClean="0">
                <a:solidFill>
                  <a:srgbClr val="0000FF"/>
                </a:solidFill>
                <a:latin typeface="Arial"/>
                <a:cs typeface="Arial"/>
              </a:rPr>
              <a:t>expressi</a:t>
            </a:r>
            <a:r>
              <a:rPr sz="2000" b="1" u="heavy" spc="-10" dirty="0" smtClean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2000" b="1" u="heavy" spc="0" dirty="0" smtClean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2000" b="1" spc="-3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for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u="heavy" spc="0" dirty="0" smtClean="0">
                <a:solidFill>
                  <a:srgbClr val="FF3300"/>
                </a:solidFill>
                <a:latin typeface="Arial"/>
                <a:cs typeface="Arial"/>
              </a:rPr>
              <a:t>na</a:t>
            </a:r>
            <a:r>
              <a:rPr sz="2000" b="1" u="heavy" spc="-10" dirty="0" smtClean="0">
                <a:solidFill>
                  <a:srgbClr val="FF3300"/>
                </a:solidFill>
                <a:latin typeface="Arial"/>
                <a:cs typeface="Arial"/>
              </a:rPr>
              <a:t>m</a:t>
            </a:r>
            <a:r>
              <a:rPr sz="2000" b="1" u="heavy" spc="0" dirty="0" smtClean="0">
                <a:solidFill>
                  <a:srgbClr val="FF3300"/>
                </a:solidFill>
                <a:latin typeface="Arial"/>
                <a:cs typeface="Arial"/>
              </a:rPr>
              <a:t>e</a:t>
            </a:r>
            <a:r>
              <a:rPr sz="2000" b="1" spc="-15" dirty="0" smtClean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u="heavy" spc="0" dirty="0" smtClean="0">
                <a:solidFill>
                  <a:srgbClr val="660066"/>
                </a:solidFill>
                <a:latin typeface="Arial"/>
                <a:cs typeface="Arial"/>
              </a:rPr>
              <a:t>l</a:t>
            </a:r>
            <a:r>
              <a:rPr sz="2000" b="1" u="heavy" spc="-15" dirty="0" smtClean="0">
                <a:solidFill>
                  <a:srgbClr val="660066"/>
                </a:solidFill>
                <a:latin typeface="Arial"/>
                <a:cs typeface="Arial"/>
              </a:rPr>
              <a:t>i</a:t>
            </a:r>
            <a:r>
              <a:rPr sz="2000" b="1" u="heavy" spc="0" dirty="0" smtClean="0">
                <a:solidFill>
                  <a:srgbClr val="660066"/>
                </a:solidFill>
                <a:latin typeface="Arial"/>
                <a:cs typeface="Arial"/>
              </a:rPr>
              <a:t>st</a:t>
            </a:r>
            <a:r>
              <a:rPr sz="2000" b="1" spc="-25" dirty="0" smtClean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if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u="heavy" spc="0" dirty="0" smtClean="0">
                <a:solidFill>
                  <a:srgbClr val="008000"/>
                </a:solidFill>
                <a:latin typeface="Arial"/>
                <a:cs typeface="Arial"/>
              </a:rPr>
              <a:t>filte</a:t>
            </a:r>
            <a:r>
              <a:rPr sz="2400" b="1" u="heavy" spc="5" dirty="0" smtClean="0">
                <a:solidFill>
                  <a:srgbClr val="008000"/>
                </a:solidFill>
                <a:latin typeface="Arial"/>
                <a:cs typeface="Arial"/>
              </a:rPr>
              <a:t>r</a:t>
            </a:r>
            <a:r>
              <a:rPr sz="2000" b="1" spc="0" dirty="0" smtClean="0">
                <a:latin typeface="Arial"/>
                <a:cs typeface="Arial"/>
              </a:rPr>
              <a:t>]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67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1600200"/>
            <a:ext cx="6096000" cy="1066800"/>
          </a:xfrm>
          <a:custGeom>
            <a:avLst/>
            <a:gdLst/>
            <a:ahLst/>
            <a:cxnLst/>
            <a:rect l="l" t="t" r="r" b="b"/>
            <a:pathLst>
              <a:path w="6096000" h="1066800">
                <a:moveTo>
                  <a:pt x="0" y="1066800"/>
                </a:moveTo>
                <a:lnTo>
                  <a:pt x="6096000" y="1066800"/>
                </a:lnTo>
                <a:lnTo>
                  <a:pt x="609600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1600200"/>
            <a:ext cx="6096000" cy="1066800"/>
          </a:xfrm>
          <a:custGeom>
            <a:avLst/>
            <a:gdLst/>
            <a:ahLst/>
            <a:cxnLst/>
            <a:rect l="l" t="t" r="r" b="b"/>
            <a:pathLst>
              <a:path w="6096000" h="1066800">
                <a:moveTo>
                  <a:pt x="0" y="1066800"/>
                </a:moveTo>
                <a:lnTo>
                  <a:pt x="6096000" y="1066800"/>
                </a:lnTo>
                <a:lnTo>
                  <a:pt x="6096000" y="0"/>
                </a:lnTo>
                <a:lnTo>
                  <a:pt x="0" y="0"/>
                </a:lnTo>
                <a:lnTo>
                  <a:pt x="0" y="10668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5454" y="1613027"/>
            <a:ext cx="6477635" cy="21761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&gt;&gt;&gt;</a:t>
            </a:r>
            <a:r>
              <a:rPr sz="1800" b="1" spc="-20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l</a:t>
            </a:r>
            <a:r>
              <a:rPr sz="1800" b="1" spc="0" dirty="0" smtClean="0">
                <a:latin typeface="Courier New"/>
                <a:cs typeface="Courier New"/>
              </a:rPr>
              <a:t>i =</a:t>
            </a:r>
            <a:r>
              <a:rPr sz="1800" b="1" spc="-15" dirty="0" smtClean="0">
                <a:latin typeface="Courier New"/>
                <a:cs typeface="Courier New"/>
              </a:rPr>
              <a:t> [3</a:t>
            </a:r>
            <a:r>
              <a:rPr sz="1800" b="1" spc="0" dirty="0" smtClean="0">
                <a:latin typeface="Courier New"/>
                <a:cs typeface="Courier New"/>
              </a:rPr>
              <a:t>, </a:t>
            </a:r>
            <a:r>
              <a:rPr sz="1800" b="1" spc="-20" dirty="0" smtClean="0">
                <a:latin typeface="Courier New"/>
                <a:cs typeface="Courier New"/>
              </a:rPr>
              <a:t>6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2,</a:t>
            </a:r>
            <a:r>
              <a:rPr sz="1800" b="1" spc="-2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7,</a:t>
            </a:r>
            <a:r>
              <a:rPr sz="1800" b="1" spc="-3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1,</a:t>
            </a:r>
            <a:r>
              <a:rPr sz="1800" b="1" spc="-2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9]</a:t>
            </a:r>
            <a:endParaRPr sz="1800">
              <a:latin typeface="Courier New"/>
              <a:cs typeface="Courier New"/>
            </a:endParaRPr>
          </a:p>
          <a:p>
            <a:pPr marL="12700" marR="865505">
              <a:lnSpc>
                <a:spcPct val="120000"/>
              </a:lnSpc>
            </a:pPr>
            <a:r>
              <a:rPr sz="1800" b="1" dirty="0" smtClean="0"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latin typeface="Courier New"/>
                <a:cs typeface="Courier New"/>
              </a:rPr>
              <a:t> [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el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e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m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*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2</a:t>
            </a:r>
            <a:r>
              <a:rPr sz="18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f</a:t>
            </a:r>
            <a:r>
              <a:rPr sz="1800" b="1" spc="-15" dirty="0" smtClean="0">
                <a:latin typeface="Courier New"/>
                <a:cs typeface="Courier New"/>
              </a:rPr>
              <a:t>o</a:t>
            </a:r>
            <a:r>
              <a:rPr sz="1800" b="1" spc="0" dirty="0" smtClean="0">
                <a:latin typeface="Courier New"/>
                <a:cs typeface="Courier New"/>
              </a:rPr>
              <a:t>r </a:t>
            </a: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e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l</a:t>
            </a: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e</a:t>
            </a:r>
            <a:r>
              <a:rPr sz="18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m</a:t>
            </a:r>
            <a:r>
              <a:rPr sz="1800" b="1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in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660066"/>
                </a:solidFill>
                <a:latin typeface="Courier New"/>
                <a:cs typeface="Courier New"/>
              </a:rPr>
              <a:t>l</a:t>
            </a:r>
            <a:r>
              <a:rPr sz="1800" b="1" spc="0" dirty="0" smtClean="0">
                <a:solidFill>
                  <a:srgbClr val="660066"/>
                </a:solidFill>
                <a:latin typeface="Courier New"/>
                <a:cs typeface="Courier New"/>
              </a:rPr>
              <a:t>i </a:t>
            </a:r>
            <a:r>
              <a:rPr sz="1800" b="1" spc="-15" dirty="0" smtClean="0">
                <a:latin typeface="Courier New"/>
                <a:cs typeface="Courier New"/>
              </a:rPr>
              <a:t>i</a:t>
            </a:r>
            <a:r>
              <a:rPr sz="1800" b="1" spc="0" dirty="0" smtClean="0">
                <a:latin typeface="Courier New"/>
                <a:cs typeface="Courier New"/>
              </a:rPr>
              <a:t>f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e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lem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&gt;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4</a:t>
            </a:r>
            <a:r>
              <a:rPr sz="1800" b="1" spc="0" dirty="0" smtClean="0">
                <a:latin typeface="Courier New"/>
                <a:cs typeface="Courier New"/>
              </a:rPr>
              <a:t>] [1</a:t>
            </a:r>
            <a:r>
              <a:rPr sz="1800" b="1" spc="-15" dirty="0" smtClean="0">
                <a:latin typeface="Courier New"/>
                <a:cs typeface="Courier New"/>
              </a:rPr>
              <a:t>2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14,</a:t>
            </a:r>
            <a:r>
              <a:rPr sz="1800" b="1" spc="-15" dirty="0" smtClean="0">
                <a:latin typeface="Courier New"/>
                <a:cs typeface="Courier New"/>
              </a:rPr>
              <a:t> 18</a:t>
            </a:r>
            <a:r>
              <a:rPr sz="1800" b="1" spc="0" dirty="0" smtClean="0">
                <a:latin typeface="Courier New"/>
                <a:cs typeface="Courier New"/>
              </a:rPr>
              <a:t>]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  <a:spcBef>
                <a:spcPts val="73"/>
              </a:spcBef>
            </a:pPr>
            <a:endParaRPr sz="1000"/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latin typeface="Arial"/>
                <a:cs typeface="Arial"/>
              </a:rPr>
              <a:t>Only</a:t>
            </a:r>
            <a:r>
              <a:rPr sz="2400" b="1" spc="-2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6, 7,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</a:t>
            </a:r>
            <a:r>
              <a:rPr sz="2400" b="1" spc="-10" dirty="0" smtClean="0">
                <a:latin typeface="Arial"/>
                <a:cs typeface="Arial"/>
              </a:rPr>
              <a:t>n</a:t>
            </a:r>
            <a:r>
              <a:rPr sz="2400" b="1" spc="0" dirty="0" smtClean="0">
                <a:latin typeface="Arial"/>
                <a:cs typeface="Arial"/>
              </a:rPr>
              <a:t>d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9 satisfy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the f</a:t>
            </a:r>
            <a:r>
              <a:rPr sz="2400" b="1" spc="5" dirty="0" smtClean="0">
                <a:latin typeface="Arial"/>
                <a:cs typeface="Arial"/>
              </a:rPr>
              <a:t>i</a:t>
            </a:r>
            <a:r>
              <a:rPr sz="2400" b="1" spc="0" dirty="0" smtClean="0">
                <a:latin typeface="Arial"/>
                <a:cs typeface="Arial"/>
              </a:rPr>
              <a:t>lter</a:t>
            </a:r>
            <a:r>
              <a:rPr sz="2400" b="1" spc="-3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c</a:t>
            </a:r>
            <a:r>
              <a:rPr sz="2400" b="1" spc="-10" dirty="0" smtClean="0">
                <a:latin typeface="Arial"/>
                <a:cs typeface="Arial"/>
              </a:rPr>
              <a:t>o</a:t>
            </a:r>
            <a:r>
              <a:rPr sz="2400" b="1" spc="0" dirty="0" smtClean="0">
                <a:latin typeface="Arial"/>
                <a:cs typeface="Arial"/>
              </a:rPr>
              <a:t>n</a:t>
            </a:r>
            <a:r>
              <a:rPr sz="2400" b="1" spc="-10" dirty="0" smtClean="0">
                <a:latin typeface="Arial"/>
                <a:cs typeface="Arial"/>
              </a:rPr>
              <a:t>d</a:t>
            </a:r>
            <a:r>
              <a:rPr sz="2400" b="1" spc="0" dirty="0" smtClean="0">
                <a:latin typeface="Arial"/>
                <a:cs typeface="Arial"/>
              </a:rPr>
              <a:t>ition.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80"/>
              </a:spcBef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latin typeface="Arial"/>
                <a:cs typeface="Arial"/>
              </a:rPr>
              <a:t>So,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only</a:t>
            </a:r>
            <a:r>
              <a:rPr sz="2400" b="1" spc="-3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12,</a:t>
            </a:r>
            <a:r>
              <a:rPr sz="2400" b="1" spc="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14,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and</a:t>
            </a:r>
            <a:r>
              <a:rPr sz="2400" b="1" spc="-10" dirty="0" smtClean="0">
                <a:latin typeface="Arial"/>
                <a:cs typeface="Arial"/>
              </a:rPr>
              <a:t> 1</a:t>
            </a:r>
            <a:r>
              <a:rPr sz="2400" b="1" spc="0" dirty="0" smtClean="0">
                <a:latin typeface="Arial"/>
                <a:cs typeface="Arial"/>
              </a:rPr>
              <a:t>8 are</a:t>
            </a:r>
            <a:r>
              <a:rPr sz="2400" b="1" spc="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prod</a:t>
            </a:r>
            <a:r>
              <a:rPr sz="2400" b="1" spc="-10" dirty="0" smtClean="0">
                <a:latin typeface="Arial"/>
                <a:cs typeface="Arial"/>
              </a:rPr>
              <a:t>u</a:t>
            </a:r>
            <a:r>
              <a:rPr sz="2400" b="1" spc="0" dirty="0" smtClean="0">
                <a:latin typeface="Arial"/>
                <a:cs typeface="Arial"/>
              </a:rPr>
              <a:t>ce</a:t>
            </a:r>
            <a:r>
              <a:rPr sz="2400" b="1" spc="-10" dirty="0" smtClean="0">
                <a:latin typeface="Arial"/>
                <a:cs typeface="Arial"/>
              </a:rPr>
              <a:t>d</a:t>
            </a:r>
            <a:r>
              <a:rPr sz="2400" b="1" spc="0" dirty="0" smtClean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5454" y="551941"/>
            <a:ext cx="6603365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2730500" algn="l"/>
                <a:tab pos="6336030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Fi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l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tered</a:t>
            </a:r>
            <a:r>
              <a:rPr sz="3600" b="1" spc="10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List	Comprehensi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o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n	2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114800" y="228600"/>
            <a:ext cx="4724400" cy="457200"/>
          </a:xfrm>
          <a:custGeom>
            <a:avLst/>
            <a:gdLst/>
            <a:ahLst/>
            <a:cxnLst/>
            <a:rect l="l" t="t" r="r" b="b"/>
            <a:pathLst>
              <a:path w="4724400" h="457200">
                <a:moveTo>
                  <a:pt x="0" y="457200"/>
                </a:moveTo>
                <a:lnTo>
                  <a:pt x="4724400" y="457200"/>
                </a:lnTo>
                <a:lnTo>
                  <a:pt x="47244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194175" y="266700"/>
            <a:ext cx="4480560" cy="3759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 smtClean="0">
                <a:latin typeface="Arial"/>
                <a:cs typeface="Arial"/>
              </a:rPr>
              <a:t>[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u="heavy" spc="0" dirty="0" smtClean="0">
                <a:solidFill>
                  <a:srgbClr val="0000FF"/>
                </a:solidFill>
                <a:latin typeface="Arial"/>
                <a:cs typeface="Arial"/>
              </a:rPr>
              <a:t>expressi</a:t>
            </a:r>
            <a:r>
              <a:rPr sz="2000" b="1" u="heavy" spc="-10" dirty="0" smtClean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2000" b="1" u="heavy" spc="0" dirty="0" smtClean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2000" b="1" spc="-3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for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u="heavy" spc="0" dirty="0" smtClean="0">
                <a:solidFill>
                  <a:srgbClr val="FF3300"/>
                </a:solidFill>
                <a:latin typeface="Arial"/>
                <a:cs typeface="Arial"/>
              </a:rPr>
              <a:t>na</a:t>
            </a:r>
            <a:r>
              <a:rPr sz="2000" b="1" u="heavy" spc="-10" dirty="0" smtClean="0">
                <a:solidFill>
                  <a:srgbClr val="FF3300"/>
                </a:solidFill>
                <a:latin typeface="Arial"/>
                <a:cs typeface="Arial"/>
              </a:rPr>
              <a:t>m</a:t>
            </a:r>
            <a:r>
              <a:rPr sz="2000" b="1" u="heavy" spc="0" dirty="0" smtClean="0">
                <a:solidFill>
                  <a:srgbClr val="FF3300"/>
                </a:solidFill>
                <a:latin typeface="Arial"/>
                <a:cs typeface="Arial"/>
              </a:rPr>
              <a:t>e</a:t>
            </a:r>
            <a:r>
              <a:rPr sz="2000" b="1" spc="-15" dirty="0" smtClean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u="heavy" spc="0" dirty="0" smtClean="0">
                <a:solidFill>
                  <a:srgbClr val="660066"/>
                </a:solidFill>
                <a:latin typeface="Arial"/>
                <a:cs typeface="Arial"/>
              </a:rPr>
              <a:t>l</a:t>
            </a:r>
            <a:r>
              <a:rPr sz="2000" b="1" u="heavy" spc="-15" dirty="0" smtClean="0">
                <a:solidFill>
                  <a:srgbClr val="660066"/>
                </a:solidFill>
                <a:latin typeface="Arial"/>
                <a:cs typeface="Arial"/>
              </a:rPr>
              <a:t>i</a:t>
            </a:r>
            <a:r>
              <a:rPr sz="2000" b="1" u="heavy" spc="0" dirty="0" smtClean="0">
                <a:solidFill>
                  <a:srgbClr val="660066"/>
                </a:solidFill>
                <a:latin typeface="Arial"/>
                <a:cs typeface="Arial"/>
              </a:rPr>
              <a:t>st</a:t>
            </a:r>
            <a:r>
              <a:rPr sz="2000" b="1" spc="-25" dirty="0" smtClean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if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u="heavy" spc="0" dirty="0" smtClean="0">
                <a:solidFill>
                  <a:srgbClr val="008000"/>
                </a:solidFill>
                <a:latin typeface="Arial"/>
                <a:cs typeface="Arial"/>
              </a:rPr>
              <a:t>filte</a:t>
            </a:r>
            <a:r>
              <a:rPr sz="2400" b="1" u="heavy" spc="5" dirty="0" smtClean="0">
                <a:solidFill>
                  <a:srgbClr val="008000"/>
                </a:solidFill>
                <a:latin typeface="Arial"/>
                <a:cs typeface="Arial"/>
              </a:rPr>
              <a:t>r</a:t>
            </a:r>
            <a:r>
              <a:rPr sz="2000" b="1" spc="0" dirty="0" smtClean="0">
                <a:latin typeface="Arial"/>
                <a:cs typeface="Arial"/>
              </a:rPr>
              <a:t>]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68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5454" y="1302384"/>
            <a:ext cx="7576820" cy="77343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 algn="ctr">
              <a:lnSpc>
                <a:spcPct val="1000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42265" algn="l"/>
              </a:tabLst>
            </a:pPr>
            <a:r>
              <a:rPr sz="2400" b="1" dirty="0" smtClean="0">
                <a:latin typeface="Arial"/>
                <a:cs typeface="Arial"/>
              </a:rPr>
              <a:t>Sin</a:t>
            </a:r>
            <a:r>
              <a:rPr sz="2400" b="1" spc="-10" dirty="0" smtClean="0">
                <a:latin typeface="Arial"/>
                <a:cs typeface="Arial"/>
              </a:rPr>
              <a:t>c</a:t>
            </a:r>
            <a:r>
              <a:rPr sz="2400" b="1" spc="0" dirty="0" smtClean="0">
                <a:latin typeface="Arial"/>
                <a:cs typeface="Arial"/>
              </a:rPr>
              <a:t>e l</a:t>
            </a:r>
            <a:r>
              <a:rPr sz="2400" b="1" spc="5" dirty="0" smtClean="0">
                <a:latin typeface="Arial"/>
                <a:cs typeface="Arial"/>
              </a:rPr>
              <a:t>i</a:t>
            </a:r>
            <a:r>
              <a:rPr sz="2400" b="1" spc="0" dirty="0" smtClean="0">
                <a:latin typeface="Arial"/>
                <a:cs typeface="Arial"/>
              </a:rPr>
              <a:t>st</a:t>
            </a:r>
            <a:r>
              <a:rPr sz="2400" b="1" spc="-3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c</a:t>
            </a:r>
            <a:r>
              <a:rPr sz="2400" b="1" spc="-10" dirty="0" smtClean="0">
                <a:latin typeface="Arial"/>
                <a:cs typeface="Arial"/>
              </a:rPr>
              <a:t>o</a:t>
            </a:r>
            <a:r>
              <a:rPr sz="2400" b="1" spc="0" dirty="0" smtClean="0">
                <a:latin typeface="Arial"/>
                <a:cs typeface="Arial"/>
              </a:rPr>
              <a:t>mpre</a:t>
            </a:r>
            <a:r>
              <a:rPr sz="2400" b="1" spc="-10" dirty="0" smtClean="0">
                <a:latin typeface="Arial"/>
                <a:cs typeface="Arial"/>
              </a:rPr>
              <a:t>h</a:t>
            </a:r>
            <a:r>
              <a:rPr sz="2400" b="1" spc="0" dirty="0" smtClean="0">
                <a:latin typeface="Arial"/>
                <a:cs typeface="Arial"/>
              </a:rPr>
              <a:t>e</a:t>
            </a:r>
            <a:r>
              <a:rPr sz="2400" b="1" spc="-10" dirty="0" smtClean="0">
                <a:latin typeface="Arial"/>
                <a:cs typeface="Arial"/>
              </a:rPr>
              <a:t>n</a:t>
            </a:r>
            <a:r>
              <a:rPr sz="2400" b="1" spc="0" dirty="0" smtClean="0">
                <a:latin typeface="Arial"/>
                <a:cs typeface="Arial"/>
              </a:rPr>
              <a:t>sio</a:t>
            </a:r>
            <a:r>
              <a:rPr sz="2400" b="1" spc="-10" dirty="0" smtClean="0">
                <a:latin typeface="Arial"/>
                <a:cs typeface="Arial"/>
              </a:rPr>
              <a:t>n</a:t>
            </a:r>
            <a:r>
              <a:rPr sz="2400" b="1" spc="0" dirty="0" smtClean="0">
                <a:latin typeface="Arial"/>
                <a:cs typeface="Arial"/>
              </a:rPr>
              <a:t>s</a:t>
            </a:r>
            <a:r>
              <a:rPr sz="2400" b="1" spc="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take a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list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as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in</a:t>
            </a:r>
            <a:r>
              <a:rPr sz="2400" b="1" spc="-10" dirty="0" smtClean="0">
                <a:latin typeface="Arial"/>
                <a:cs typeface="Arial"/>
              </a:rPr>
              <a:t>p</a:t>
            </a:r>
            <a:r>
              <a:rPr sz="2400" b="1" spc="0" dirty="0" smtClean="0">
                <a:latin typeface="Arial"/>
                <a:cs typeface="Arial"/>
              </a:rPr>
              <a:t>ut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</a:t>
            </a:r>
            <a:r>
              <a:rPr sz="2400" b="1" spc="-10" dirty="0" smtClean="0">
                <a:latin typeface="Arial"/>
                <a:cs typeface="Arial"/>
              </a:rPr>
              <a:t>n</a:t>
            </a:r>
            <a:r>
              <a:rPr sz="2400" b="1" spc="0" dirty="0" smtClean="0">
                <a:latin typeface="Arial"/>
                <a:cs typeface="Arial"/>
              </a:rPr>
              <a:t>d</a:t>
            </a:r>
            <a:endParaRPr sz="2400">
              <a:latin typeface="Arial"/>
              <a:cs typeface="Arial"/>
            </a:endParaRPr>
          </a:p>
          <a:p>
            <a:pPr marL="4445" algn="ctr">
              <a:lnSpc>
                <a:spcPts val="2830"/>
              </a:lnSpc>
            </a:pPr>
            <a:r>
              <a:rPr sz="2400" b="1" dirty="0" smtClean="0">
                <a:latin typeface="Arial"/>
                <a:cs typeface="Arial"/>
              </a:rPr>
              <a:t>prod</a:t>
            </a:r>
            <a:r>
              <a:rPr sz="2400" b="1" spc="-10" dirty="0" smtClean="0">
                <a:latin typeface="Arial"/>
                <a:cs typeface="Arial"/>
              </a:rPr>
              <a:t>u</a:t>
            </a:r>
            <a:r>
              <a:rPr sz="2400" b="1" spc="0" dirty="0" smtClean="0">
                <a:latin typeface="Arial"/>
                <a:cs typeface="Arial"/>
              </a:rPr>
              <a:t>ce a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l</a:t>
            </a:r>
            <a:r>
              <a:rPr sz="2400" b="1" spc="5" dirty="0" smtClean="0">
                <a:latin typeface="Arial"/>
                <a:cs typeface="Arial"/>
              </a:rPr>
              <a:t>i</a:t>
            </a:r>
            <a:r>
              <a:rPr sz="2400" b="1" spc="0" dirty="0" smtClean="0">
                <a:latin typeface="Arial"/>
                <a:cs typeface="Arial"/>
              </a:rPr>
              <a:t>st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as output,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they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are easily ne</a:t>
            </a:r>
            <a:r>
              <a:rPr sz="2400" b="1" spc="-10" dirty="0" smtClean="0">
                <a:latin typeface="Arial"/>
                <a:cs typeface="Arial"/>
              </a:rPr>
              <a:t>s</a:t>
            </a:r>
            <a:r>
              <a:rPr sz="2400" b="1" spc="0" dirty="0" smtClean="0">
                <a:latin typeface="Arial"/>
                <a:cs typeface="Arial"/>
              </a:rPr>
              <a:t>ted: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5800" y="2287396"/>
            <a:ext cx="5181600" cy="144653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2075">
              <a:lnSpc>
                <a:spcPct val="100000"/>
              </a:lnSpc>
            </a:pPr>
            <a:r>
              <a:rPr sz="2000" b="1" spc="-5" dirty="0" smtClean="0">
                <a:latin typeface="Courier New"/>
                <a:cs typeface="Courier New"/>
              </a:rPr>
              <a:t>&gt;&gt;</a:t>
            </a:r>
            <a:r>
              <a:rPr sz="2000" b="1" spc="0" dirty="0" smtClean="0">
                <a:latin typeface="Courier New"/>
                <a:cs typeface="Courier New"/>
              </a:rPr>
              <a:t>&gt;</a:t>
            </a:r>
            <a:r>
              <a:rPr sz="2000" b="1" spc="-5" dirty="0" smtClean="0">
                <a:latin typeface="Courier New"/>
                <a:cs typeface="Courier New"/>
              </a:rPr>
              <a:t> l</a:t>
            </a:r>
            <a:r>
              <a:rPr sz="2000" b="1" spc="0" dirty="0" smtClean="0">
                <a:latin typeface="Courier New"/>
                <a:cs typeface="Courier New"/>
              </a:rPr>
              <a:t>i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=</a:t>
            </a:r>
            <a:r>
              <a:rPr sz="2000" b="1" spc="-5" dirty="0" smtClean="0">
                <a:latin typeface="Courier New"/>
                <a:cs typeface="Courier New"/>
              </a:rPr>
              <a:t> [3</a:t>
            </a:r>
            <a:r>
              <a:rPr sz="2000" b="1" spc="0" dirty="0" smtClean="0">
                <a:latin typeface="Courier New"/>
                <a:cs typeface="Courier New"/>
              </a:rPr>
              <a:t>,</a:t>
            </a:r>
            <a:r>
              <a:rPr sz="2000" b="1" spc="-5" dirty="0" smtClean="0">
                <a:latin typeface="Courier New"/>
                <a:cs typeface="Courier New"/>
              </a:rPr>
              <a:t> 2</a:t>
            </a:r>
            <a:r>
              <a:rPr sz="2000" b="1" spc="0" dirty="0" smtClean="0">
                <a:latin typeface="Courier New"/>
                <a:cs typeface="Courier New"/>
              </a:rPr>
              <a:t>,</a:t>
            </a:r>
            <a:r>
              <a:rPr sz="2000" b="1" spc="-5" dirty="0" smtClean="0">
                <a:latin typeface="Courier New"/>
                <a:cs typeface="Courier New"/>
              </a:rPr>
              <a:t> 4</a:t>
            </a:r>
            <a:r>
              <a:rPr sz="2000" b="1" spc="0" dirty="0" smtClean="0">
                <a:latin typeface="Courier New"/>
                <a:cs typeface="Courier New"/>
              </a:rPr>
              <a:t>,</a:t>
            </a:r>
            <a:r>
              <a:rPr sz="2000" b="1" spc="-5" dirty="0" smtClean="0">
                <a:latin typeface="Courier New"/>
                <a:cs typeface="Courier New"/>
              </a:rPr>
              <a:t> 1]</a:t>
            </a:r>
            <a:endParaRPr sz="2000">
              <a:latin typeface="Courier New"/>
              <a:cs typeface="Courier New"/>
            </a:endParaRPr>
          </a:p>
          <a:p>
            <a:pPr marL="92075">
              <a:lnSpc>
                <a:spcPct val="100000"/>
              </a:lnSpc>
              <a:spcBef>
                <a:spcPts val="480"/>
              </a:spcBef>
            </a:pPr>
            <a:r>
              <a:rPr sz="2000" b="1" spc="-5" dirty="0" smtClean="0">
                <a:latin typeface="Courier New"/>
                <a:cs typeface="Courier New"/>
              </a:rPr>
              <a:t>&gt;&gt;</a:t>
            </a:r>
            <a:r>
              <a:rPr sz="2000" b="1" spc="0" dirty="0" smtClean="0">
                <a:latin typeface="Courier New"/>
                <a:cs typeface="Courier New"/>
              </a:rPr>
              <a:t>&gt;</a:t>
            </a:r>
            <a:r>
              <a:rPr sz="2000" b="1" spc="-5" dirty="0" smtClean="0">
                <a:latin typeface="Courier New"/>
                <a:cs typeface="Courier New"/>
              </a:rPr>
              <a:t> [</a:t>
            </a: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elem*</a:t>
            </a:r>
            <a:r>
              <a:rPr sz="20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2</a:t>
            </a: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for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FF3300"/>
                </a:solidFill>
                <a:latin typeface="Courier New"/>
                <a:cs typeface="Courier New"/>
              </a:rPr>
              <a:t>ele</a:t>
            </a:r>
            <a:r>
              <a:rPr sz="20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m</a:t>
            </a:r>
            <a:r>
              <a:rPr sz="2000" b="1" spc="-5" dirty="0" smtClean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latin typeface="Courier New"/>
                <a:cs typeface="Courier New"/>
              </a:rPr>
              <a:t>in</a:t>
            </a:r>
            <a:endParaRPr sz="2000">
              <a:latin typeface="Courier New"/>
              <a:cs typeface="Courier New"/>
            </a:endParaRPr>
          </a:p>
          <a:p>
            <a:pPr marL="1349375">
              <a:lnSpc>
                <a:spcPct val="100000"/>
              </a:lnSpc>
            </a:pPr>
            <a:r>
              <a:rPr sz="2000" b="1" spc="-5" dirty="0" smtClean="0">
                <a:latin typeface="Courier New"/>
                <a:cs typeface="Courier New"/>
              </a:rPr>
              <a:t>[</a:t>
            </a: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item+</a:t>
            </a:r>
            <a:r>
              <a:rPr sz="20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1</a:t>
            </a:r>
            <a:r>
              <a:rPr sz="20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latin typeface="Courier New"/>
                <a:cs typeface="Courier New"/>
              </a:rPr>
              <a:t>fo</a:t>
            </a:r>
            <a:r>
              <a:rPr sz="2000" b="1" spc="0" dirty="0" smtClean="0">
                <a:latin typeface="Courier New"/>
                <a:cs typeface="Courier New"/>
              </a:rPr>
              <a:t>r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FF3300"/>
                </a:solidFill>
                <a:latin typeface="Courier New"/>
                <a:cs typeface="Courier New"/>
              </a:rPr>
              <a:t>ite</a:t>
            </a:r>
            <a:r>
              <a:rPr sz="2000" b="1" spc="0" dirty="0" smtClean="0">
                <a:solidFill>
                  <a:srgbClr val="FF3300"/>
                </a:solidFill>
                <a:latin typeface="Courier New"/>
                <a:cs typeface="Courier New"/>
              </a:rPr>
              <a:t>m</a:t>
            </a:r>
            <a:r>
              <a:rPr sz="2000" b="1" spc="-5" dirty="0" smtClean="0">
                <a:solidFill>
                  <a:srgbClr val="FF3300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latin typeface="Courier New"/>
                <a:cs typeface="Courier New"/>
              </a:rPr>
              <a:t>i</a:t>
            </a:r>
            <a:r>
              <a:rPr sz="2000" b="1" spc="0" dirty="0" smtClean="0">
                <a:latin typeface="Courier New"/>
                <a:cs typeface="Courier New"/>
              </a:rPr>
              <a:t>n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660066"/>
                </a:solidFill>
                <a:latin typeface="Courier New"/>
                <a:cs typeface="Courier New"/>
              </a:rPr>
              <a:t>li</a:t>
            </a:r>
            <a:r>
              <a:rPr sz="2000" b="1" spc="0" dirty="0" smtClean="0">
                <a:latin typeface="Courier New"/>
                <a:cs typeface="Courier New"/>
              </a:rPr>
              <a:t>]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]</a:t>
            </a:r>
            <a:endParaRPr sz="2000">
              <a:latin typeface="Courier New"/>
              <a:cs typeface="Courier New"/>
            </a:endParaRPr>
          </a:p>
          <a:p>
            <a:pPr marL="92075">
              <a:lnSpc>
                <a:spcPct val="100000"/>
              </a:lnSpc>
              <a:spcBef>
                <a:spcPts val="480"/>
              </a:spcBef>
            </a:pPr>
            <a:r>
              <a:rPr sz="2000" b="1" spc="-5" dirty="0" smtClean="0">
                <a:latin typeface="Courier New"/>
                <a:cs typeface="Courier New"/>
              </a:rPr>
              <a:t>[8</a:t>
            </a:r>
            <a:r>
              <a:rPr sz="2000" b="1" spc="0" dirty="0" smtClean="0">
                <a:latin typeface="Courier New"/>
                <a:cs typeface="Courier New"/>
              </a:rPr>
              <a:t>,</a:t>
            </a:r>
            <a:r>
              <a:rPr sz="2000" b="1" spc="-5" dirty="0" smtClean="0">
                <a:latin typeface="Courier New"/>
                <a:cs typeface="Courier New"/>
              </a:rPr>
              <a:t> 6</a:t>
            </a:r>
            <a:r>
              <a:rPr sz="2000" b="1" spc="0" dirty="0" smtClean="0">
                <a:latin typeface="Courier New"/>
                <a:cs typeface="Courier New"/>
              </a:rPr>
              <a:t>,</a:t>
            </a:r>
            <a:r>
              <a:rPr sz="2000" b="1" spc="-5" dirty="0" smtClean="0">
                <a:latin typeface="Courier New"/>
                <a:cs typeface="Courier New"/>
              </a:rPr>
              <a:t> 10</a:t>
            </a:r>
            <a:r>
              <a:rPr sz="2000" b="1" spc="0" dirty="0" smtClean="0">
                <a:latin typeface="Courier New"/>
                <a:cs typeface="Courier New"/>
              </a:rPr>
              <a:t>,</a:t>
            </a:r>
            <a:r>
              <a:rPr sz="2000" b="1" spc="-5" dirty="0" smtClean="0">
                <a:latin typeface="Courier New"/>
                <a:cs typeface="Courier New"/>
              </a:rPr>
              <a:t> 4]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5454" y="3845305"/>
            <a:ext cx="7204075" cy="84581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08333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latin typeface="Arial"/>
                <a:cs typeface="Arial"/>
              </a:rPr>
              <a:t>The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inner </a:t>
            </a:r>
            <a:r>
              <a:rPr sz="2400" b="1" spc="-10" dirty="0" smtClean="0">
                <a:latin typeface="Arial"/>
                <a:cs typeface="Arial"/>
              </a:rPr>
              <a:t>c</a:t>
            </a:r>
            <a:r>
              <a:rPr sz="2400" b="1" spc="0" dirty="0" smtClean="0">
                <a:latin typeface="Arial"/>
                <a:cs typeface="Arial"/>
              </a:rPr>
              <a:t>ompreh</a:t>
            </a:r>
            <a:r>
              <a:rPr sz="2400" b="1" spc="-10" dirty="0" smtClean="0">
                <a:latin typeface="Arial"/>
                <a:cs typeface="Arial"/>
              </a:rPr>
              <a:t>e</a:t>
            </a:r>
            <a:r>
              <a:rPr sz="2400" b="1" spc="0" dirty="0" smtClean="0">
                <a:latin typeface="Arial"/>
                <a:cs typeface="Arial"/>
              </a:rPr>
              <a:t>nsion prod</a:t>
            </a:r>
            <a:r>
              <a:rPr sz="2400" b="1" spc="-10" dirty="0" smtClean="0">
                <a:latin typeface="Arial"/>
                <a:cs typeface="Arial"/>
              </a:rPr>
              <a:t>u</a:t>
            </a:r>
            <a:r>
              <a:rPr sz="2400" b="1" spc="0" dirty="0" smtClean="0">
                <a:latin typeface="Arial"/>
                <a:cs typeface="Arial"/>
              </a:rPr>
              <a:t>ce</a:t>
            </a:r>
            <a:r>
              <a:rPr sz="2400" b="1" spc="-10" dirty="0" smtClean="0">
                <a:latin typeface="Arial"/>
                <a:cs typeface="Arial"/>
              </a:rPr>
              <a:t>s</a:t>
            </a:r>
            <a:r>
              <a:rPr sz="2400" b="1" spc="0" dirty="0" smtClean="0">
                <a:latin typeface="Arial"/>
                <a:cs typeface="Arial"/>
              </a:rPr>
              <a:t>:</a:t>
            </a:r>
            <a:r>
              <a:rPr sz="2400" b="1" spc="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[4,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3, </a:t>
            </a:r>
            <a:r>
              <a:rPr sz="2400" b="1" spc="-10" dirty="0" smtClean="0">
                <a:latin typeface="Arial"/>
                <a:cs typeface="Arial"/>
              </a:rPr>
              <a:t>5</a:t>
            </a:r>
            <a:r>
              <a:rPr sz="2400" b="1" spc="0" dirty="0" smtClean="0">
                <a:latin typeface="Arial"/>
                <a:cs typeface="Arial"/>
              </a:rPr>
              <a:t>, 2].</a:t>
            </a:r>
            <a:endParaRPr sz="24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85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latin typeface="Arial"/>
                <a:cs typeface="Arial"/>
              </a:rPr>
              <a:t>S</a:t>
            </a:r>
            <a:r>
              <a:rPr sz="2400" b="1" spc="-10" dirty="0" smtClean="0">
                <a:latin typeface="Arial"/>
                <a:cs typeface="Arial"/>
              </a:rPr>
              <a:t>o</a:t>
            </a:r>
            <a:r>
              <a:rPr sz="2400" b="1" spc="0" dirty="0" smtClean="0">
                <a:latin typeface="Arial"/>
                <a:cs typeface="Arial"/>
              </a:rPr>
              <a:t>, the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o</a:t>
            </a:r>
            <a:r>
              <a:rPr sz="2400" b="1" spc="-10" dirty="0" smtClean="0">
                <a:latin typeface="Arial"/>
                <a:cs typeface="Arial"/>
              </a:rPr>
              <a:t>u</a:t>
            </a:r>
            <a:r>
              <a:rPr sz="2400" b="1" spc="0" dirty="0" smtClean="0">
                <a:latin typeface="Arial"/>
                <a:cs typeface="Arial"/>
              </a:rPr>
              <a:t>ter </a:t>
            </a:r>
            <a:r>
              <a:rPr sz="2400" b="1" spc="-10" dirty="0" smtClean="0">
                <a:latin typeface="Arial"/>
                <a:cs typeface="Arial"/>
              </a:rPr>
              <a:t>o</a:t>
            </a:r>
            <a:r>
              <a:rPr sz="2400" b="1" spc="0" dirty="0" smtClean="0">
                <a:latin typeface="Arial"/>
                <a:cs typeface="Arial"/>
              </a:rPr>
              <a:t>ne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pro</a:t>
            </a:r>
            <a:r>
              <a:rPr sz="2400" b="1" spc="-10" dirty="0" smtClean="0">
                <a:latin typeface="Arial"/>
                <a:cs typeface="Arial"/>
              </a:rPr>
              <a:t>d</a:t>
            </a:r>
            <a:r>
              <a:rPr sz="2400" b="1" spc="0" dirty="0" smtClean="0">
                <a:latin typeface="Arial"/>
                <a:cs typeface="Arial"/>
              </a:rPr>
              <a:t>u</a:t>
            </a:r>
            <a:r>
              <a:rPr sz="2400" b="1" spc="-10" dirty="0" smtClean="0">
                <a:latin typeface="Arial"/>
                <a:cs typeface="Arial"/>
              </a:rPr>
              <a:t>c</a:t>
            </a:r>
            <a:r>
              <a:rPr sz="2400" b="1" spc="0" dirty="0" smtClean="0">
                <a:latin typeface="Arial"/>
                <a:cs typeface="Arial"/>
              </a:rPr>
              <a:t>e</a:t>
            </a:r>
            <a:r>
              <a:rPr sz="2400" b="1" spc="-10" dirty="0" smtClean="0">
                <a:latin typeface="Arial"/>
                <a:cs typeface="Arial"/>
              </a:rPr>
              <a:t>s</a:t>
            </a:r>
            <a:r>
              <a:rPr sz="2400" b="1" spc="0" dirty="0" smtClean="0">
                <a:latin typeface="Arial"/>
                <a:cs typeface="Arial"/>
              </a:rPr>
              <a:t>:</a:t>
            </a:r>
            <a:r>
              <a:rPr sz="2400" b="1" spc="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[8, 6,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1</a:t>
            </a:r>
            <a:r>
              <a:rPr sz="2400" b="1" spc="-10" dirty="0" smtClean="0">
                <a:latin typeface="Arial"/>
                <a:cs typeface="Arial"/>
              </a:rPr>
              <a:t>0</a:t>
            </a:r>
            <a:r>
              <a:rPr sz="2400" b="1" spc="0" dirty="0" smtClean="0">
                <a:latin typeface="Arial"/>
                <a:cs typeface="Arial"/>
              </a:rPr>
              <a:t>, </a:t>
            </a:r>
            <a:r>
              <a:rPr sz="2400" b="1" spc="-10" dirty="0" smtClean="0">
                <a:latin typeface="Arial"/>
                <a:cs typeface="Arial"/>
              </a:rPr>
              <a:t>4</a:t>
            </a:r>
            <a:r>
              <a:rPr sz="2400" b="1" spc="0" dirty="0" smtClean="0">
                <a:latin typeface="Arial"/>
                <a:cs typeface="Arial"/>
              </a:rPr>
              <a:t>].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5800" y="2286000"/>
            <a:ext cx="5181600" cy="1447800"/>
          </a:xfrm>
          <a:custGeom>
            <a:avLst/>
            <a:gdLst/>
            <a:ahLst/>
            <a:cxnLst/>
            <a:rect l="l" t="t" r="r" b="b"/>
            <a:pathLst>
              <a:path w="5181600" h="1447800">
                <a:moveTo>
                  <a:pt x="0" y="1447800"/>
                </a:moveTo>
                <a:lnTo>
                  <a:pt x="5181600" y="1447800"/>
                </a:lnTo>
                <a:lnTo>
                  <a:pt x="5181600" y="0"/>
                </a:lnTo>
                <a:lnTo>
                  <a:pt x="0" y="0"/>
                </a:lnTo>
                <a:lnTo>
                  <a:pt x="0" y="14478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85800" y="2286000"/>
            <a:ext cx="5181600" cy="1447800"/>
          </a:xfrm>
          <a:custGeom>
            <a:avLst/>
            <a:gdLst/>
            <a:ahLst/>
            <a:cxnLst/>
            <a:rect l="l" t="t" r="r" b="b"/>
            <a:pathLst>
              <a:path w="5181600" h="1447800">
                <a:moveTo>
                  <a:pt x="0" y="1447800"/>
                </a:moveTo>
                <a:lnTo>
                  <a:pt x="5181600" y="1447800"/>
                </a:lnTo>
                <a:lnTo>
                  <a:pt x="5181600" y="0"/>
                </a:lnTo>
                <a:lnTo>
                  <a:pt x="0" y="0"/>
                </a:lnTo>
                <a:lnTo>
                  <a:pt x="0" y="14478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65454" y="551941"/>
            <a:ext cx="6350000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2602230" algn="l"/>
              </a:tabLst>
            </a:pPr>
            <a:r>
              <a:rPr sz="3600" b="1" dirty="0" smtClean="0">
                <a:solidFill>
                  <a:srgbClr val="C00000"/>
                </a:solidFill>
                <a:latin typeface="Arial"/>
                <a:cs typeface="Arial"/>
              </a:rPr>
              <a:t>Nest</a:t>
            </a:r>
            <a:r>
              <a:rPr sz="3600" b="1" spc="10" dirty="0" smtClean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3600" b="1" spc="-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List	Comprehensions</a:t>
            </a:r>
            <a:endParaRPr sz="36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69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70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65454" y="551941"/>
            <a:ext cx="7315200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876300" algn="l"/>
                <a:tab pos="2374900" algn="l"/>
                <a:tab pos="2628900" algn="l"/>
                <a:tab pos="3568700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For	Loops	/	List	Comprehensi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o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ns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307406"/>
            <a:ext cx="7763509" cy="28232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marR="536575" indent="-342900">
              <a:lnSpc>
                <a:spcPct val="897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latin typeface="Arial"/>
                <a:cs typeface="Arial"/>
              </a:rPr>
              <a:t>P</a:t>
            </a:r>
            <a:r>
              <a:rPr sz="2400" b="1" spc="-35" dirty="0" smtClean="0">
                <a:latin typeface="Arial"/>
                <a:cs typeface="Arial"/>
              </a:rPr>
              <a:t>y</a:t>
            </a:r>
            <a:r>
              <a:rPr sz="2400" b="1" spc="0" dirty="0" smtClean="0">
                <a:latin typeface="Arial"/>
                <a:cs typeface="Arial"/>
              </a:rPr>
              <a:t>thon’s</a:t>
            </a:r>
            <a:r>
              <a:rPr sz="2400" b="1" spc="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l</a:t>
            </a:r>
            <a:r>
              <a:rPr sz="2400" b="1" spc="5" dirty="0" smtClean="0">
                <a:latin typeface="Arial"/>
                <a:cs typeface="Arial"/>
              </a:rPr>
              <a:t>i</a:t>
            </a:r>
            <a:r>
              <a:rPr sz="2400" b="1" spc="0" dirty="0" smtClean="0">
                <a:latin typeface="Arial"/>
                <a:cs typeface="Arial"/>
              </a:rPr>
              <a:t>st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compre</a:t>
            </a:r>
            <a:r>
              <a:rPr sz="2400" b="1" spc="-10" dirty="0" smtClean="0">
                <a:latin typeface="Arial"/>
                <a:cs typeface="Arial"/>
              </a:rPr>
              <a:t>h</a:t>
            </a:r>
            <a:r>
              <a:rPr sz="2400" b="1" spc="0" dirty="0" smtClean="0">
                <a:latin typeface="Arial"/>
                <a:cs typeface="Arial"/>
              </a:rPr>
              <a:t>en</a:t>
            </a:r>
            <a:r>
              <a:rPr sz="2400" b="1" spc="-10" dirty="0" smtClean="0">
                <a:latin typeface="Arial"/>
                <a:cs typeface="Arial"/>
              </a:rPr>
              <a:t>s</a:t>
            </a:r>
            <a:r>
              <a:rPr sz="2400" b="1" spc="0" dirty="0" smtClean="0">
                <a:latin typeface="Arial"/>
                <a:cs typeface="Arial"/>
              </a:rPr>
              <a:t>ions provide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 natural idiom</a:t>
            </a:r>
            <a:r>
              <a:rPr sz="2400" b="1" spc="-3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that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u</a:t>
            </a:r>
            <a:r>
              <a:rPr sz="2400" b="1" spc="-10" dirty="0" smtClean="0">
                <a:latin typeface="Arial"/>
                <a:cs typeface="Arial"/>
              </a:rPr>
              <a:t>s</a:t>
            </a:r>
            <a:r>
              <a:rPr sz="2400" b="1" spc="0" dirty="0" smtClean="0">
                <a:latin typeface="Arial"/>
                <a:cs typeface="Arial"/>
              </a:rPr>
              <a:t>u</a:t>
            </a:r>
            <a:r>
              <a:rPr sz="2400" b="1" spc="-10" dirty="0" smtClean="0">
                <a:latin typeface="Arial"/>
                <a:cs typeface="Arial"/>
              </a:rPr>
              <a:t>a</a:t>
            </a:r>
            <a:r>
              <a:rPr sz="2400" b="1" spc="0" dirty="0" smtClean="0">
                <a:latin typeface="Arial"/>
                <a:cs typeface="Arial"/>
              </a:rPr>
              <a:t>lly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req</a:t>
            </a:r>
            <a:r>
              <a:rPr sz="2400" b="1" spc="-10" dirty="0" smtClean="0">
                <a:latin typeface="Arial"/>
                <a:cs typeface="Arial"/>
              </a:rPr>
              <a:t>u</a:t>
            </a:r>
            <a:r>
              <a:rPr sz="2400" b="1" spc="0" dirty="0" smtClean="0">
                <a:latin typeface="Arial"/>
                <a:cs typeface="Arial"/>
              </a:rPr>
              <a:t>ires a fo</a:t>
            </a:r>
            <a:r>
              <a:rPr sz="2400" b="1" spc="10" dirty="0" smtClean="0">
                <a:latin typeface="Arial"/>
                <a:cs typeface="Arial"/>
              </a:rPr>
              <a:t>r</a:t>
            </a:r>
            <a:r>
              <a:rPr sz="2400" b="1" spc="0" dirty="0" smtClean="0">
                <a:latin typeface="Arial"/>
                <a:cs typeface="Arial"/>
              </a:rPr>
              <a:t>-loop</a:t>
            </a:r>
            <a:r>
              <a:rPr sz="2400" b="1" spc="-4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in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oth</a:t>
            </a:r>
            <a:r>
              <a:rPr sz="2400" b="1" spc="-10" dirty="0" smtClean="0">
                <a:latin typeface="Arial"/>
                <a:cs typeface="Arial"/>
              </a:rPr>
              <a:t>e</a:t>
            </a:r>
            <a:r>
              <a:rPr sz="2400" b="1" spc="0" dirty="0" smtClean="0">
                <a:latin typeface="Arial"/>
                <a:cs typeface="Arial"/>
              </a:rPr>
              <a:t>r programming lan</a:t>
            </a:r>
            <a:r>
              <a:rPr sz="2400" b="1" spc="-10" dirty="0" smtClean="0">
                <a:latin typeface="Arial"/>
                <a:cs typeface="Arial"/>
              </a:rPr>
              <a:t>g</a:t>
            </a:r>
            <a:r>
              <a:rPr sz="2400" b="1" spc="0" dirty="0" smtClean="0">
                <a:latin typeface="Arial"/>
                <a:cs typeface="Arial"/>
              </a:rPr>
              <a:t>ua</a:t>
            </a:r>
            <a:r>
              <a:rPr sz="2400" b="1" spc="-10" dirty="0" smtClean="0">
                <a:latin typeface="Arial"/>
                <a:cs typeface="Arial"/>
              </a:rPr>
              <a:t>g</a:t>
            </a:r>
            <a:r>
              <a:rPr sz="2400" b="1" spc="0" dirty="0" smtClean="0">
                <a:latin typeface="Arial"/>
                <a:cs typeface="Arial"/>
              </a:rPr>
              <a:t>es.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85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756285" algn="l"/>
              </a:tabLst>
            </a:pPr>
            <a:r>
              <a:rPr sz="2400" dirty="0" smtClean="0">
                <a:latin typeface="Arial"/>
                <a:cs typeface="Arial"/>
              </a:rPr>
              <a:t>As a</a:t>
            </a:r>
            <a:r>
              <a:rPr sz="2400" spc="-1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result, Python</a:t>
            </a:r>
            <a:r>
              <a:rPr sz="2400" spc="-1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code</a:t>
            </a:r>
            <a:r>
              <a:rPr sz="2400" spc="10" dirty="0" smtClean="0">
                <a:latin typeface="Arial"/>
                <a:cs typeface="Arial"/>
              </a:rPr>
              <a:t> </a:t>
            </a:r>
            <a:r>
              <a:rPr sz="2400" spc="0" dirty="0" smtClean="0">
                <a:latin typeface="Arial"/>
                <a:cs typeface="Arial"/>
              </a:rPr>
              <a:t>uses many </a:t>
            </a:r>
            <a:r>
              <a:rPr sz="2400" spc="5" dirty="0" smtClean="0">
                <a:latin typeface="Arial"/>
                <a:cs typeface="Arial"/>
              </a:rPr>
              <a:t>f</a:t>
            </a:r>
            <a:r>
              <a:rPr sz="2400" spc="0" dirty="0" smtClean="0">
                <a:latin typeface="Arial"/>
                <a:cs typeface="Arial"/>
              </a:rPr>
              <a:t>e</a:t>
            </a:r>
            <a:r>
              <a:rPr sz="2400" spc="-10" dirty="0" smtClean="0">
                <a:latin typeface="Arial"/>
                <a:cs typeface="Arial"/>
              </a:rPr>
              <a:t>w</a:t>
            </a:r>
            <a:r>
              <a:rPr sz="2400" spc="0" dirty="0" smtClean="0">
                <a:latin typeface="Arial"/>
                <a:cs typeface="Arial"/>
              </a:rPr>
              <a:t>er </a:t>
            </a:r>
            <a:r>
              <a:rPr sz="2400" spc="5" dirty="0" smtClean="0">
                <a:latin typeface="Arial"/>
                <a:cs typeface="Arial"/>
              </a:rPr>
              <a:t>f</a:t>
            </a:r>
            <a:r>
              <a:rPr sz="2400" spc="0" dirty="0" smtClean="0">
                <a:latin typeface="Arial"/>
                <a:cs typeface="Arial"/>
              </a:rPr>
              <a:t>o</a:t>
            </a:r>
            <a:r>
              <a:rPr sz="2400" spc="15" dirty="0" smtClean="0">
                <a:latin typeface="Arial"/>
                <a:cs typeface="Arial"/>
              </a:rPr>
              <a:t>r</a:t>
            </a:r>
            <a:r>
              <a:rPr sz="2400" spc="0" dirty="0" smtClean="0">
                <a:latin typeface="Arial"/>
                <a:cs typeface="Arial"/>
              </a:rPr>
              <a:t>-l</a:t>
            </a:r>
            <a:r>
              <a:rPr sz="2400" spc="-10" dirty="0" smtClean="0">
                <a:latin typeface="Arial"/>
                <a:cs typeface="Arial"/>
              </a:rPr>
              <a:t>o</a:t>
            </a:r>
            <a:r>
              <a:rPr sz="2400" spc="0" dirty="0" smtClean="0">
                <a:latin typeface="Arial"/>
                <a:cs typeface="Arial"/>
              </a:rPr>
              <a:t>ops</a:t>
            </a:r>
            <a:endParaRPr sz="2400">
              <a:latin typeface="Arial"/>
              <a:cs typeface="Arial"/>
            </a:endParaRPr>
          </a:p>
          <a:p>
            <a:pPr lvl="1"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 lvl="1"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 lvl="1">
              <a:lnSpc>
                <a:spcPts val="1200"/>
              </a:lnSpc>
              <a:spcBef>
                <a:spcPts val="19"/>
              </a:spcBef>
              <a:buClr>
                <a:srgbClr val="FF0000"/>
              </a:buClr>
              <a:buFont typeface="Wingdings"/>
              <a:buChar char=""/>
            </a:pPr>
            <a:endParaRPr sz="1200"/>
          </a:p>
          <a:p>
            <a:pPr marL="355600" marR="12700" indent="-342900">
              <a:lnSpc>
                <a:spcPts val="259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  <a:tab pos="1574165" algn="l"/>
              </a:tabLst>
            </a:pPr>
            <a:r>
              <a:rPr sz="2400" i="1" dirty="0" smtClean="0">
                <a:latin typeface="Arial"/>
                <a:cs typeface="Arial"/>
              </a:rPr>
              <a:t>C</a:t>
            </a:r>
            <a:r>
              <a:rPr sz="2400" i="1" spc="-10" dirty="0" smtClean="0">
                <a:latin typeface="Arial"/>
                <a:cs typeface="Arial"/>
              </a:rPr>
              <a:t>a</a:t>
            </a:r>
            <a:r>
              <a:rPr sz="2400" i="1" spc="0" dirty="0" smtClean="0">
                <a:latin typeface="Arial"/>
                <a:cs typeface="Arial"/>
              </a:rPr>
              <a:t>vea</a:t>
            </a:r>
            <a:r>
              <a:rPr sz="2400" i="1" spc="-5" dirty="0" smtClean="0">
                <a:latin typeface="Arial"/>
                <a:cs typeface="Arial"/>
              </a:rPr>
              <a:t>t</a:t>
            </a:r>
            <a:r>
              <a:rPr sz="2400" spc="0" dirty="0" smtClean="0">
                <a:latin typeface="Arial"/>
                <a:cs typeface="Arial"/>
              </a:rPr>
              <a:t>!	</a:t>
            </a:r>
            <a:r>
              <a:rPr sz="2400" b="1" spc="0" dirty="0" smtClean="0">
                <a:latin typeface="Arial"/>
                <a:cs typeface="Arial"/>
              </a:rPr>
              <a:t>The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ke</a:t>
            </a:r>
            <a:r>
              <a:rPr sz="2400" b="1" spc="-35" dirty="0" smtClean="0">
                <a:latin typeface="Arial"/>
                <a:cs typeface="Arial"/>
              </a:rPr>
              <a:t>y</a:t>
            </a:r>
            <a:r>
              <a:rPr sz="2400" b="1" spc="25" dirty="0" smtClean="0">
                <a:latin typeface="Arial"/>
                <a:cs typeface="Arial"/>
              </a:rPr>
              <a:t>w</a:t>
            </a:r>
            <a:r>
              <a:rPr sz="2400" b="1" spc="0" dirty="0" smtClean="0">
                <a:latin typeface="Arial"/>
                <a:cs typeface="Arial"/>
              </a:rPr>
              <a:t>ords</a:t>
            </a:r>
            <a:r>
              <a:rPr sz="2400" b="1" spc="15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sz="2400" b="1" i="1" spc="-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-5" dirty="0" smtClean="0">
                <a:latin typeface="Arial"/>
                <a:cs typeface="Arial"/>
              </a:rPr>
              <a:t>an</a:t>
            </a:r>
            <a:r>
              <a:rPr sz="2400" b="1" spc="0" dirty="0" smtClean="0">
                <a:latin typeface="Arial"/>
                <a:cs typeface="Arial"/>
              </a:rPr>
              <a:t>d </a:t>
            </a:r>
            <a:r>
              <a:rPr sz="24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in</a:t>
            </a:r>
            <a:r>
              <a:rPr sz="2400" b="1" i="1" spc="-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also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ap</a:t>
            </a:r>
            <a:r>
              <a:rPr sz="2400" b="1" spc="-10" dirty="0" smtClean="0">
                <a:latin typeface="Arial"/>
                <a:cs typeface="Arial"/>
              </a:rPr>
              <a:t>p</a:t>
            </a:r>
            <a:r>
              <a:rPr sz="2400" b="1" spc="0" dirty="0" smtClean="0">
                <a:latin typeface="Arial"/>
                <a:cs typeface="Arial"/>
              </a:rPr>
              <a:t>ear</a:t>
            </a:r>
            <a:r>
              <a:rPr sz="2400" b="1" spc="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in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the s</a:t>
            </a:r>
            <a:r>
              <a:rPr sz="2400" b="1" spc="-30" dirty="0" smtClean="0">
                <a:latin typeface="Arial"/>
                <a:cs typeface="Arial"/>
              </a:rPr>
              <a:t>y</a:t>
            </a:r>
            <a:r>
              <a:rPr sz="2400" b="1" spc="0" dirty="0" smtClean="0">
                <a:latin typeface="Arial"/>
                <a:cs typeface="Arial"/>
              </a:rPr>
              <a:t>ntax</a:t>
            </a:r>
            <a:r>
              <a:rPr sz="2400" b="1" spc="3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of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l</a:t>
            </a:r>
            <a:r>
              <a:rPr sz="2400" b="1" spc="5" dirty="0" smtClean="0">
                <a:latin typeface="Arial"/>
                <a:cs typeface="Arial"/>
              </a:rPr>
              <a:t>i</a:t>
            </a:r>
            <a:r>
              <a:rPr sz="2400" b="1" spc="0" dirty="0" smtClean="0">
                <a:latin typeface="Arial"/>
                <a:cs typeface="Arial"/>
              </a:rPr>
              <a:t>st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compre</a:t>
            </a:r>
            <a:r>
              <a:rPr sz="2400" b="1" spc="-10" dirty="0" smtClean="0">
                <a:latin typeface="Arial"/>
                <a:cs typeface="Arial"/>
              </a:rPr>
              <a:t>h</a:t>
            </a:r>
            <a:r>
              <a:rPr sz="2400" b="1" spc="0" dirty="0" smtClean="0">
                <a:latin typeface="Arial"/>
                <a:cs typeface="Arial"/>
              </a:rPr>
              <a:t>en</a:t>
            </a:r>
            <a:r>
              <a:rPr sz="2400" b="1" spc="-10" dirty="0" smtClean="0">
                <a:latin typeface="Arial"/>
                <a:cs typeface="Arial"/>
              </a:rPr>
              <a:t>s</a:t>
            </a:r>
            <a:r>
              <a:rPr sz="2400" b="1" spc="0" dirty="0" smtClean="0">
                <a:latin typeface="Arial"/>
                <a:cs typeface="Arial"/>
              </a:rPr>
              <a:t>ions, but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this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is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 total</a:t>
            </a:r>
            <a:r>
              <a:rPr sz="2400" b="1" spc="5" dirty="0" smtClean="0">
                <a:latin typeface="Arial"/>
                <a:cs typeface="Arial"/>
              </a:rPr>
              <a:t>l</a:t>
            </a:r>
            <a:r>
              <a:rPr sz="2400" b="1" spc="0" dirty="0" smtClean="0">
                <a:latin typeface="Arial"/>
                <a:cs typeface="Arial"/>
              </a:rPr>
              <a:t>y different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co</a:t>
            </a:r>
            <a:r>
              <a:rPr sz="2400" b="1" spc="-10" dirty="0" smtClean="0">
                <a:latin typeface="Arial"/>
                <a:cs typeface="Arial"/>
              </a:rPr>
              <a:t>n</a:t>
            </a:r>
            <a:r>
              <a:rPr sz="2400" b="1" spc="0" dirty="0" smtClean="0">
                <a:latin typeface="Arial"/>
                <a:cs typeface="Arial"/>
              </a:rPr>
              <a:t>struct</a:t>
            </a:r>
            <a:r>
              <a:rPr sz="2400" b="1" spc="5" dirty="0" smtClean="0">
                <a:latin typeface="Arial"/>
                <a:cs typeface="Arial"/>
              </a:rPr>
              <a:t>i</a:t>
            </a:r>
            <a:r>
              <a:rPr sz="2400" b="1" spc="0" dirty="0" smtClean="0">
                <a:latin typeface="Arial"/>
                <a:cs typeface="Arial"/>
              </a:rPr>
              <a:t>on.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5454" y="2602610"/>
            <a:ext cx="3926204" cy="4965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 smtClean="0">
                <a:solidFill>
                  <a:srgbClr val="000066"/>
                </a:solidFill>
                <a:latin typeface="Arial"/>
                <a:cs typeface="Arial"/>
              </a:rPr>
              <a:t>Fun</a:t>
            </a:r>
            <a:r>
              <a:rPr sz="3200" b="1" spc="-20" dirty="0" smtClean="0">
                <a:solidFill>
                  <a:srgbClr val="000066"/>
                </a:solidFill>
                <a:latin typeface="Arial"/>
                <a:cs typeface="Arial"/>
              </a:rPr>
              <a:t>c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tions</a:t>
            </a:r>
            <a:r>
              <a:rPr sz="3200" b="1" spc="-5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in</a:t>
            </a:r>
            <a:r>
              <a:rPr sz="3200" b="1" spc="-2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Pyt</a:t>
            </a:r>
            <a:r>
              <a:rPr sz="3200" b="1" spc="-15" dirty="0" smtClean="0">
                <a:solidFill>
                  <a:srgbClr val="000066"/>
                </a:solidFill>
                <a:latin typeface="Arial"/>
                <a:cs typeface="Arial"/>
              </a:rPr>
              <a:t>h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on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3925570"/>
            <a:ext cx="2209800" cy="3759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 smtClean="0">
                <a:latin typeface="Arial"/>
                <a:cs typeface="Arial"/>
              </a:rPr>
              <a:t>(</a:t>
            </a:r>
            <a:r>
              <a:rPr sz="2400" b="1" spc="5" dirty="0" smtClean="0">
                <a:latin typeface="Arial"/>
                <a:cs typeface="Arial"/>
              </a:rPr>
              <a:t>M</a:t>
            </a:r>
            <a:r>
              <a:rPr sz="2400" b="1" spc="0" dirty="0" smtClean="0">
                <a:latin typeface="Arial"/>
                <a:cs typeface="Arial"/>
              </a:rPr>
              <a:t>ethods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later)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20672" y="3839099"/>
            <a:ext cx="4566187" cy="27051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9349" y="4840732"/>
            <a:ext cx="3665220" cy="92519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dirty="0" smtClean="0">
                <a:latin typeface="Arial"/>
                <a:cs typeface="Arial"/>
              </a:rPr>
              <a:t>Fir</a:t>
            </a:r>
            <a:r>
              <a:rPr sz="2000" spc="5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t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line</a:t>
            </a:r>
            <a:r>
              <a:rPr sz="2000" spc="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with le</a:t>
            </a:r>
            <a:r>
              <a:rPr sz="2000" spc="10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  <a:p>
            <a:pPr marL="12700" marR="12700">
              <a:lnSpc>
                <a:spcPct val="100000"/>
              </a:lnSpc>
            </a:pPr>
            <a:r>
              <a:rPr sz="2000" dirty="0" smtClean="0">
                <a:latin typeface="Arial"/>
                <a:cs typeface="Arial"/>
              </a:rPr>
              <a:t>indenta</a:t>
            </a:r>
            <a:r>
              <a:rPr sz="2000" spc="-10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ion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is c</a:t>
            </a:r>
            <a:r>
              <a:rPr sz="2000" spc="5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5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ide</a:t>
            </a:r>
            <a:r>
              <a:rPr sz="2000" spc="5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ed</a:t>
            </a:r>
            <a:r>
              <a:rPr sz="2000" spc="-4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to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be outside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of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the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function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defini</a:t>
            </a:r>
            <a:r>
              <a:rPr sz="2000" spc="-10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ion.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73225" y="4267200"/>
            <a:ext cx="1069975" cy="615061"/>
          </a:xfrm>
          <a:custGeom>
            <a:avLst/>
            <a:gdLst/>
            <a:ahLst/>
            <a:cxnLst/>
            <a:rect l="l" t="t" r="r" b="b"/>
            <a:pathLst>
              <a:path w="1069975" h="615061">
                <a:moveTo>
                  <a:pt x="1047272" y="12971"/>
                </a:moveTo>
                <a:lnTo>
                  <a:pt x="1034288" y="13135"/>
                </a:lnTo>
                <a:lnTo>
                  <a:pt x="0" y="604138"/>
                </a:lnTo>
                <a:lnTo>
                  <a:pt x="6350" y="615061"/>
                </a:lnTo>
                <a:lnTo>
                  <a:pt x="1040572" y="24023"/>
                </a:lnTo>
                <a:lnTo>
                  <a:pt x="1047272" y="12971"/>
                </a:lnTo>
                <a:close/>
              </a:path>
              <a:path w="1069975" h="615061">
                <a:moveTo>
                  <a:pt x="1069359" y="1016"/>
                </a:moveTo>
                <a:lnTo>
                  <a:pt x="1055497" y="1016"/>
                </a:lnTo>
                <a:lnTo>
                  <a:pt x="1061720" y="11937"/>
                </a:lnTo>
                <a:lnTo>
                  <a:pt x="1040572" y="24023"/>
                </a:lnTo>
                <a:lnTo>
                  <a:pt x="983614" y="117982"/>
                </a:lnTo>
                <a:lnTo>
                  <a:pt x="984631" y="121919"/>
                </a:lnTo>
                <a:lnTo>
                  <a:pt x="987551" y="123825"/>
                </a:lnTo>
                <a:lnTo>
                  <a:pt x="990600" y="125602"/>
                </a:lnTo>
                <a:lnTo>
                  <a:pt x="994537" y="124587"/>
                </a:lnTo>
                <a:lnTo>
                  <a:pt x="1069359" y="1016"/>
                </a:lnTo>
                <a:close/>
              </a:path>
              <a:path w="1069975" h="615061">
                <a:moveTo>
                  <a:pt x="1056727" y="3175"/>
                </a:moveTo>
                <a:lnTo>
                  <a:pt x="1053211" y="3175"/>
                </a:lnTo>
                <a:lnTo>
                  <a:pt x="1058672" y="12826"/>
                </a:lnTo>
                <a:lnTo>
                  <a:pt x="1047272" y="12971"/>
                </a:lnTo>
                <a:lnTo>
                  <a:pt x="1040572" y="24023"/>
                </a:lnTo>
                <a:lnTo>
                  <a:pt x="1061720" y="11937"/>
                </a:lnTo>
                <a:lnTo>
                  <a:pt x="1056727" y="3175"/>
                </a:lnTo>
                <a:close/>
              </a:path>
              <a:path w="1069975" h="615061">
                <a:moveTo>
                  <a:pt x="1069975" y="0"/>
                </a:moveTo>
                <a:lnTo>
                  <a:pt x="927735" y="1777"/>
                </a:lnTo>
                <a:lnTo>
                  <a:pt x="924306" y="1777"/>
                </a:lnTo>
                <a:lnTo>
                  <a:pt x="921512" y="4572"/>
                </a:lnTo>
                <a:lnTo>
                  <a:pt x="921512" y="11683"/>
                </a:lnTo>
                <a:lnTo>
                  <a:pt x="924432" y="14477"/>
                </a:lnTo>
                <a:lnTo>
                  <a:pt x="927988" y="14477"/>
                </a:lnTo>
                <a:lnTo>
                  <a:pt x="1034288" y="13135"/>
                </a:lnTo>
                <a:lnTo>
                  <a:pt x="1055497" y="1016"/>
                </a:lnTo>
                <a:lnTo>
                  <a:pt x="1069359" y="1016"/>
                </a:lnTo>
                <a:lnTo>
                  <a:pt x="1069975" y="0"/>
                </a:lnTo>
                <a:close/>
              </a:path>
              <a:path w="1069975" h="615061">
                <a:moveTo>
                  <a:pt x="1055497" y="1016"/>
                </a:moveTo>
                <a:lnTo>
                  <a:pt x="1034288" y="13135"/>
                </a:lnTo>
                <a:lnTo>
                  <a:pt x="1047272" y="12971"/>
                </a:lnTo>
                <a:lnTo>
                  <a:pt x="1053211" y="3175"/>
                </a:lnTo>
                <a:lnTo>
                  <a:pt x="1056727" y="3175"/>
                </a:lnTo>
                <a:lnTo>
                  <a:pt x="1055497" y="1016"/>
                </a:lnTo>
                <a:close/>
              </a:path>
              <a:path w="1069975" h="615061">
                <a:moveTo>
                  <a:pt x="1053211" y="3175"/>
                </a:moveTo>
                <a:lnTo>
                  <a:pt x="1047272" y="12971"/>
                </a:lnTo>
                <a:lnTo>
                  <a:pt x="1058672" y="12826"/>
                </a:lnTo>
                <a:lnTo>
                  <a:pt x="1053211" y="3175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320" rIns="0" bIns="0" rtlCol="0">
            <a:noAutofit/>
          </a:bodyPr>
          <a:lstStyle/>
          <a:p>
            <a:pPr marL="12700">
              <a:lnSpc>
                <a:spcPts val="4285"/>
              </a:lnSpc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Defining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Functio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n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61666" y="5985052"/>
            <a:ext cx="5040630" cy="2851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latin typeface="Arial"/>
                <a:cs typeface="Arial"/>
              </a:rPr>
              <a:t>No </a:t>
            </a:r>
            <a:r>
              <a:rPr sz="1800" b="1" spc="5" dirty="0" smtClean="0">
                <a:latin typeface="Arial"/>
                <a:cs typeface="Arial"/>
              </a:rPr>
              <a:t>d</a:t>
            </a:r>
            <a:r>
              <a:rPr sz="1800" b="1" spc="0" dirty="0" smtClean="0">
                <a:latin typeface="Arial"/>
                <a:cs typeface="Arial"/>
              </a:rPr>
              <a:t>e</a:t>
            </a:r>
            <a:r>
              <a:rPr sz="1800" b="1" spc="-10" dirty="0" smtClean="0">
                <a:latin typeface="Arial"/>
                <a:cs typeface="Arial"/>
              </a:rPr>
              <a:t>c</a:t>
            </a:r>
            <a:r>
              <a:rPr sz="1800" b="1" spc="0" dirty="0" smtClean="0">
                <a:latin typeface="Arial"/>
                <a:cs typeface="Arial"/>
              </a:rPr>
              <a:t>la</a:t>
            </a:r>
            <a:r>
              <a:rPr sz="1800" b="1" spc="-10" dirty="0" smtClean="0">
                <a:latin typeface="Arial"/>
                <a:cs typeface="Arial"/>
              </a:rPr>
              <a:t>r</a:t>
            </a:r>
            <a:r>
              <a:rPr sz="1800" b="1" spc="0" dirty="0" smtClean="0">
                <a:latin typeface="Arial"/>
                <a:cs typeface="Arial"/>
              </a:rPr>
              <a:t>ation</a:t>
            </a:r>
            <a:r>
              <a:rPr sz="1800" b="1" spc="-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of</a:t>
            </a:r>
            <a:r>
              <a:rPr sz="1800" b="1" spc="10" dirty="0" smtClean="0">
                <a:latin typeface="Arial"/>
                <a:cs typeface="Arial"/>
              </a:rPr>
              <a:t> </a:t>
            </a:r>
            <a:r>
              <a:rPr sz="1800" b="1" u="heavy" spc="0" dirty="0" smtClean="0">
                <a:latin typeface="Arial"/>
                <a:cs typeface="Arial"/>
              </a:rPr>
              <a:t>t</a:t>
            </a:r>
            <a:r>
              <a:rPr sz="1800" b="1" u="heavy" spc="-20" dirty="0" smtClean="0">
                <a:latin typeface="Arial"/>
                <a:cs typeface="Arial"/>
              </a:rPr>
              <a:t>y</a:t>
            </a:r>
            <a:r>
              <a:rPr sz="1800" b="1" u="heavy" spc="0" dirty="0" smtClean="0">
                <a:latin typeface="Arial"/>
                <a:cs typeface="Arial"/>
              </a:rPr>
              <a:t>pes</a:t>
            </a:r>
            <a:r>
              <a:rPr sz="1800" b="1" spc="10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of </a:t>
            </a:r>
            <a:r>
              <a:rPr sz="1800" b="1" spc="-10" dirty="0" smtClean="0">
                <a:latin typeface="Arial"/>
                <a:cs typeface="Arial"/>
              </a:rPr>
              <a:t>a</a:t>
            </a:r>
            <a:r>
              <a:rPr sz="1800" b="1" spc="0" dirty="0" smtClean="0">
                <a:latin typeface="Arial"/>
                <a:cs typeface="Arial"/>
              </a:rPr>
              <a:t>rguments</a:t>
            </a:r>
            <a:r>
              <a:rPr sz="1800" b="1" spc="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or</a:t>
            </a:r>
            <a:r>
              <a:rPr sz="1800" b="1" spc="-10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r</a:t>
            </a:r>
            <a:r>
              <a:rPr sz="1800" b="1" spc="-10" dirty="0" smtClean="0">
                <a:latin typeface="Arial"/>
                <a:cs typeface="Arial"/>
              </a:rPr>
              <a:t>e</a:t>
            </a:r>
            <a:r>
              <a:rPr sz="1800" b="1" spc="0" dirty="0" smtClean="0">
                <a:latin typeface="Arial"/>
                <a:cs typeface="Arial"/>
              </a:rPr>
              <a:t>sult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00933" y="2195957"/>
            <a:ext cx="4754245" cy="21329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93700" marR="12700" indent="-381000">
              <a:lnSpc>
                <a:spcPct val="110000"/>
              </a:lnSpc>
            </a:pPr>
            <a:r>
              <a:rPr sz="20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de</a:t>
            </a:r>
            <a:r>
              <a:rPr sz="20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f</a:t>
            </a:r>
            <a:r>
              <a:rPr sz="20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006FC0"/>
                </a:solidFill>
                <a:latin typeface="Courier New"/>
                <a:cs typeface="Courier New"/>
              </a:rPr>
              <a:t>get_final_answer</a:t>
            </a:r>
            <a:r>
              <a:rPr sz="2000" b="1" spc="0" dirty="0" smtClean="0">
                <a:latin typeface="Courier New"/>
                <a:cs typeface="Courier New"/>
              </a:rPr>
              <a:t>(filename): </a:t>
            </a:r>
            <a:r>
              <a:rPr sz="2000" b="1" spc="-5" dirty="0" smtClean="0">
                <a:solidFill>
                  <a:srgbClr val="008000"/>
                </a:solidFill>
                <a:latin typeface="Courier New"/>
                <a:cs typeface="Courier New"/>
              </a:rPr>
              <a:t>"""Documentatio</a:t>
            </a:r>
            <a:r>
              <a:rPr sz="20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n</a:t>
            </a:r>
            <a:r>
              <a:rPr sz="20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008000"/>
                </a:solidFill>
                <a:latin typeface="Courier New"/>
                <a:cs typeface="Courier New"/>
              </a:rPr>
              <a:t>String""" </a:t>
            </a:r>
            <a:r>
              <a:rPr sz="2000" b="1" spc="-5" dirty="0" smtClean="0">
                <a:latin typeface="Courier New"/>
                <a:cs typeface="Courier New"/>
              </a:rPr>
              <a:t>line1</a:t>
            </a:r>
            <a:endParaRPr sz="2000">
              <a:latin typeface="Courier New"/>
              <a:cs typeface="Courier New"/>
            </a:endParaRPr>
          </a:p>
          <a:p>
            <a:pPr marL="393700">
              <a:lnSpc>
                <a:spcPct val="100000"/>
              </a:lnSpc>
              <a:spcBef>
                <a:spcPts val="480"/>
              </a:spcBef>
            </a:pPr>
            <a:r>
              <a:rPr sz="2000" b="1" spc="-5" dirty="0" smtClean="0">
                <a:latin typeface="Courier New"/>
                <a:cs typeface="Courier New"/>
              </a:rPr>
              <a:t>line2</a:t>
            </a:r>
            <a:endParaRPr sz="2000">
              <a:latin typeface="Courier New"/>
              <a:cs typeface="Courier New"/>
            </a:endParaRPr>
          </a:p>
          <a:p>
            <a:pPr marL="393700">
              <a:lnSpc>
                <a:spcPct val="100000"/>
              </a:lnSpc>
              <a:spcBef>
                <a:spcPts val="480"/>
              </a:spcBef>
            </a:pPr>
            <a:r>
              <a:rPr sz="20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retur</a:t>
            </a:r>
            <a:r>
              <a:rPr sz="20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n</a:t>
            </a:r>
            <a:r>
              <a:rPr sz="20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latin typeface="Courier New"/>
                <a:cs typeface="Courier New"/>
              </a:rPr>
              <a:t>total_counter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...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60349" y="1387602"/>
            <a:ext cx="3956685" cy="3219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dirty="0" smtClean="0">
                <a:latin typeface="Arial"/>
                <a:cs typeface="Arial"/>
              </a:rPr>
              <a:t>Function</a:t>
            </a:r>
            <a:r>
              <a:rPr sz="2000" spc="-3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def</a:t>
            </a:r>
            <a:r>
              <a:rPr sz="2000" spc="-10" dirty="0" smtClean="0">
                <a:latin typeface="Arial"/>
                <a:cs typeface="Arial"/>
              </a:rPr>
              <a:t>i</a:t>
            </a:r>
            <a:r>
              <a:rPr sz="2000" spc="0" dirty="0" smtClean="0">
                <a:latin typeface="Arial"/>
                <a:cs typeface="Arial"/>
              </a:rPr>
              <a:t>ni</a:t>
            </a:r>
            <a:r>
              <a:rPr sz="2000" spc="-10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ion</a:t>
            </a:r>
            <a:r>
              <a:rPr sz="2000" spc="-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begins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with</a:t>
            </a:r>
            <a:r>
              <a:rPr sz="2000" spc="-5" dirty="0" smtClean="0">
                <a:latin typeface="Arial"/>
                <a:cs typeface="Arial"/>
              </a:rPr>
              <a:t> </a:t>
            </a:r>
            <a:r>
              <a:rPr sz="20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def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825625" y="1823339"/>
            <a:ext cx="917575" cy="538861"/>
          </a:xfrm>
          <a:custGeom>
            <a:avLst/>
            <a:gdLst/>
            <a:ahLst/>
            <a:cxnLst/>
            <a:rect l="l" t="t" r="r" b="b"/>
            <a:pathLst>
              <a:path w="917575" h="538861">
                <a:moveTo>
                  <a:pt x="772160" y="523113"/>
                </a:moveTo>
                <a:lnTo>
                  <a:pt x="769238" y="525907"/>
                </a:lnTo>
                <a:lnTo>
                  <a:pt x="769112" y="532891"/>
                </a:lnTo>
                <a:lnTo>
                  <a:pt x="771906" y="535813"/>
                </a:lnTo>
                <a:lnTo>
                  <a:pt x="775462" y="535813"/>
                </a:lnTo>
                <a:lnTo>
                  <a:pt x="917575" y="538861"/>
                </a:lnTo>
                <a:lnTo>
                  <a:pt x="916897" y="537718"/>
                </a:lnTo>
                <a:lnTo>
                  <a:pt x="903097" y="537718"/>
                </a:lnTo>
                <a:lnTo>
                  <a:pt x="881995" y="525408"/>
                </a:lnTo>
                <a:lnTo>
                  <a:pt x="775716" y="523239"/>
                </a:lnTo>
                <a:lnTo>
                  <a:pt x="772160" y="523113"/>
                </a:lnTo>
                <a:close/>
              </a:path>
              <a:path w="917575" h="538861">
                <a:moveTo>
                  <a:pt x="881995" y="525408"/>
                </a:moveTo>
                <a:lnTo>
                  <a:pt x="903097" y="537718"/>
                </a:lnTo>
                <a:lnTo>
                  <a:pt x="904352" y="535559"/>
                </a:lnTo>
                <a:lnTo>
                  <a:pt x="900811" y="535559"/>
                </a:lnTo>
                <a:lnTo>
                  <a:pt x="894953" y="525673"/>
                </a:lnTo>
                <a:lnTo>
                  <a:pt x="881995" y="525408"/>
                </a:lnTo>
                <a:close/>
              </a:path>
              <a:path w="917575" h="538861">
                <a:moveTo>
                  <a:pt x="839343" y="412623"/>
                </a:moveTo>
                <a:lnTo>
                  <a:pt x="833247" y="416178"/>
                </a:lnTo>
                <a:lnTo>
                  <a:pt x="832231" y="419988"/>
                </a:lnTo>
                <a:lnTo>
                  <a:pt x="834136" y="423037"/>
                </a:lnTo>
                <a:lnTo>
                  <a:pt x="888313" y="514468"/>
                </a:lnTo>
                <a:lnTo>
                  <a:pt x="909447" y="526796"/>
                </a:lnTo>
                <a:lnTo>
                  <a:pt x="903097" y="537718"/>
                </a:lnTo>
                <a:lnTo>
                  <a:pt x="916897" y="537718"/>
                </a:lnTo>
                <a:lnTo>
                  <a:pt x="845057" y="416560"/>
                </a:lnTo>
                <a:lnTo>
                  <a:pt x="843152" y="413512"/>
                </a:lnTo>
                <a:lnTo>
                  <a:pt x="839343" y="412623"/>
                </a:lnTo>
                <a:close/>
              </a:path>
              <a:path w="917575" h="538861">
                <a:moveTo>
                  <a:pt x="894953" y="525673"/>
                </a:moveTo>
                <a:lnTo>
                  <a:pt x="900811" y="535559"/>
                </a:lnTo>
                <a:lnTo>
                  <a:pt x="906399" y="525907"/>
                </a:lnTo>
                <a:lnTo>
                  <a:pt x="894953" y="525673"/>
                </a:lnTo>
                <a:close/>
              </a:path>
              <a:path w="917575" h="538861">
                <a:moveTo>
                  <a:pt x="888313" y="514468"/>
                </a:moveTo>
                <a:lnTo>
                  <a:pt x="894953" y="525673"/>
                </a:lnTo>
                <a:lnTo>
                  <a:pt x="906399" y="525907"/>
                </a:lnTo>
                <a:lnTo>
                  <a:pt x="900811" y="535559"/>
                </a:lnTo>
                <a:lnTo>
                  <a:pt x="904352" y="535559"/>
                </a:lnTo>
                <a:lnTo>
                  <a:pt x="909447" y="526796"/>
                </a:lnTo>
                <a:lnTo>
                  <a:pt x="888313" y="514468"/>
                </a:lnTo>
                <a:close/>
              </a:path>
              <a:path w="917575" h="538861">
                <a:moveTo>
                  <a:pt x="6350" y="0"/>
                </a:moveTo>
                <a:lnTo>
                  <a:pt x="0" y="10922"/>
                </a:lnTo>
                <a:lnTo>
                  <a:pt x="881995" y="525408"/>
                </a:lnTo>
                <a:lnTo>
                  <a:pt x="894953" y="525673"/>
                </a:lnTo>
                <a:lnTo>
                  <a:pt x="888313" y="514468"/>
                </a:lnTo>
                <a:lnTo>
                  <a:pt x="6350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928361" y="1420621"/>
            <a:ext cx="3865879" cy="3155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dirty="0" smtClean="0">
                <a:latin typeface="Arial"/>
                <a:cs typeface="Arial"/>
              </a:rPr>
              <a:t>Fun</a:t>
            </a:r>
            <a:r>
              <a:rPr sz="2000" spc="5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tion</a:t>
            </a:r>
            <a:r>
              <a:rPr sz="2000" spc="-3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name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and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its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arguments.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659246" y="1765807"/>
            <a:ext cx="185165" cy="459231"/>
          </a:xfrm>
          <a:custGeom>
            <a:avLst/>
            <a:gdLst/>
            <a:ahLst/>
            <a:cxnLst/>
            <a:rect l="l" t="t" r="r" b="b"/>
            <a:pathLst>
              <a:path w="185165" h="459231">
                <a:moveTo>
                  <a:pt x="9143" y="311403"/>
                </a:moveTo>
                <a:lnTo>
                  <a:pt x="2158" y="312674"/>
                </a:lnTo>
                <a:lnTo>
                  <a:pt x="0" y="315975"/>
                </a:lnTo>
                <a:lnTo>
                  <a:pt x="635" y="319531"/>
                </a:lnTo>
                <a:lnTo>
                  <a:pt x="26797" y="459231"/>
                </a:lnTo>
                <a:lnTo>
                  <a:pt x="38146" y="448817"/>
                </a:lnTo>
                <a:lnTo>
                  <a:pt x="36956" y="448817"/>
                </a:lnTo>
                <a:lnTo>
                  <a:pt x="24891" y="444753"/>
                </a:lnTo>
                <a:lnTo>
                  <a:pt x="32668" y="421438"/>
                </a:lnTo>
                <a:lnTo>
                  <a:pt x="12445" y="313689"/>
                </a:lnTo>
                <a:lnTo>
                  <a:pt x="9143" y="311403"/>
                </a:lnTo>
                <a:close/>
              </a:path>
              <a:path w="185165" h="459231">
                <a:moveTo>
                  <a:pt x="32668" y="421438"/>
                </a:moveTo>
                <a:lnTo>
                  <a:pt x="24891" y="444753"/>
                </a:lnTo>
                <a:lnTo>
                  <a:pt x="36956" y="448817"/>
                </a:lnTo>
                <a:lnTo>
                  <a:pt x="38015" y="445642"/>
                </a:lnTo>
                <a:lnTo>
                  <a:pt x="37211" y="445642"/>
                </a:lnTo>
                <a:lnTo>
                  <a:pt x="26669" y="442087"/>
                </a:lnTo>
                <a:lnTo>
                  <a:pt x="35095" y="434371"/>
                </a:lnTo>
                <a:lnTo>
                  <a:pt x="32668" y="421438"/>
                </a:lnTo>
                <a:close/>
              </a:path>
              <a:path w="185165" h="459231">
                <a:moveTo>
                  <a:pt x="125602" y="351408"/>
                </a:moveTo>
                <a:lnTo>
                  <a:pt x="123062" y="353821"/>
                </a:lnTo>
                <a:lnTo>
                  <a:pt x="44702" y="425575"/>
                </a:lnTo>
                <a:lnTo>
                  <a:pt x="36956" y="448817"/>
                </a:lnTo>
                <a:lnTo>
                  <a:pt x="38146" y="448817"/>
                </a:lnTo>
                <a:lnTo>
                  <a:pt x="131572" y="363092"/>
                </a:lnTo>
                <a:lnTo>
                  <a:pt x="134238" y="360806"/>
                </a:lnTo>
                <a:lnTo>
                  <a:pt x="134365" y="356742"/>
                </a:lnTo>
                <a:lnTo>
                  <a:pt x="131952" y="354202"/>
                </a:lnTo>
                <a:lnTo>
                  <a:pt x="129666" y="351536"/>
                </a:lnTo>
                <a:lnTo>
                  <a:pt x="125602" y="351408"/>
                </a:lnTo>
                <a:close/>
              </a:path>
              <a:path w="185165" h="459231">
                <a:moveTo>
                  <a:pt x="35095" y="434371"/>
                </a:moveTo>
                <a:lnTo>
                  <a:pt x="26669" y="442087"/>
                </a:lnTo>
                <a:lnTo>
                  <a:pt x="37211" y="445642"/>
                </a:lnTo>
                <a:lnTo>
                  <a:pt x="35095" y="434371"/>
                </a:lnTo>
                <a:close/>
              </a:path>
              <a:path w="185165" h="459231">
                <a:moveTo>
                  <a:pt x="44702" y="425575"/>
                </a:moveTo>
                <a:lnTo>
                  <a:pt x="35095" y="434371"/>
                </a:lnTo>
                <a:lnTo>
                  <a:pt x="37211" y="445642"/>
                </a:lnTo>
                <a:lnTo>
                  <a:pt x="38015" y="445642"/>
                </a:lnTo>
                <a:lnTo>
                  <a:pt x="44702" y="425575"/>
                </a:lnTo>
                <a:close/>
              </a:path>
              <a:path w="185165" h="459231">
                <a:moveTo>
                  <a:pt x="173227" y="0"/>
                </a:moveTo>
                <a:lnTo>
                  <a:pt x="32668" y="421438"/>
                </a:lnTo>
                <a:lnTo>
                  <a:pt x="35095" y="434371"/>
                </a:lnTo>
                <a:lnTo>
                  <a:pt x="44702" y="425575"/>
                </a:lnTo>
                <a:lnTo>
                  <a:pt x="185165" y="4063"/>
                </a:lnTo>
                <a:lnTo>
                  <a:pt x="173227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905243" y="1764664"/>
            <a:ext cx="310260" cy="536575"/>
          </a:xfrm>
          <a:custGeom>
            <a:avLst/>
            <a:gdLst/>
            <a:ahLst/>
            <a:cxnLst/>
            <a:rect l="l" t="t" r="r" b="b"/>
            <a:pathLst>
              <a:path w="310260" h="536575">
                <a:moveTo>
                  <a:pt x="11683" y="388112"/>
                </a:moveTo>
                <a:lnTo>
                  <a:pt x="4699" y="388112"/>
                </a:lnTo>
                <a:lnTo>
                  <a:pt x="1777" y="390906"/>
                </a:lnTo>
                <a:lnTo>
                  <a:pt x="1774" y="394588"/>
                </a:lnTo>
                <a:lnTo>
                  <a:pt x="0" y="536575"/>
                </a:lnTo>
                <a:lnTo>
                  <a:pt x="13633" y="528320"/>
                </a:lnTo>
                <a:lnTo>
                  <a:pt x="12064" y="528320"/>
                </a:lnTo>
                <a:lnTo>
                  <a:pt x="1015" y="522097"/>
                </a:lnTo>
                <a:lnTo>
                  <a:pt x="13135" y="500887"/>
                </a:lnTo>
                <a:lnTo>
                  <a:pt x="14477" y="394588"/>
                </a:lnTo>
                <a:lnTo>
                  <a:pt x="14356" y="390906"/>
                </a:lnTo>
                <a:lnTo>
                  <a:pt x="11683" y="388112"/>
                </a:lnTo>
                <a:close/>
              </a:path>
              <a:path w="310260" h="536575">
                <a:moveTo>
                  <a:pt x="13135" y="500887"/>
                </a:moveTo>
                <a:lnTo>
                  <a:pt x="1015" y="522097"/>
                </a:lnTo>
                <a:lnTo>
                  <a:pt x="12064" y="528320"/>
                </a:lnTo>
                <a:lnTo>
                  <a:pt x="13806" y="525272"/>
                </a:lnTo>
                <a:lnTo>
                  <a:pt x="12826" y="525272"/>
                </a:lnTo>
                <a:lnTo>
                  <a:pt x="3175" y="519811"/>
                </a:lnTo>
                <a:lnTo>
                  <a:pt x="12971" y="513872"/>
                </a:lnTo>
                <a:lnTo>
                  <a:pt x="13135" y="500887"/>
                </a:lnTo>
                <a:close/>
              </a:path>
              <a:path w="310260" h="536575">
                <a:moveTo>
                  <a:pt x="117982" y="450214"/>
                </a:moveTo>
                <a:lnTo>
                  <a:pt x="24211" y="507058"/>
                </a:lnTo>
                <a:lnTo>
                  <a:pt x="12064" y="528320"/>
                </a:lnTo>
                <a:lnTo>
                  <a:pt x="13633" y="528320"/>
                </a:lnTo>
                <a:lnTo>
                  <a:pt x="124586" y="461137"/>
                </a:lnTo>
                <a:lnTo>
                  <a:pt x="125602" y="457200"/>
                </a:lnTo>
                <a:lnTo>
                  <a:pt x="123825" y="454151"/>
                </a:lnTo>
                <a:lnTo>
                  <a:pt x="121920" y="451231"/>
                </a:lnTo>
                <a:lnTo>
                  <a:pt x="117982" y="450214"/>
                </a:lnTo>
                <a:close/>
              </a:path>
              <a:path w="310260" h="536575">
                <a:moveTo>
                  <a:pt x="12971" y="513872"/>
                </a:moveTo>
                <a:lnTo>
                  <a:pt x="3175" y="519811"/>
                </a:lnTo>
                <a:lnTo>
                  <a:pt x="12826" y="525272"/>
                </a:lnTo>
                <a:lnTo>
                  <a:pt x="12971" y="513872"/>
                </a:lnTo>
                <a:close/>
              </a:path>
              <a:path w="310260" h="536575">
                <a:moveTo>
                  <a:pt x="24211" y="507058"/>
                </a:moveTo>
                <a:lnTo>
                  <a:pt x="12971" y="513872"/>
                </a:lnTo>
                <a:lnTo>
                  <a:pt x="12826" y="525272"/>
                </a:lnTo>
                <a:lnTo>
                  <a:pt x="13806" y="525272"/>
                </a:lnTo>
                <a:lnTo>
                  <a:pt x="24211" y="507058"/>
                </a:lnTo>
                <a:close/>
              </a:path>
              <a:path w="310260" h="536575">
                <a:moveTo>
                  <a:pt x="299338" y="0"/>
                </a:moveTo>
                <a:lnTo>
                  <a:pt x="13135" y="500887"/>
                </a:lnTo>
                <a:lnTo>
                  <a:pt x="12971" y="513872"/>
                </a:lnTo>
                <a:lnTo>
                  <a:pt x="24211" y="507058"/>
                </a:lnTo>
                <a:lnTo>
                  <a:pt x="310260" y="6350"/>
                </a:lnTo>
                <a:lnTo>
                  <a:pt x="299338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499609" y="4834382"/>
            <a:ext cx="3869054" cy="6203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dirty="0" smtClean="0">
                <a:latin typeface="Arial"/>
                <a:cs typeface="Arial"/>
              </a:rPr>
              <a:t>‘return’</a:t>
            </a:r>
            <a:r>
              <a:rPr sz="2000" spc="-10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indi</a:t>
            </a:r>
            <a:r>
              <a:rPr sz="2000" spc="5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ates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the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dirty="0" smtClean="0">
                <a:latin typeface="Arial"/>
                <a:cs typeface="Arial"/>
              </a:rPr>
              <a:t>value</a:t>
            </a:r>
            <a:r>
              <a:rPr sz="2000" spc="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to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be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5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5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t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b</a:t>
            </a:r>
            <a:r>
              <a:rPr sz="2000" spc="5" dirty="0" smtClean="0">
                <a:latin typeface="Arial"/>
                <a:cs typeface="Arial"/>
              </a:rPr>
              <a:t>ac</a:t>
            </a:r>
            <a:r>
              <a:rPr sz="2000" spc="0" dirty="0" smtClean="0">
                <a:latin typeface="Arial"/>
                <a:cs typeface="Arial"/>
              </a:rPr>
              <a:t>k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to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the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5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alle</a:t>
            </a:r>
            <a:r>
              <a:rPr sz="2000" spc="-105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114800" y="3962400"/>
            <a:ext cx="1603375" cy="919861"/>
          </a:xfrm>
          <a:custGeom>
            <a:avLst/>
            <a:gdLst/>
            <a:ahLst/>
            <a:cxnLst/>
            <a:rect l="l" t="t" r="r" b="b"/>
            <a:pathLst>
              <a:path w="1603375" h="919861">
                <a:moveTo>
                  <a:pt x="22695" y="12959"/>
                </a:moveTo>
                <a:lnTo>
                  <a:pt x="29468" y="24132"/>
                </a:lnTo>
                <a:lnTo>
                  <a:pt x="1597025" y="919861"/>
                </a:lnTo>
                <a:lnTo>
                  <a:pt x="1603375" y="908938"/>
                </a:lnTo>
                <a:lnTo>
                  <a:pt x="35644" y="13110"/>
                </a:lnTo>
                <a:lnTo>
                  <a:pt x="22695" y="12959"/>
                </a:lnTo>
                <a:close/>
              </a:path>
              <a:path w="1603375" h="919861">
                <a:moveTo>
                  <a:pt x="0" y="0"/>
                </a:moveTo>
                <a:lnTo>
                  <a:pt x="75437" y="124587"/>
                </a:lnTo>
                <a:lnTo>
                  <a:pt x="79375" y="125602"/>
                </a:lnTo>
                <a:lnTo>
                  <a:pt x="82423" y="123825"/>
                </a:lnTo>
                <a:lnTo>
                  <a:pt x="85344" y="121919"/>
                </a:lnTo>
                <a:lnTo>
                  <a:pt x="86360" y="117982"/>
                </a:lnTo>
                <a:lnTo>
                  <a:pt x="29468" y="24132"/>
                </a:lnTo>
                <a:lnTo>
                  <a:pt x="8127" y="11937"/>
                </a:lnTo>
                <a:lnTo>
                  <a:pt x="14477" y="1016"/>
                </a:lnTo>
                <a:lnTo>
                  <a:pt x="81280" y="1016"/>
                </a:lnTo>
                <a:lnTo>
                  <a:pt x="0" y="0"/>
                </a:lnTo>
                <a:close/>
              </a:path>
              <a:path w="1603375" h="919861">
                <a:moveTo>
                  <a:pt x="14477" y="1016"/>
                </a:moveTo>
                <a:lnTo>
                  <a:pt x="8127" y="11937"/>
                </a:lnTo>
                <a:lnTo>
                  <a:pt x="29468" y="24132"/>
                </a:lnTo>
                <a:lnTo>
                  <a:pt x="22695" y="12959"/>
                </a:lnTo>
                <a:lnTo>
                  <a:pt x="11302" y="12826"/>
                </a:lnTo>
                <a:lnTo>
                  <a:pt x="16763" y="3175"/>
                </a:lnTo>
                <a:lnTo>
                  <a:pt x="18256" y="3175"/>
                </a:lnTo>
                <a:lnTo>
                  <a:pt x="14477" y="1016"/>
                </a:lnTo>
                <a:close/>
              </a:path>
              <a:path w="1603375" h="919861">
                <a:moveTo>
                  <a:pt x="81280" y="1016"/>
                </a:moveTo>
                <a:lnTo>
                  <a:pt x="14477" y="1016"/>
                </a:lnTo>
                <a:lnTo>
                  <a:pt x="35644" y="13110"/>
                </a:lnTo>
                <a:lnTo>
                  <a:pt x="141986" y="14350"/>
                </a:lnTo>
                <a:lnTo>
                  <a:pt x="145541" y="14477"/>
                </a:lnTo>
                <a:lnTo>
                  <a:pt x="148462" y="11683"/>
                </a:lnTo>
                <a:lnTo>
                  <a:pt x="148462" y="4572"/>
                </a:lnTo>
                <a:lnTo>
                  <a:pt x="145669" y="1777"/>
                </a:lnTo>
                <a:lnTo>
                  <a:pt x="142239" y="1777"/>
                </a:lnTo>
                <a:lnTo>
                  <a:pt x="81280" y="1016"/>
                </a:lnTo>
                <a:close/>
              </a:path>
              <a:path w="1603375" h="919861">
                <a:moveTo>
                  <a:pt x="18256" y="3175"/>
                </a:moveTo>
                <a:lnTo>
                  <a:pt x="16763" y="3175"/>
                </a:lnTo>
                <a:lnTo>
                  <a:pt x="22695" y="12959"/>
                </a:lnTo>
                <a:lnTo>
                  <a:pt x="35644" y="13110"/>
                </a:lnTo>
                <a:lnTo>
                  <a:pt x="18256" y="3175"/>
                </a:lnTo>
                <a:close/>
              </a:path>
              <a:path w="1603375" h="919861">
                <a:moveTo>
                  <a:pt x="16763" y="3175"/>
                </a:moveTo>
                <a:lnTo>
                  <a:pt x="11302" y="12826"/>
                </a:lnTo>
                <a:lnTo>
                  <a:pt x="22695" y="12959"/>
                </a:lnTo>
                <a:lnTo>
                  <a:pt x="16763" y="3175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356472" y="3254502"/>
            <a:ext cx="712470" cy="3168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dirty="0" smtClean="0">
                <a:latin typeface="Times New Roman"/>
                <a:cs typeface="Times New Roman"/>
              </a:rPr>
              <a:t>Colo</a:t>
            </a:r>
            <a:r>
              <a:rPr sz="2000" spc="5" dirty="0" smtClean="0">
                <a:latin typeface="Times New Roman"/>
                <a:cs typeface="Times New Roman"/>
              </a:rPr>
              <a:t>n</a:t>
            </a:r>
            <a:r>
              <a:rPr sz="2000" spc="0" dirty="0" smtClean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665719" y="2606039"/>
            <a:ext cx="994155" cy="691007"/>
          </a:xfrm>
          <a:custGeom>
            <a:avLst/>
            <a:gdLst/>
            <a:ahLst/>
            <a:cxnLst/>
            <a:rect l="l" t="t" r="r" b="b"/>
            <a:pathLst>
              <a:path w="994155" h="691007">
                <a:moveTo>
                  <a:pt x="21512" y="14846"/>
                </a:moveTo>
                <a:lnTo>
                  <a:pt x="27364" y="26719"/>
                </a:lnTo>
                <a:lnTo>
                  <a:pt x="987044" y="691007"/>
                </a:lnTo>
                <a:lnTo>
                  <a:pt x="994155" y="680593"/>
                </a:lnTo>
                <a:lnTo>
                  <a:pt x="34550" y="16145"/>
                </a:lnTo>
                <a:lnTo>
                  <a:pt x="21512" y="14846"/>
                </a:lnTo>
                <a:close/>
              </a:path>
              <a:path w="994155" h="691007">
                <a:moveTo>
                  <a:pt x="0" y="0"/>
                </a:moveTo>
                <a:lnTo>
                  <a:pt x="62864" y="127508"/>
                </a:lnTo>
                <a:lnTo>
                  <a:pt x="64388" y="130683"/>
                </a:lnTo>
                <a:lnTo>
                  <a:pt x="68199" y="131952"/>
                </a:lnTo>
                <a:lnTo>
                  <a:pt x="74549" y="128905"/>
                </a:lnTo>
                <a:lnTo>
                  <a:pt x="75819" y="125095"/>
                </a:lnTo>
                <a:lnTo>
                  <a:pt x="74295" y="121920"/>
                </a:lnTo>
                <a:lnTo>
                  <a:pt x="27364" y="26719"/>
                </a:lnTo>
                <a:lnTo>
                  <a:pt x="7111" y="12700"/>
                </a:lnTo>
                <a:lnTo>
                  <a:pt x="14350" y="2159"/>
                </a:lnTo>
                <a:lnTo>
                  <a:pt x="21864" y="2159"/>
                </a:lnTo>
                <a:lnTo>
                  <a:pt x="0" y="0"/>
                </a:lnTo>
                <a:close/>
              </a:path>
              <a:path w="994155" h="691007">
                <a:moveTo>
                  <a:pt x="21864" y="2159"/>
                </a:moveTo>
                <a:lnTo>
                  <a:pt x="14350" y="2159"/>
                </a:lnTo>
                <a:lnTo>
                  <a:pt x="34550" y="16145"/>
                </a:lnTo>
                <a:lnTo>
                  <a:pt x="140207" y="26670"/>
                </a:lnTo>
                <a:lnTo>
                  <a:pt x="143763" y="26924"/>
                </a:lnTo>
                <a:lnTo>
                  <a:pt x="146811" y="24384"/>
                </a:lnTo>
                <a:lnTo>
                  <a:pt x="147574" y="17399"/>
                </a:lnTo>
                <a:lnTo>
                  <a:pt x="145033" y="14350"/>
                </a:lnTo>
                <a:lnTo>
                  <a:pt x="21864" y="2159"/>
                </a:lnTo>
                <a:close/>
              </a:path>
              <a:path w="994155" h="691007">
                <a:moveTo>
                  <a:pt x="14350" y="2159"/>
                </a:moveTo>
                <a:lnTo>
                  <a:pt x="7111" y="12700"/>
                </a:lnTo>
                <a:lnTo>
                  <a:pt x="27364" y="26719"/>
                </a:lnTo>
                <a:lnTo>
                  <a:pt x="21512" y="14846"/>
                </a:lnTo>
                <a:lnTo>
                  <a:pt x="10159" y="13715"/>
                </a:lnTo>
                <a:lnTo>
                  <a:pt x="16509" y="4699"/>
                </a:lnTo>
                <a:lnTo>
                  <a:pt x="18019" y="4699"/>
                </a:lnTo>
                <a:lnTo>
                  <a:pt x="14350" y="2159"/>
                </a:lnTo>
                <a:close/>
              </a:path>
              <a:path w="994155" h="691007">
                <a:moveTo>
                  <a:pt x="18019" y="4699"/>
                </a:moveTo>
                <a:lnTo>
                  <a:pt x="16509" y="4699"/>
                </a:lnTo>
                <a:lnTo>
                  <a:pt x="21512" y="14846"/>
                </a:lnTo>
                <a:lnTo>
                  <a:pt x="34550" y="16145"/>
                </a:lnTo>
                <a:lnTo>
                  <a:pt x="18019" y="4699"/>
                </a:lnTo>
                <a:close/>
              </a:path>
              <a:path w="994155" h="691007">
                <a:moveTo>
                  <a:pt x="16509" y="4699"/>
                </a:moveTo>
                <a:lnTo>
                  <a:pt x="10159" y="13715"/>
                </a:lnTo>
                <a:lnTo>
                  <a:pt x="21512" y="14846"/>
                </a:lnTo>
                <a:lnTo>
                  <a:pt x="16509" y="4699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72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7800" y="2362200"/>
            <a:ext cx="4191000" cy="1295400"/>
          </a:xfrm>
          <a:custGeom>
            <a:avLst/>
            <a:gdLst/>
            <a:ahLst/>
            <a:cxnLst/>
            <a:rect l="l" t="t" r="r" b="b"/>
            <a:pathLst>
              <a:path w="4191000" h="1295400">
                <a:moveTo>
                  <a:pt x="0" y="1295400"/>
                </a:moveTo>
                <a:lnTo>
                  <a:pt x="4191000" y="1295400"/>
                </a:lnTo>
                <a:lnTo>
                  <a:pt x="4191000" y="0"/>
                </a:lnTo>
                <a:lnTo>
                  <a:pt x="0" y="0"/>
                </a:lnTo>
                <a:lnTo>
                  <a:pt x="0" y="12954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447800" y="2362200"/>
            <a:ext cx="4191000" cy="1295400"/>
          </a:xfrm>
          <a:custGeom>
            <a:avLst/>
            <a:gdLst/>
            <a:ahLst/>
            <a:cxnLst/>
            <a:rect l="l" t="t" r="r" b="b"/>
            <a:pathLst>
              <a:path w="4191000" h="1295400">
                <a:moveTo>
                  <a:pt x="0" y="1295400"/>
                </a:moveTo>
                <a:lnTo>
                  <a:pt x="4191000" y="1295400"/>
                </a:lnTo>
                <a:lnTo>
                  <a:pt x="4191000" y="0"/>
                </a:lnTo>
                <a:lnTo>
                  <a:pt x="0" y="0"/>
                </a:lnTo>
                <a:lnTo>
                  <a:pt x="0" y="12954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5454" y="551941"/>
            <a:ext cx="3985260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662430" algn="l"/>
                <a:tab pos="2043430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Calli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n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g	a	Functi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o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n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73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61541" y="2305177"/>
            <a:ext cx="2802890" cy="12903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&gt;</a:t>
            </a:r>
            <a:r>
              <a:rPr sz="1800" b="1" spc="0" dirty="0" smtClean="0">
                <a:solidFill>
                  <a:srgbClr val="660033"/>
                </a:solidFill>
                <a:latin typeface="Courier New"/>
                <a:cs typeface="Courier New"/>
              </a:rPr>
              <a:t>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d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ef</a:t>
            </a:r>
            <a:r>
              <a:rPr sz="1800" b="1" spc="-10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m</a:t>
            </a:r>
            <a:r>
              <a:rPr sz="1800" b="1" spc="-15" dirty="0" smtClean="0">
                <a:latin typeface="Courier New"/>
                <a:cs typeface="Courier New"/>
              </a:rPr>
              <a:t>y</a:t>
            </a:r>
            <a:r>
              <a:rPr sz="1800" b="1" spc="0" dirty="0" smtClean="0">
                <a:latin typeface="Courier New"/>
                <a:cs typeface="Courier New"/>
              </a:rPr>
              <a:t>fu</a:t>
            </a:r>
            <a:r>
              <a:rPr sz="1800" b="1" spc="-15" dirty="0" smtClean="0">
                <a:latin typeface="Courier New"/>
                <a:cs typeface="Courier New"/>
              </a:rPr>
              <a:t>n</a:t>
            </a:r>
            <a:r>
              <a:rPr sz="1800" b="1" spc="0" dirty="0" smtClean="0">
                <a:latin typeface="Courier New"/>
                <a:cs typeface="Courier New"/>
              </a:rPr>
              <a:t>(</a:t>
            </a:r>
            <a:r>
              <a:rPr sz="1800" b="1" spc="-15" dirty="0" smtClean="0">
                <a:latin typeface="Courier New"/>
                <a:cs typeface="Courier New"/>
              </a:rPr>
              <a:t>x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-5" dirty="0" smtClean="0">
                <a:latin typeface="Courier New"/>
                <a:cs typeface="Courier New"/>
              </a:rPr>
              <a:t>y</a:t>
            </a:r>
            <a:r>
              <a:rPr sz="1800" b="1" spc="-15" dirty="0" smtClean="0">
                <a:latin typeface="Courier New"/>
                <a:cs typeface="Courier New"/>
              </a:rPr>
              <a:t>):</a:t>
            </a:r>
            <a:endParaRPr sz="1800">
              <a:latin typeface="Courier New"/>
              <a:cs typeface="Courier New"/>
            </a:endParaRPr>
          </a:p>
          <a:p>
            <a:pPr marL="1151255">
              <a:lnSpc>
                <a:spcPct val="100000"/>
              </a:lnSpc>
              <a:spcBef>
                <a:spcPts val="430"/>
              </a:spcBef>
            </a:pPr>
            <a:r>
              <a:rPr sz="1800" b="1" dirty="0" smtClean="0">
                <a:solidFill>
                  <a:srgbClr val="FF6600"/>
                </a:solidFill>
                <a:latin typeface="Courier New"/>
                <a:cs typeface="Courier New"/>
              </a:rPr>
              <a:t>re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t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u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r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n </a:t>
            </a:r>
            <a:r>
              <a:rPr sz="1800" b="1" spc="0" dirty="0" smtClean="0">
                <a:latin typeface="Courier New"/>
                <a:cs typeface="Courier New"/>
              </a:rPr>
              <a:t>x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*</a:t>
            </a:r>
            <a:r>
              <a:rPr sz="1800" b="1" spc="-3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y</a:t>
            </a:r>
            <a:endParaRPr sz="1800">
              <a:latin typeface="Courier New"/>
              <a:cs typeface="Courier New"/>
            </a:endParaRPr>
          </a:p>
          <a:p>
            <a:pPr marL="59690">
              <a:lnSpc>
                <a:spcPct val="100000"/>
              </a:lnSpc>
              <a:spcBef>
                <a:spcPts val="430"/>
              </a:spcBef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&gt;</a:t>
            </a:r>
            <a:r>
              <a:rPr sz="1800" b="1" spc="0" dirty="0" smtClean="0">
                <a:solidFill>
                  <a:srgbClr val="660033"/>
                </a:solidFill>
                <a:latin typeface="Courier New"/>
                <a:cs typeface="Courier New"/>
              </a:rPr>
              <a:t>&gt;</a:t>
            </a:r>
            <a:r>
              <a:rPr sz="1800" b="1" spc="-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m</a:t>
            </a:r>
            <a:r>
              <a:rPr sz="1800" b="1" spc="0" dirty="0" smtClean="0">
                <a:latin typeface="Courier New"/>
                <a:cs typeface="Courier New"/>
              </a:rPr>
              <a:t>y</a:t>
            </a:r>
            <a:r>
              <a:rPr sz="1800" b="1" spc="-15" dirty="0" smtClean="0">
                <a:latin typeface="Courier New"/>
                <a:cs typeface="Courier New"/>
              </a:rPr>
              <a:t>fu</a:t>
            </a:r>
            <a:r>
              <a:rPr sz="1800" b="1" spc="-5" dirty="0" smtClean="0">
                <a:latin typeface="Courier New"/>
                <a:cs typeface="Courier New"/>
              </a:rPr>
              <a:t>n</a:t>
            </a:r>
            <a:r>
              <a:rPr sz="1800" b="1" spc="0" dirty="0" smtClean="0">
                <a:latin typeface="Courier New"/>
                <a:cs typeface="Courier New"/>
              </a:rPr>
              <a:t>(</a:t>
            </a:r>
            <a:r>
              <a:rPr sz="1800" b="1" spc="-15" dirty="0" smtClean="0">
                <a:latin typeface="Courier New"/>
                <a:cs typeface="Courier New"/>
              </a:rPr>
              <a:t>3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4)</a:t>
            </a:r>
            <a:endParaRPr sz="1800">
              <a:latin typeface="Courier New"/>
              <a:cs typeface="Courier New"/>
            </a:endParaRPr>
          </a:p>
          <a:p>
            <a:pPr marL="59690">
              <a:lnSpc>
                <a:spcPct val="100000"/>
              </a:lnSpc>
              <a:spcBef>
                <a:spcPts val="434"/>
              </a:spcBef>
            </a:pPr>
            <a:r>
              <a:rPr sz="1800" b="1" dirty="0" smtClean="0">
                <a:solidFill>
                  <a:srgbClr val="006FC0"/>
                </a:solidFill>
                <a:latin typeface="Courier New"/>
                <a:cs typeface="Courier New"/>
              </a:rPr>
              <a:t>12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74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32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Funct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i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ons</a:t>
            </a:r>
            <a:r>
              <a:rPr sz="3600" b="1" spc="10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wit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h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out</a:t>
            </a:r>
            <a:r>
              <a:rPr sz="3600" b="1" spc="10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returns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951863"/>
            <a:ext cx="7476490" cy="297434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i="1" dirty="0" smtClean="0">
                <a:solidFill>
                  <a:srgbClr val="C00000"/>
                </a:solidFill>
                <a:latin typeface="Arial"/>
                <a:cs typeface="Arial"/>
              </a:rPr>
              <a:t>All</a:t>
            </a:r>
            <a:r>
              <a:rPr sz="2400" b="1" i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functions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in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P</a:t>
            </a:r>
            <a:r>
              <a:rPr sz="2400" b="1" spc="-35" dirty="0" smtClean="0">
                <a:latin typeface="Arial"/>
                <a:cs typeface="Arial"/>
              </a:rPr>
              <a:t>y</a:t>
            </a:r>
            <a:r>
              <a:rPr sz="2400" b="1" spc="0" dirty="0" smtClean="0">
                <a:latin typeface="Arial"/>
                <a:cs typeface="Arial"/>
              </a:rPr>
              <a:t>thon</a:t>
            </a:r>
            <a:r>
              <a:rPr sz="2400" b="1" spc="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ha</a:t>
            </a:r>
            <a:r>
              <a:rPr sz="2400" b="1" spc="-10" dirty="0" smtClean="0">
                <a:latin typeface="Arial"/>
                <a:cs typeface="Arial"/>
              </a:rPr>
              <a:t>v</a:t>
            </a:r>
            <a:r>
              <a:rPr sz="2400" b="1" spc="0" dirty="0" smtClean="0">
                <a:latin typeface="Arial"/>
                <a:cs typeface="Arial"/>
              </a:rPr>
              <a:t>e</a:t>
            </a:r>
            <a:r>
              <a:rPr sz="2400" b="1" spc="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return value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ts val="2635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dirty="0" smtClean="0">
                <a:latin typeface="Arial"/>
                <a:cs typeface="Arial"/>
              </a:rPr>
              <a:t>even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if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no 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return</a:t>
            </a:r>
            <a:r>
              <a:rPr sz="2000" i="1" spc="-3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line inside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the</a:t>
            </a:r>
            <a:r>
              <a:rPr sz="2000" spc="-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c</a:t>
            </a:r>
            <a:r>
              <a:rPr sz="2000" spc="5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de.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ts val="1100"/>
              </a:lnSpc>
              <a:spcBef>
                <a:spcPts val="93"/>
              </a:spcBef>
              <a:buClr>
                <a:srgbClr val="FF0000"/>
              </a:buClr>
              <a:buFont typeface="Wingdings"/>
              <a:buChar char=""/>
            </a:pPr>
            <a:endParaRPr sz="1100"/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latin typeface="Arial"/>
                <a:cs typeface="Arial"/>
              </a:rPr>
              <a:t>F</a:t>
            </a:r>
            <a:r>
              <a:rPr sz="2400" b="1" spc="-10" dirty="0" smtClean="0">
                <a:latin typeface="Arial"/>
                <a:cs typeface="Arial"/>
              </a:rPr>
              <a:t>u</a:t>
            </a:r>
            <a:r>
              <a:rPr sz="2400" b="1" spc="0" dirty="0" smtClean="0">
                <a:latin typeface="Arial"/>
                <a:cs typeface="Arial"/>
              </a:rPr>
              <a:t>n</a:t>
            </a:r>
            <a:r>
              <a:rPr sz="2400" b="1" spc="-10" dirty="0" smtClean="0">
                <a:latin typeface="Arial"/>
                <a:cs typeface="Arial"/>
              </a:rPr>
              <a:t>c</a:t>
            </a:r>
            <a:r>
              <a:rPr sz="2400" b="1" spc="0" dirty="0" smtClean="0">
                <a:latin typeface="Arial"/>
                <a:cs typeface="Arial"/>
              </a:rPr>
              <a:t>tio</a:t>
            </a:r>
            <a:r>
              <a:rPr sz="2400" b="1" spc="-10" dirty="0" smtClean="0">
                <a:latin typeface="Arial"/>
                <a:cs typeface="Arial"/>
              </a:rPr>
              <a:t>n</a:t>
            </a:r>
            <a:r>
              <a:rPr sz="2400" b="1" spc="0" dirty="0" smtClean="0">
                <a:latin typeface="Arial"/>
                <a:cs typeface="Arial"/>
              </a:rPr>
              <a:t>s</a:t>
            </a:r>
            <a:r>
              <a:rPr sz="2400" b="1" spc="-25" dirty="0" smtClean="0">
                <a:latin typeface="Arial"/>
                <a:cs typeface="Arial"/>
              </a:rPr>
              <a:t> </a:t>
            </a:r>
            <a:r>
              <a:rPr sz="2400" b="1" spc="20" dirty="0" smtClean="0">
                <a:latin typeface="Arial"/>
                <a:cs typeface="Arial"/>
              </a:rPr>
              <a:t>w</a:t>
            </a:r>
            <a:r>
              <a:rPr sz="2400" b="1" spc="0" dirty="0" smtClean="0">
                <a:latin typeface="Arial"/>
                <a:cs typeface="Arial"/>
              </a:rPr>
              <a:t>it</a:t>
            </a:r>
            <a:r>
              <a:rPr sz="2400" b="1" spc="-10" dirty="0" smtClean="0">
                <a:latin typeface="Arial"/>
                <a:cs typeface="Arial"/>
              </a:rPr>
              <a:t>h</a:t>
            </a:r>
            <a:r>
              <a:rPr sz="2400" b="1" spc="0" dirty="0" smtClean="0">
                <a:latin typeface="Arial"/>
                <a:cs typeface="Arial"/>
              </a:rPr>
              <a:t>o</a:t>
            </a:r>
            <a:r>
              <a:rPr sz="2400" b="1" spc="-10" dirty="0" smtClean="0">
                <a:latin typeface="Arial"/>
                <a:cs typeface="Arial"/>
              </a:rPr>
              <a:t>u</a:t>
            </a:r>
            <a:r>
              <a:rPr sz="2400" b="1" spc="0" dirty="0" smtClean="0">
                <a:latin typeface="Arial"/>
                <a:cs typeface="Arial"/>
              </a:rPr>
              <a:t>t</a:t>
            </a:r>
            <a:r>
              <a:rPr sz="2400" b="1" spc="-4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</a:t>
            </a:r>
            <a:r>
              <a:rPr sz="2400" b="1" spc="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return</a:t>
            </a:r>
            <a:r>
              <a:rPr sz="2000" i="1" spc="7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return the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s</a:t>
            </a:r>
            <a:r>
              <a:rPr sz="2400" b="1" spc="-10" dirty="0" smtClean="0">
                <a:latin typeface="Arial"/>
                <a:cs typeface="Arial"/>
              </a:rPr>
              <a:t>p</a:t>
            </a:r>
            <a:r>
              <a:rPr sz="2400" b="1" spc="0" dirty="0" smtClean="0">
                <a:latin typeface="Arial"/>
                <a:cs typeface="Arial"/>
              </a:rPr>
              <a:t>e</a:t>
            </a:r>
            <a:r>
              <a:rPr sz="2400" b="1" spc="-10" dirty="0" smtClean="0">
                <a:latin typeface="Arial"/>
                <a:cs typeface="Arial"/>
              </a:rPr>
              <a:t>c</a:t>
            </a:r>
            <a:r>
              <a:rPr sz="2400" b="1" spc="0" dirty="0" smtClean="0">
                <a:latin typeface="Arial"/>
                <a:cs typeface="Arial"/>
              </a:rPr>
              <a:t>ial v</a:t>
            </a:r>
            <a:r>
              <a:rPr sz="2400" b="1" spc="-10" dirty="0" smtClean="0">
                <a:latin typeface="Arial"/>
                <a:cs typeface="Arial"/>
              </a:rPr>
              <a:t>a</a:t>
            </a:r>
            <a:r>
              <a:rPr sz="2400" b="1" spc="0" dirty="0" smtClean="0">
                <a:latin typeface="Arial"/>
                <a:cs typeface="Arial"/>
              </a:rPr>
              <a:t>lue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ts val="2545"/>
              </a:lnSpc>
            </a:pPr>
            <a:r>
              <a:rPr sz="2400" b="1" i="1" dirty="0" smtClean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400" b="1" i="1" spc="-10" dirty="0" smtClean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4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400" b="1" i="1" spc="-5" dirty="0" smtClean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400" b="1" spc="0" dirty="0" smtClean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5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i="1" dirty="0" smtClean="0">
                <a:solidFill>
                  <a:srgbClr val="C00000"/>
                </a:solidFill>
                <a:latin typeface="Arial"/>
                <a:cs typeface="Arial"/>
              </a:rPr>
              <a:t>None</a:t>
            </a:r>
            <a:r>
              <a:rPr sz="2000" i="1" spc="-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is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 special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c</a:t>
            </a:r>
            <a:r>
              <a:rPr sz="2000" spc="5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5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tant</a:t>
            </a:r>
            <a:r>
              <a:rPr sz="2000" spc="-5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in </a:t>
            </a:r>
            <a:r>
              <a:rPr sz="2000" spc="-10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he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language.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i="1" dirty="0" smtClean="0">
                <a:solidFill>
                  <a:srgbClr val="C00000"/>
                </a:solidFill>
                <a:latin typeface="Arial"/>
                <a:cs typeface="Arial"/>
              </a:rPr>
              <a:t>None</a:t>
            </a:r>
            <a:r>
              <a:rPr sz="2000" i="1" spc="-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is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5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ed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like</a:t>
            </a:r>
            <a:r>
              <a:rPr sz="2000" spc="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null</a:t>
            </a:r>
            <a:r>
              <a:rPr sz="2000" i="1" spc="-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in Java.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i="1" dirty="0" smtClean="0">
                <a:solidFill>
                  <a:srgbClr val="C00000"/>
                </a:solidFill>
                <a:latin typeface="Arial"/>
                <a:cs typeface="Arial"/>
              </a:rPr>
              <a:t>None</a:t>
            </a:r>
            <a:r>
              <a:rPr sz="2000" i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is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also logically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equi</a:t>
            </a:r>
            <a:r>
              <a:rPr sz="2000" spc="-15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alent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to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False.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dirty="0" smtClean="0">
                <a:latin typeface="Arial"/>
                <a:cs typeface="Arial"/>
              </a:rPr>
              <a:t>The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interp</a:t>
            </a:r>
            <a:r>
              <a:rPr sz="2000" spc="5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eter</a:t>
            </a:r>
            <a:r>
              <a:rPr sz="2000" spc="-4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doe</a:t>
            </a:r>
            <a:r>
              <a:rPr sz="2000" spc="10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n’t</a:t>
            </a:r>
            <a:r>
              <a:rPr sz="2000" spc="-3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print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None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75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32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Funct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i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on</a:t>
            </a:r>
            <a:r>
              <a:rPr sz="3600" b="1" spc="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overloadi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n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g?</a:t>
            </a:r>
            <a:r>
              <a:rPr sz="3600" b="1" spc="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No.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988439"/>
            <a:ext cx="8126095" cy="32378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latin typeface="Arial"/>
                <a:cs typeface="Arial"/>
              </a:rPr>
              <a:t>There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5" dirty="0" smtClean="0">
                <a:latin typeface="Arial"/>
                <a:cs typeface="Arial"/>
              </a:rPr>
              <a:t>i</a:t>
            </a:r>
            <a:r>
              <a:rPr sz="2400" b="1" spc="0" dirty="0" smtClean="0">
                <a:latin typeface="Arial"/>
                <a:cs typeface="Arial"/>
              </a:rPr>
              <a:t>s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no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function</a:t>
            </a:r>
            <a:r>
              <a:rPr sz="2400" b="1" spc="-2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ov</a:t>
            </a:r>
            <a:r>
              <a:rPr sz="2400" b="1" spc="-10" dirty="0" smtClean="0">
                <a:latin typeface="Arial"/>
                <a:cs typeface="Arial"/>
              </a:rPr>
              <a:t>e</a:t>
            </a:r>
            <a:r>
              <a:rPr sz="2400" b="1" spc="0" dirty="0" smtClean="0">
                <a:latin typeface="Arial"/>
                <a:cs typeface="Arial"/>
              </a:rPr>
              <a:t>rloading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in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P</a:t>
            </a:r>
            <a:r>
              <a:rPr sz="2400" b="1" spc="-35" dirty="0" smtClean="0">
                <a:latin typeface="Arial"/>
                <a:cs typeface="Arial"/>
              </a:rPr>
              <a:t>y</a:t>
            </a:r>
            <a:r>
              <a:rPr sz="2400" b="1" spc="0" dirty="0" smtClean="0">
                <a:latin typeface="Arial"/>
                <a:cs typeface="Arial"/>
              </a:rPr>
              <a:t>thon.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29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b="1" i="1" dirty="0" smtClean="0">
                <a:latin typeface="Arial"/>
                <a:cs typeface="Arial"/>
              </a:rPr>
              <a:t>Unlike</a:t>
            </a:r>
            <a:r>
              <a:rPr sz="2000" b="1" i="1" spc="-20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latin typeface="Arial"/>
                <a:cs typeface="Arial"/>
              </a:rPr>
              <a:t>Jav</a:t>
            </a:r>
            <a:r>
              <a:rPr sz="2000" b="1" i="1" spc="5" dirty="0" smtClean="0">
                <a:latin typeface="Arial"/>
                <a:cs typeface="Arial"/>
              </a:rPr>
              <a:t>a</a:t>
            </a:r>
            <a:r>
              <a:rPr sz="2000" b="1" i="1" spc="0" dirty="0" smtClean="0">
                <a:latin typeface="Arial"/>
                <a:cs typeface="Arial"/>
              </a:rPr>
              <a:t>,</a:t>
            </a:r>
            <a:r>
              <a:rPr sz="2000" b="1" i="1" spc="-35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latin typeface="Arial"/>
                <a:cs typeface="Arial"/>
              </a:rPr>
              <a:t>a </a:t>
            </a:r>
            <a:r>
              <a:rPr sz="2000" b="1" i="1" spc="-10" dirty="0" smtClean="0">
                <a:latin typeface="Arial"/>
                <a:cs typeface="Arial"/>
              </a:rPr>
              <a:t>P</a:t>
            </a:r>
            <a:r>
              <a:rPr sz="2000" b="1" i="1" spc="0" dirty="0" smtClean="0">
                <a:latin typeface="Arial"/>
                <a:cs typeface="Arial"/>
              </a:rPr>
              <a:t>ython</a:t>
            </a:r>
            <a:r>
              <a:rPr sz="2000" b="1" i="1" spc="-20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latin typeface="Arial"/>
                <a:cs typeface="Arial"/>
              </a:rPr>
              <a:t>func</a:t>
            </a:r>
            <a:r>
              <a:rPr sz="2000" b="1" i="1" spc="5" dirty="0" smtClean="0">
                <a:latin typeface="Arial"/>
                <a:cs typeface="Arial"/>
              </a:rPr>
              <a:t>t</a:t>
            </a:r>
            <a:r>
              <a:rPr sz="2000" b="1" i="1" spc="0" dirty="0" smtClean="0">
                <a:latin typeface="Arial"/>
                <a:cs typeface="Arial"/>
              </a:rPr>
              <a:t>ion</a:t>
            </a:r>
            <a:r>
              <a:rPr sz="2000" b="1" i="1" spc="-35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latin typeface="Arial"/>
                <a:cs typeface="Arial"/>
              </a:rPr>
              <a:t>is</a:t>
            </a:r>
            <a:r>
              <a:rPr sz="2000" b="1" i="1" spc="-10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latin typeface="Arial"/>
                <a:cs typeface="Arial"/>
              </a:rPr>
              <a:t>specified</a:t>
            </a:r>
            <a:r>
              <a:rPr sz="2000" b="1" i="1" spc="-30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latin typeface="Arial"/>
                <a:cs typeface="Arial"/>
              </a:rPr>
              <a:t>by</a:t>
            </a:r>
            <a:r>
              <a:rPr sz="2000" b="1" i="1" spc="-15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latin typeface="Arial"/>
                <a:cs typeface="Arial"/>
              </a:rPr>
              <a:t>its</a:t>
            </a:r>
            <a:r>
              <a:rPr sz="2000" b="1" i="1" spc="-15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latin typeface="Arial"/>
                <a:cs typeface="Arial"/>
              </a:rPr>
              <a:t>name</a:t>
            </a:r>
            <a:r>
              <a:rPr sz="2000" b="1" i="1" spc="-20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latin typeface="Arial"/>
                <a:cs typeface="Arial"/>
              </a:rPr>
              <a:t>alone</a:t>
            </a:r>
            <a:endParaRPr sz="2000">
              <a:latin typeface="Arial"/>
              <a:cs typeface="Arial"/>
            </a:endParaRPr>
          </a:p>
          <a:p>
            <a:pPr marL="1219200" lvl="2" indent="-292735" algn="ctr">
              <a:lnSpc>
                <a:spcPct val="100000"/>
              </a:lnSpc>
              <a:spcBef>
                <a:spcPts val="250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713740" algn="l"/>
                <a:tab pos="1219200" algn="l"/>
              </a:tabLst>
            </a:pPr>
            <a:r>
              <a:rPr sz="1800" spc="10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he</a:t>
            </a:r>
            <a:r>
              <a:rPr sz="1800" spc="-2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n</a:t>
            </a:r>
            <a:r>
              <a:rPr sz="1800" spc="-10" dirty="0" smtClean="0">
                <a:latin typeface="Arial"/>
                <a:cs typeface="Arial"/>
              </a:rPr>
              <a:t>u</a:t>
            </a:r>
            <a:r>
              <a:rPr sz="1800" spc="0" dirty="0" smtClean="0">
                <a:latin typeface="Arial"/>
                <a:cs typeface="Arial"/>
              </a:rPr>
              <a:t>mb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r,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or</a:t>
            </a:r>
            <a:r>
              <a:rPr sz="1800" spc="-10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er,</a:t>
            </a:r>
            <a:r>
              <a:rPr sz="1800" spc="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n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mes, or t</a:t>
            </a:r>
            <a:r>
              <a:rPr sz="1800" spc="-25" dirty="0" smtClean="0">
                <a:latin typeface="Arial"/>
                <a:cs typeface="Arial"/>
              </a:rPr>
              <a:t>y</a:t>
            </a:r>
            <a:r>
              <a:rPr sz="1800" spc="0" dirty="0" smtClean="0">
                <a:latin typeface="Arial"/>
                <a:cs typeface="Arial"/>
              </a:rPr>
              <a:t>p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2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of its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ar</a:t>
            </a:r>
            <a:r>
              <a:rPr sz="1800" spc="-10" dirty="0" smtClean="0">
                <a:latin typeface="Arial"/>
                <a:cs typeface="Arial"/>
              </a:rPr>
              <a:t>g</a:t>
            </a:r>
            <a:r>
              <a:rPr sz="1800" spc="0" dirty="0" smtClean="0">
                <a:latin typeface="Arial"/>
                <a:cs typeface="Arial"/>
              </a:rPr>
              <a:t>um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nts</a:t>
            </a:r>
            <a:r>
              <a:rPr sz="1800" spc="25" dirty="0" smtClean="0">
                <a:latin typeface="Arial"/>
                <a:cs typeface="Arial"/>
              </a:rPr>
              <a:t> </a:t>
            </a:r>
            <a:r>
              <a:rPr sz="1800" i="1" spc="0" dirty="0" smtClean="0">
                <a:latin typeface="Arial"/>
                <a:cs typeface="Arial"/>
              </a:rPr>
              <a:t>ca</a:t>
            </a:r>
            <a:r>
              <a:rPr sz="1800" i="1" spc="-10" dirty="0" smtClean="0">
                <a:latin typeface="Arial"/>
                <a:cs typeface="Arial"/>
              </a:rPr>
              <a:t>n</a:t>
            </a:r>
            <a:r>
              <a:rPr sz="1800" i="1" spc="0" dirty="0" smtClean="0">
                <a:latin typeface="Arial"/>
                <a:cs typeface="Arial"/>
              </a:rPr>
              <a:t>n</a:t>
            </a:r>
            <a:r>
              <a:rPr sz="1800" i="1" spc="-10" dirty="0" smtClean="0">
                <a:latin typeface="Arial"/>
                <a:cs typeface="Arial"/>
              </a:rPr>
              <a:t>o</a:t>
            </a:r>
            <a:r>
              <a:rPr sz="1800" i="1" spc="0" dirty="0" smtClean="0">
                <a:latin typeface="Arial"/>
                <a:cs typeface="Arial"/>
              </a:rPr>
              <a:t>t</a:t>
            </a:r>
            <a:r>
              <a:rPr sz="1800" i="1" spc="15" dirty="0" smtClean="0">
                <a:latin typeface="Arial"/>
                <a:cs typeface="Arial"/>
              </a:rPr>
              <a:t> </a:t>
            </a:r>
            <a:r>
              <a:rPr sz="1800" spc="-5" dirty="0" smtClean="0">
                <a:latin typeface="Arial"/>
                <a:cs typeface="Arial"/>
              </a:rPr>
              <a:t>be</a:t>
            </a:r>
            <a:endParaRPr sz="1800">
              <a:latin typeface="Arial"/>
              <a:cs typeface="Arial"/>
            </a:endParaRPr>
          </a:p>
          <a:p>
            <a:pPr marL="1155065">
              <a:lnSpc>
                <a:spcPts val="2130"/>
              </a:lnSpc>
            </a:pPr>
            <a:r>
              <a:rPr sz="1800" spc="-10" dirty="0" smtClean="0">
                <a:latin typeface="Arial"/>
                <a:cs typeface="Arial"/>
              </a:rPr>
              <a:t>u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d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to</a:t>
            </a:r>
            <a:r>
              <a:rPr sz="1800" spc="-15" dirty="0" smtClean="0">
                <a:latin typeface="Arial"/>
                <a:cs typeface="Arial"/>
              </a:rPr>
              <a:t> </a:t>
            </a:r>
            <a:r>
              <a:rPr sz="1800" spc="-10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ist</a:t>
            </a:r>
            <a:r>
              <a:rPr sz="1800" spc="-10" dirty="0" smtClean="0">
                <a:latin typeface="Arial"/>
                <a:cs typeface="Arial"/>
              </a:rPr>
              <a:t>ingu</a:t>
            </a:r>
            <a:r>
              <a:rPr sz="1800" spc="0" dirty="0" smtClean="0">
                <a:latin typeface="Arial"/>
                <a:cs typeface="Arial"/>
              </a:rPr>
              <a:t>ish</a:t>
            </a:r>
            <a:r>
              <a:rPr sz="1800" spc="15" dirty="0" smtClean="0">
                <a:latin typeface="Arial"/>
                <a:cs typeface="Arial"/>
              </a:rPr>
              <a:t> </a:t>
            </a:r>
            <a:r>
              <a:rPr sz="1800" spc="-10" dirty="0" smtClean="0">
                <a:latin typeface="Arial"/>
                <a:cs typeface="Arial"/>
              </a:rPr>
              <a:t>be</a:t>
            </a:r>
            <a:r>
              <a:rPr sz="1800" spc="0" dirty="0" smtClean="0">
                <a:latin typeface="Arial"/>
                <a:cs typeface="Arial"/>
              </a:rPr>
              <a:t>t</a:t>
            </a:r>
            <a:r>
              <a:rPr sz="1800" spc="-40" dirty="0" smtClean="0">
                <a:latin typeface="Arial"/>
                <a:cs typeface="Arial"/>
              </a:rPr>
              <a:t>w</a:t>
            </a:r>
            <a:r>
              <a:rPr sz="1800" spc="-10" dirty="0" smtClean="0">
                <a:latin typeface="Arial"/>
                <a:cs typeface="Arial"/>
              </a:rPr>
              <a:t>ee</a:t>
            </a:r>
            <a:r>
              <a:rPr sz="1800" spc="0" dirty="0" smtClean="0">
                <a:latin typeface="Arial"/>
                <a:cs typeface="Arial"/>
              </a:rPr>
              <a:t>n</a:t>
            </a:r>
            <a:r>
              <a:rPr sz="1800" spc="5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t</a:t>
            </a:r>
            <a:r>
              <a:rPr sz="1800" spc="-40" dirty="0" smtClean="0">
                <a:latin typeface="Arial"/>
                <a:cs typeface="Arial"/>
              </a:rPr>
              <a:t>w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3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fu</a:t>
            </a:r>
            <a:r>
              <a:rPr sz="1800" spc="-10" dirty="0" smtClean="0">
                <a:latin typeface="Arial"/>
                <a:cs typeface="Arial"/>
              </a:rPr>
              <a:t>n</a:t>
            </a:r>
            <a:r>
              <a:rPr sz="1800" spc="0" dirty="0" smtClean="0">
                <a:latin typeface="Arial"/>
                <a:cs typeface="Arial"/>
              </a:rPr>
              <a:t>cti</a:t>
            </a:r>
            <a:r>
              <a:rPr sz="1800" spc="-10" dirty="0" smtClean="0">
                <a:latin typeface="Arial"/>
                <a:cs typeface="Arial"/>
              </a:rPr>
              <a:t>on</a:t>
            </a:r>
            <a:r>
              <a:rPr sz="1800" spc="0" dirty="0" smtClean="0">
                <a:latin typeface="Arial"/>
                <a:cs typeface="Arial"/>
              </a:rPr>
              <a:t>s </a:t>
            </a:r>
            <a:r>
              <a:rPr sz="1800" spc="-40" dirty="0" smtClean="0">
                <a:latin typeface="Arial"/>
                <a:cs typeface="Arial"/>
              </a:rPr>
              <a:t>w</a:t>
            </a:r>
            <a:r>
              <a:rPr sz="1800" spc="0" dirty="0" smtClean="0">
                <a:latin typeface="Arial"/>
                <a:cs typeface="Arial"/>
              </a:rPr>
              <a:t>ith</a:t>
            </a:r>
            <a:r>
              <a:rPr sz="1800" spc="4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the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sa</a:t>
            </a:r>
            <a:r>
              <a:rPr sz="1800" spc="-10" dirty="0" smtClean="0">
                <a:latin typeface="Arial"/>
                <a:cs typeface="Arial"/>
              </a:rPr>
              <a:t>m</a:t>
            </a:r>
            <a:r>
              <a:rPr sz="1800" spc="0" dirty="0" smtClean="0">
                <a:latin typeface="Arial"/>
                <a:cs typeface="Arial"/>
              </a:rPr>
              <a:t>e</a:t>
            </a:r>
            <a:r>
              <a:rPr sz="1800" spc="-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n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>
              <a:lnSpc>
                <a:spcPts val="550"/>
              </a:lnSpc>
              <a:spcBef>
                <a:spcPts val="5"/>
              </a:spcBef>
            </a:pPr>
            <a:endParaRPr sz="550"/>
          </a:p>
          <a:p>
            <a:pPr marL="756285" marR="334645" lvl="1" indent="-287020">
              <a:lnSpc>
                <a:spcPts val="24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dirty="0" smtClean="0">
                <a:latin typeface="Arial"/>
                <a:cs typeface="Arial"/>
              </a:rPr>
              <a:t>Two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dif</a:t>
            </a:r>
            <a:r>
              <a:rPr sz="2000" spc="-10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erent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functions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c</a:t>
            </a:r>
            <a:r>
              <a:rPr sz="2000" spc="5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n’t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have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the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5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me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name,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even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if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they have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dif</a:t>
            </a:r>
            <a:r>
              <a:rPr sz="2000" spc="-10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erent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numbe</a:t>
            </a:r>
            <a:r>
              <a:rPr sz="2000" spc="5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-3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of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argument</a:t>
            </a:r>
            <a:r>
              <a:rPr sz="2000" spc="15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ts val="550"/>
              </a:lnSpc>
              <a:spcBef>
                <a:spcPts val="11"/>
              </a:spcBef>
              <a:buClr>
                <a:srgbClr val="FF0000"/>
              </a:buClr>
              <a:buFont typeface="Wingdings"/>
              <a:buChar char=""/>
            </a:pPr>
            <a:endParaRPr sz="550"/>
          </a:p>
          <a:p>
            <a:pPr lvl="1"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 lvl="1"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 lvl="1"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 lvl="1"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 marL="756285" marR="12700" lvl="1" indent="-287020">
              <a:lnSpc>
                <a:spcPts val="24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i="1" dirty="0" smtClean="0">
                <a:latin typeface="Arial"/>
                <a:cs typeface="Arial"/>
              </a:rPr>
              <a:t>But</a:t>
            </a:r>
            <a:r>
              <a:rPr sz="2000" i="1" spc="-15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latin typeface="Arial"/>
                <a:cs typeface="Arial"/>
              </a:rPr>
              <a:t>opera</a:t>
            </a:r>
            <a:r>
              <a:rPr sz="2000" b="1" i="1" spc="5" dirty="0" smtClean="0">
                <a:latin typeface="Arial"/>
                <a:cs typeface="Arial"/>
              </a:rPr>
              <a:t>t</a:t>
            </a:r>
            <a:r>
              <a:rPr sz="2000" b="1" i="1" spc="0" dirty="0" smtClean="0">
                <a:latin typeface="Arial"/>
                <a:cs typeface="Arial"/>
              </a:rPr>
              <a:t>or</a:t>
            </a:r>
            <a:r>
              <a:rPr sz="2000" b="1" i="1" spc="-2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o</a:t>
            </a:r>
            <a:r>
              <a:rPr sz="2000" i="1" spc="5" dirty="0" smtClean="0">
                <a:latin typeface="Arial"/>
                <a:cs typeface="Arial"/>
              </a:rPr>
              <a:t>v</a:t>
            </a:r>
            <a:r>
              <a:rPr sz="2000" i="1" spc="0" dirty="0" smtClean="0">
                <a:latin typeface="Arial"/>
                <a:cs typeface="Arial"/>
              </a:rPr>
              <a:t>erloading</a:t>
            </a:r>
            <a:r>
              <a:rPr sz="2000" i="1" spc="-30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–</a:t>
            </a:r>
            <a:r>
              <a:rPr sz="2000" i="1" spc="-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o</a:t>
            </a:r>
            <a:r>
              <a:rPr sz="2000" i="1" spc="5" dirty="0" smtClean="0">
                <a:latin typeface="Arial"/>
                <a:cs typeface="Arial"/>
              </a:rPr>
              <a:t>v</a:t>
            </a:r>
            <a:r>
              <a:rPr sz="2000" i="1" spc="0" dirty="0" smtClean="0">
                <a:latin typeface="Arial"/>
                <a:cs typeface="Arial"/>
              </a:rPr>
              <a:t>erloading</a:t>
            </a:r>
            <a:r>
              <a:rPr sz="2000" i="1" spc="-3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+,</a:t>
            </a:r>
            <a:r>
              <a:rPr sz="2000" i="1" spc="-30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=</a:t>
            </a:r>
            <a:r>
              <a:rPr sz="2000" i="1" spc="10" dirty="0" smtClean="0">
                <a:latin typeface="Arial"/>
                <a:cs typeface="Arial"/>
              </a:rPr>
              <a:t>=</a:t>
            </a:r>
            <a:r>
              <a:rPr sz="2000" i="1" spc="0" dirty="0" smtClean="0">
                <a:latin typeface="Arial"/>
                <a:cs typeface="Arial"/>
              </a:rPr>
              <a:t>,</a:t>
            </a:r>
            <a:r>
              <a:rPr sz="2000" i="1" spc="-2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-,</a:t>
            </a:r>
            <a:r>
              <a:rPr sz="2000" i="1" spc="-2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etc.</a:t>
            </a:r>
            <a:r>
              <a:rPr sz="2000" i="1" spc="-3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–</a:t>
            </a:r>
            <a:r>
              <a:rPr sz="2000" i="1" spc="-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is po</a:t>
            </a:r>
            <a:r>
              <a:rPr sz="2000" i="1" spc="5" dirty="0" smtClean="0">
                <a:latin typeface="Arial"/>
                <a:cs typeface="Arial"/>
              </a:rPr>
              <a:t>s</a:t>
            </a:r>
            <a:r>
              <a:rPr sz="2000" i="1" spc="0" dirty="0" smtClean="0">
                <a:latin typeface="Arial"/>
                <a:cs typeface="Arial"/>
              </a:rPr>
              <a:t>sible u</a:t>
            </a:r>
            <a:r>
              <a:rPr sz="2000" i="1" spc="5" dirty="0" smtClean="0">
                <a:latin typeface="Arial"/>
                <a:cs typeface="Arial"/>
              </a:rPr>
              <a:t>s</a:t>
            </a:r>
            <a:r>
              <a:rPr sz="2000" i="1" spc="0" dirty="0" smtClean="0">
                <a:latin typeface="Arial"/>
                <a:cs typeface="Arial"/>
              </a:rPr>
              <a:t>ing</a:t>
            </a:r>
            <a:r>
              <a:rPr sz="2000" i="1" spc="-1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s</a:t>
            </a:r>
            <a:r>
              <a:rPr sz="2000" i="1" spc="5" dirty="0" smtClean="0">
                <a:latin typeface="Arial"/>
                <a:cs typeface="Arial"/>
              </a:rPr>
              <a:t>p</a:t>
            </a:r>
            <a:r>
              <a:rPr sz="2000" i="1" spc="0" dirty="0" smtClean="0">
                <a:latin typeface="Arial"/>
                <a:cs typeface="Arial"/>
              </a:rPr>
              <a:t>e</a:t>
            </a:r>
            <a:r>
              <a:rPr sz="2000" i="1" spc="5" dirty="0" smtClean="0">
                <a:latin typeface="Arial"/>
                <a:cs typeface="Arial"/>
              </a:rPr>
              <a:t>c</a:t>
            </a:r>
            <a:r>
              <a:rPr sz="2000" i="1" spc="0" dirty="0" smtClean="0">
                <a:latin typeface="Arial"/>
                <a:cs typeface="Arial"/>
              </a:rPr>
              <a:t>ial</a:t>
            </a:r>
            <a:r>
              <a:rPr sz="2000" i="1" spc="-30" dirty="0" smtClean="0">
                <a:latin typeface="Arial"/>
                <a:cs typeface="Arial"/>
              </a:rPr>
              <a:t> </a:t>
            </a:r>
            <a:r>
              <a:rPr sz="2000" i="1" spc="-15" dirty="0" smtClean="0">
                <a:latin typeface="Arial"/>
                <a:cs typeface="Arial"/>
              </a:rPr>
              <a:t>m</a:t>
            </a:r>
            <a:r>
              <a:rPr sz="2000" i="1" spc="0" dirty="0" smtClean="0">
                <a:latin typeface="Arial"/>
                <a:cs typeface="Arial"/>
              </a:rPr>
              <a:t>ethods</a:t>
            </a:r>
            <a:r>
              <a:rPr sz="2000" i="1" spc="-1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on</a:t>
            </a:r>
            <a:r>
              <a:rPr sz="2000" i="1" spc="-1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v</a:t>
            </a:r>
            <a:r>
              <a:rPr sz="2000" i="1" spc="5" dirty="0" smtClean="0">
                <a:latin typeface="Arial"/>
                <a:cs typeface="Arial"/>
              </a:rPr>
              <a:t>a</a:t>
            </a:r>
            <a:r>
              <a:rPr sz="2000" i="1" spc="0" dirty="0" smtClean="0">
                <a:latin typeface="Arial"/>
                <a:cs typeface="Arial"/>
              </a:rPr>
              <a:t>rio</a:t>
            </a:r>
            <a:r>
              <a:rPr sz="2000" i="1" spc="5" dirty="0" smtClean="0">
                <a:latin typeface="Arial"/>
                <a:cs typeface="Arial"/>
              </a:rPr>
              <a:t>u</a:t>
            </a:r>
            <a:r>
              <a:rPr sz="2000" i="1" spc="0" dirty="0" smtClean="0">
                <a:latin typeface="Arial"/>
                <a:cs typeface="Arial"/>
              </a:rPr>
              <a:t>s</a:t>
            </a:r>
            <a:r>
              <a:rPr sz="2000" i="1" spc="-3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clas</a:t>
            </a:r>
            <a:r>
              <a:rPr sz="2000" i="1" spc="10" dirty="0" smtClean="0">
                <a:latin typeface="Arial"/>
                <a:cs typeface="Arial"/>
              </a:rPr>
              <a:t>s</a:t>
            </a:r>
            <a:r>
              <a:rPr sz="2000" i="1" spc="0" dirty="0" smtClean="0">
                <a:latin typeface="Arial"/>
                <a:cs typeface="Arial"/>
              </a:rPr>
              <a:t>es</a:t>
            </a:r>
            <a:r>
              <a:rPr sz="2000" i="1" spc="-3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(</a:t>
            </a:r>
            <a:r>
              <a:rPr sz="2000" i="1" spc="5" dirty="0" smtClean="0">
                <a:latin typeface="Arial"/>
                <a:cs typeface="Arial"/>
              </a:rPr>
              <a:t>s</a:t>
            </a:r>
            <a:r>
              <a:rPr sz="2000" i="1" spc="0" dirty="0" smtClean="0">
                <a:latin typeface="Arial"/>
                <a:cs typeface="Arial"/>
              </a:rPr>
              <a:t>ee</a:t>
            </a:r>
            <a:r>
              <a:rPr sz="2000" i="1" spc="-2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later</a:t>
            </a:r>
            <a:r>
              <a:rPr sz="2000" i="1" spc="-1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latin typeface="Arial"/>
                <a:cs typeface="Arial"/>
              </a:rPr>
              <a:t>slid</a:t>
            </a:r>
            <a:r>
              <a:rPr sz="2000" i="1" spc="5" dirty="0" smtClean="0">
                <a:latin typeface="Arial"/>
                <a:cs typeface="Arial"/>
              </a:rPr>
              <a:t>e</a:t>
            </a:r>
            <a:r>
              <a:rPr sz="2000" i="1" spc="0" dirty="0" smtClean="0">
                <a:latin typeface="Arial"/>
                <a:cs typeface="Arial"/>
              </a:rPr>
              <a:t>s)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600" y="3657600"/>
            <a:ext cx="4191000" cy="2133600"/>
          </a:xfrm>
          <a:custGeom>
            <a:avLst/>
            <a:gdLst/>
            <a:ahLst/>
            <a:cxnLst/>
            <a:rect l="l" t="t" r="r" b="b"/>
            <a:pathLst>
              <a:path w="4191000" h="2133600">
                <a:moveTo>
                  <a:pt x="0" y="2133600"/>
                </a:moveTo>
                <a:lnTo>
                  <a:pt x="4191000" y="2133600"/>
                </a:lnTo>
                <a:lnTo>
                  <a:pt x="4191000" y="0"/>
                </a:lnTo>
                <a:lnTo>
                  <a:pt x="0" y="0"/>
                </a:lnTo>
                <a:lnTo>
                  <a:pt x="0" y="21336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09600" y="3657600"/>
            <a:ext cx="4191000" cy="2133600"/>
          </a:xfrm>
          <a:custGeom>
            <a:avLst/>
            <a:gdLst/>
            <a:ahLst/>
            <a:cxnLst/>
            <a:rect l="l" t="t" r="r" b="b"/>
            <a:pathLst>
              <a:path w="4191000" h="2133600">
                <a:moveTo>
                  <a:pt x="0" y="2133600"/>
                </a:moveTo>
                <a:lnTo>
                  <a:pt x="4191000" y="2133600"/>
                </a:lnTo>
                <a:lnTo>
                  <a:pt x="4191000" y="0"/>
                </a:lnTo>
                <a:lnTo>
                  <a:pt x="0" y="0"/>
                </a:lnTo>
                <a:lnTo>
                  <a:pt x="0" y="21336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6549" y="582929"/>
            <a:ext cx="8211184" cy="4965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 smtClean="0">
                <a:solidFill>
                  <a:srgbClr val="000066"/>
                </a:solidFill>
                <a:latin typeface="Arial"/>
                <a:cs typeface="Arial"/>
              </a:rPr>
              <a:t>Functions</a:t>
            </a:r>
            <a:r>
              <a:rPr sz="3200" b="1" spc="-4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are fir</a:t>
            </a:r>
            <a:r>
              <a:rPr sz="3200" b="1" spc="-10" dirty="0" smtClean="0">
                <a:solidFill>
                  <a:srgbClr val="000066"/>
                </a:solidFill>
                <a:latin typeface="Arial"/>
                <a:cs typeface="Arial"/>
              </a:rPr>
              <a:t>s</a:t>
            </a:r>
            <a:r>
              <a:rPr sz="3200" b="1" spc="-20" dirty="0" smtClean="0">
                <a:solidFill>
                  <a:srgbClr val="000066"/>
                </a:solidFill>
                <a:latin typeface="Arial"/>
                <a:cs typeface="Arial"/>
              </a:rPr>
              <a:t>t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-cl</a:t>
            </a:r>
            <a:r>
              <a:rPr sz="3200" b="1" spc="-15" dirty="0" smtClean="0">
                <a:solidFill>
                  <a:srgbClr val="000066"/>
                </a:solidFill>
                <a:latin typeface="Arial"/>
                <a:cs typeface="Arial"/>
              </a:rPr>
              <a:t>a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ss</a:t>
            </a:r>
            <a:r>
              <a:rPr sz="3200" b="1" spc="-3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obj</a:t>
            </a:r>
            <a:r>
              <a:rPr sz="3200" b="1" spc="-15" dirty="0" smtClean="0">
                <a:solidFill>
                  <a:srgbClr val="000066"/>
                </a:solidFill>
                <a:latin typeface="Arial"/>
                <a:cs typeface="Arial"/>
              </a:rPr>
              <a:t>e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cts</a:t>
            </a:r>
            <a:r>
              <a:rPr sz="3200" b="1" spc="-3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in P</a:t>
            </a:r>
            <a:r>
              <a:rPr sz="3200" b="1" spc="-15" dirty="0" smtClean="0">
                <a:solidFill>
                  <a:srgbClr val="000066"/>
                </a:solidFill>
                <a:latin typeface="Arial"/>
                <a:cs typeface="Arial"/>
              </a:rPr>
              <a:t>y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thon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76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5454" y="1278763"/>
            <a:ext cx="5940425" cy="45040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Functions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can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be used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just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l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ke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any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other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They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can</a:t>
            </a:r>
            <a:r>
              <a:rPr sz="2000" b="1" spc="-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be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5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756285" algn="l"/>
              </a:tabLst>
            </a:pPr>
            <a:r>
              <a:rPr sz="1800" b="1" spc="-55" dirty="0" smtClean="0">
                <a:latin typeface="Arial"/>
                <a:cs typeface="Arial"/>
              </a:rPr>
              <a:t>A</a:t>
            </a:r>
            <a:r>
              <a:rPr sz="1800" b="1" spc="0" dirty="0" smtClean="0">
                <a:latin typeface="Arial"/>
                <a:cs typeface="Arial"/>
              </a:rPr>
              <a:t>rguments</a:t>
            </a:r>
            <a:r>
              <a:rPr sz="1800" b="1" spc="4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to</a:t>
            </a:r>
            <a:r>
              <a:rPr sz="1800" b="1" spc="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fu</a:t>
            </a:r>
            <a:r>
              <a:rPr sz="1800" b="1" spc="5" dirty="0" smtClean="0">
                <a:latin typeface="Arial"/>
                <a:cs typeface="Arial"/>
              </a:rPr>
              <a:t>n</a:t>
            </a:r>
            <a:r>
              <a:rPr sz="1800" b="1" spc="0" dirty="0" smtClean="0">
                <a:latin typeface="Arial"/>
                <a:cs typeface="Arial"/>
              </a:rPr>
              <a:t>ction</a:t>
            </a:r>
            <a:endParaRPr sz="1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5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756285" algn="l"/>
              </a:tabLst>
            </a:pPr>
            <a:r>
              <a:rPr sz="1800" b="1" dirty="0" smtClean="0">
                <a:latin typeface="Arial"/>
                <a:cs typeface="Arial"/>
              </a:rPr>
              <a:t>R</a:t>
            </a:r>
            <a:r>
              <a:rPr sz="1800" b="1" spc="-10" dirty="0" smtClean="0">
                <a:latin typeface="Arial"/>
                <a:cs typeface="Arial"/>
              </a:rPr>
              <a:t>e</a:t>
            </a:r>
            <a:r>
              <a:rPr sz="1800" b="1" spc="0" dirty="0" smtClean="0">
                <a:latin typeface="Arial"/>
                <a:cs typeface="Arial"/>
              </a:rPr>
              <a:t>turn</a:t>
            </a:r>
            <a:r>
              <a:rPr sz="1800" b="1" spc="5" dirty="0" smtClean="0">
                <a:latin typeface="Arial"/>
                <a:cs typeface="Arial"/>
              </a:rPr>
              <a:t> </a:t>
            </a:r>
            <a:r>
              <a:rPr sz="1800" b="1" spc="-45" dirty="0" smtClean="0">
                <a:latin typeface="Arial"/>
                <a:cs typeface="Arial"/>
              </a:rPr>
              <a:t>v</a:t>
            </a:r>
            <a:r>
              <a:rPr sz="1800" b="1" spc="0" dirty="0" smtClean="0">
                <a:latin typeface="Arial"/>
                <a:cs typeface="Arial"/>
              </a:rPr>
              <a:t>alues</a:t>
            </a:r>
            <a:r>
              <a:rPr sz="1800" b="1" spc="30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of</a:t>
            </a:r>
            <a:r>
              <a:rPr sz="1800" b="1" spc="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fu</a:t>
            </a:r>
            <a:r>
              <a:rPr sz="1800" b="1" spc="5" dirty="0" smtClean="0">
                <a:latin typeface="Arial"/>
                <a:cs typeface="Arial"/>
              </a:rPr>
              <a:t>n</a:t>
            </a:r>
            <a:r>
              <a:rPr sz="1800" b="1" spc="0" dirty="0" smtClean="0">
                <a:latin typeface="Arial"/>
                <a:cs typeface="Arial"/>
              </a:rPr>
              <a:t>ctio</a:t>
            </a:r>
            <a:r>
              <a:rPr sz="1800" b="1" spc="5" dirty="0" smtClean="0">
                <a:latin typeface="Arial"/>
                <a:cs typeface="Arial"/>
              </a:rPr>
              <a:t>n</a:t>
            </a:r>
            <a:r>
              <a:rPr sz="1800" b="1" spc="0" dirty="0" smtClean="0">
                <a:latin typeface="Arial"/>
                <a:cs typeface="Arial"/>
              </a:rPr>
              <a:t>s</a:t>
            </a:r>
            <a:endParaRPr sz="1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5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756285" algn="l"/>
              </a:tabLst>
            </a:pPr>
            <a:r>
              <a:rPr sz="1800" b="1" spc="-55" dirty="0" smtClean="0">
                <a:latin typeface="Arial"/>
                <a:cs typeface="Arial"/>
              </a:rPr>
              <a:t>A</a:t>
            </a:r>
            <a:r>
              <a:rPr sz="1800" b="1" spc="0" dirty="0" smtClean="0">
                <a:latin typeface="Arial"/>
                <a:cs typeface="Arial"/>
              </a:rPr>
              <a:t>s</a:t>
            </a:r>
            <a:r>
              <a:rPr sz="1800" b="1" spc="-10" dirty="0" smtClean="0">
                <a:latin typeface="Arial"/>
                <a:cs typeface="Arial"/>
              </a:rPr>
              <a:t>s</a:t>
            </a:r>
            <a:r>
              <a:rPr sz="1800" b="1" spc="0" dirty="0" smtClean="0">
                <a:latin typeface="Arial"/>
                <a:cs typeface="Arial"/>
              </a:rPr>
              <a:t>i</a:t>
            </a:r>
            <a:r>
              <a:rPr sz="1800" b="1" spc="5" dirty="0" smtClean="0">
                <a:latin typeface="Arial"/>
                <a:cs typeface="Arial"/>
              </a:rPr>
              <a:t>g</a:t>
            </a:r>
            <a:r>
              <a:rPr sz="1800" b="1" spc="0" dirty="0" smtClean="0">
                <a:latin typeface="Arial"/>
                <a:cs typeface="Arial"/>
              </a:rPr>
              <a:t>ned</a:t>
            </a:r>
            <a:r>
              <a:rPr sz="1800" b="1" spc="50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to </a:t>
            </a:r>
            <a:r>
              <a:rPr sz="1800" b="1" spc="-45" dirty="0" smtClean="0">
                <a:latin typeface="Arial"/>
                <a:cs typeface="Arial"/>
              </a:rPr>
              <a:t>v</a:t>
            </a:r>
            <a:r>
              <a:rPr sz="1800" b="1" spc="0" dirty="0" smtClean="0">
                <a:latin typeface="Arial"/>
                <a:cs typeface="Arial"/>
              </a:rPr>
              <a:t>a</a:t>
            </a:r>
            <a:r>
              <a:rPr sz="1800" b="1" spc="-10" dirty="0" smtClean="0">
                <a:latin typeface="Arial"/>
                <a:cs typeface="Arial"/>
              </a:rPr>
              <a:t>r</a:t>
            </a:r>
            <a:r>
              <a:rPr sz="1800" b="1" spc="0" dirty="0" smtClean="0">
                <a:latin typeface="Arial"/>
                <a:cs typeface="Arial"/>
              </a:rPr>
              <a:t>iab</a:t>
            </a:r>
            <a:r>
              <a:rPr sz="1800" b="1" spc="5" dirty="0" smtClean="0">
                <a:latin typeface="Arial"/>
                <a:cs typeface="Arial"/>
              </a:rPr>
              <a:t>l</a:t>
            </a:r>
            <a:r>
              <a:rPr sz="1800" b="1" spc="0" dirty="0" smtClean="0">
                <a:latin typeface="Arial"/>
                <a:cs typeface="Arial"/>
              </a:rPr>
              <a:t>es</a:t>
            </a:r>
            <a:endParaRPr sz="1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35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756285" algn="l"/>
              </a:tabLst>
            </a:pPr>
            <a:r>
              <a:rPr sz="1800" b="1" dirty="0" smtClean="0">
                <a:latin typeface="Arial"/>
                <a:cs typeface="Arial"/>
              </a:rPr>
              <a:t>P</a:t>
            </a:r>
            <a:r>
              <a:rPr sz="1800" b="1" spc="-10" dirty="0" smtClean="0">
                <a:latin typeface="Arial"/>
                <a:cs typeface="Arial"/>
              </a:rPr>
              <a:t>a</a:t>
            </a:r>
            <a:r>
              <a:rPr sz="1800" b="1" spc="0" dirty="0" smtClean="0">
                <a:latin typeface="Arial"/>
                <a:cs typeface="Arial"/>
              </a:rPr>
              <a:t>rts of</a:t>
            </a:r>
            <a:r>
              <a:rPr sz="1800" b="1" spc="-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tup</a:t>
            </a:r>
            <a:r>
              <a:rPr sz="1800" b="1" spc="5" dirty="0" smtClean="0">
                <a:latin typeface="Arial"/>
                <a:cs typeface="Arial"/>
              </a:rPr>
              <a:t>l</a:t>
            </a:r>
            <a:r>
              <a:rPr sz="1800" b="1" spc="-10" dirty="0" smtClean="0">
                <a:latin typeface="Arial"/>
                <a:cs typeface="Arial"/>
              </a:rPr>
              <a:t>e</a:t>
            </a:r>
            <a:r>
              <a:rPr sz="1800" b="1" spc="-5" dirty="0" smtClean="0">
                <a:latin typeface="Arial"/>
                <a:cs typeface="Arial"/>
              </a:rPr>
              <a:t>s</a:t>
            </a:r>
            <a:r>
              <a:rPr sz="1800" b="1" spc="0" dirty="0" smtClean="0">
                <a:latin typeface="Arial"/>
                <a:cs typeface="Arial"/>
              </a:rPr>
              <a:t>,</a:t>
            </a:r>
            <a:r>
              <a:rPr sz="1800" b="1" spc="-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li</a:t>
            </a:r>
            <a:r>
              <a:rPr sz="1800" b="1" spc="-10" dirty="0" smtClean="0">
                <a:latin typeface="Arial"/>
                <a:cs typeface="Arial"/>
              </a:rPr>
              <a:t>s</a:t>
            </a:r>
            <a:r>
              <a:rPr sz="1800" b="1" spc="0" dirty="0" smtClean="0">
                <a:latin typeface="Arial"/>
                <a:cs typeface="Arial"/>
              </a:rPr>
              <a:t>t</a:t>
            </a:r>
            <a:r>
              <a:rPr sz="1800" b="1" spc="-10" dirty="0" smtClean="0">
                <a:latin typeface="Arial"/>
                <a:cs typeface="Arial"/>
              </a:rPr>
              <a:t>s</a:t>
            </a:r>
            <a:r>
              <a:rPr sz="1800" b="1" spc="0" dirty="0" smtClean="0">
                <a:latin typeface="Arial"/>
                <a:cs typeface="Arial"/>
              </a:rPr>
              <a:t>,</a:t>
            </a:r>
            <a:r>
              <a:rPr sz="1800" b="1" spc="-5" dirty="0" smtClean="0">
                <a:latin typeface="Arial"/>
                <a:cs typeface="Arial"/>
              </a:rPr>
              <a:t> </a:t>
            </a:r>
            <a:r>
              <a:rPr sz="1800" b="1" spc="-10" dirty="0" smtClean="0">
                <a:latin typeface="Arial"/>
                <a:cs typeface="Arial"/>
              </a:rPr>
              <a:t>e</a:t>
            </a:r>
            <a:r>
              <a:rPr sz="1800" b="1" spc="0" dirty="0" smtClean="0">
                <a:latin typeface="Arial"/>
                <a:cs typeface="Arial"/>
              </a:rPr>
              <a:t>tc</a:t>
            </a:r>
            <a:endParaRPr sz="1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0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756285" algn="l"/>
              </a:tabLst>
            </a:pPr>
            <a:r>
              <a:rPr sz="1800" b="1" dirty="0" smtClean="0">
                <a:latin typeface="Arial"/>
                <a:cs typeface="Arial"/>
              </a:rPr>
              <a:t>…</a:t>
            </a:r>
            <a:endParaRPr sz="1800">
              <a:latin typeface="Arial"/>
              <a:cs typeface="Arial"/>
            </a:endParaRPr>
          </a:p>
          <a:p>
            <a:pPr>
              <a:lnSpc>
                <a:spcPts val="1300"/>
              </a:lnSpc>
              <a:spcBef>
                <a:spcPts val="97"/>
              </a:spcBef>
            </a:pPr>
            <a:endParaRPr sz="1300"/>
          </a:p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d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ef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m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yf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un</a:t>
            </a:r>
            <a:r>
              <a:rPr sz="1800" b="1" spc="-10" dirty="0" smtClean="0">
                <a:latin typeface="Courier New"/>
                <a:cs typeface="Courier New"/>
              </a:rPr>
              <a:t>(</a:t>
            </a:r>
            <a:r>
              <a:rPr sz="1800" b="1" spc="0" dirty="0" smtClean="0">
                <a:latin typeface="Courier New"/>
                <a:cs typeface="Courier New"/>
              </a:rPr>
              <a:t>x</a:t>
            </a:r>
            <a:r>
              <a:rPr sz="1800" b="1" spc="-15" dirty="0" smtClean="0">
                <a:latin typeface="Courier New"/>
                <a:cs typeface="Courier New"/>
              </a:rPr>
              <a:t>):</a:t>
            </a:r>
            <a:endParaRPr sz="1800">
              <a:latin typeface="Courier New"/>
              <a:cs typeface="Courier New"/>
            </a:endParaRPr>
          </a:p>
          <a:p>
            <a:pPr marR="2363470" algn="ctr">
              <a:lnSpc>
                <a:spcPct val="100000"/>
              </a:lnSpc>
              <a:spcBef>
                <a:spcPts val="215"/>
              </a:spcBef>
            </a:pPr>
            <a:r>
              <a:rPr sz="1800" b="1" dirty="0" smtClean="0">
                <a:solidFill>
                  <a:srgbClr val="FF6600"/>
                </a:solidFill>
                <a:latin typeface="Courier New"/>
                <a:cs typeface="Courier New"/>
              </a:rPr>
              <a:t>r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et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urn</a:t>
            </a:r>
            <a:r>
              <a:rPr sz="1800" b="1" spc="-10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x</a:t>
            </a:r>
            <a:r>
              <a:rPr sz="1800" b="1" spc="0" dirty="0" smtClean="0">
                <a:latin typeface="Courier New"/>
                <a:cs typeface="Courier New"/>
              </a:rPr>
              <a:t>*3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500"/>
              </a:lnSpc>
              <a:spcBef>
                <a:spcPts val="36"/>
              </a:spcBef>
            </a:pPr>
            <a:endParaRPr sz="500"/>
          </a:p>
          <a:p>
            <a:pPr>
              <a:lnSpc>
                <a:spcPts val="1000"/>
              </a:lnSpc>
            </a:pPr>
            <a:endParaRPr sz="1000"/>
          </a:p>
          <a:p>
            <a:pPr marL="12700">
              <a:lnSpc>
                <a:spcPct val="100000"/>
              </a:lnSpc>
            </a:pPr>
            <a:r>
              <a:rPr sz="1800" b="1" spc="-5" dirty="0" smtClean="0">
                <a:solidFill>
                  <a:srgbClr val="660033"/>
                </a:solidFill>
                <a:latin typeface="Courier New"/>
                <a:cs typeface="Courier New"/>
              </a:rPr>
              <a:t>&gt;&gt;</a:t>
            </a:r>
            <a:r>
              <a:rPr sz="1800" b="1" spc="0" dirty="0" smtClean="0">
                <a:solidFill>
                  <a:srgbClr val="660033"/>
                </a:solidFill>
                <a:latin typeface="Courier New"/>
                <a:cs typeface="Courier New"/>
              </a:rPr>
              <a:t>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d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ef</a:t>
            </a:r>
            <a:r>
              <a:rPr sz="1800" b="1" spc="-20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a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pp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l</a:t>
            </a:r>
            <a:r>
              <a:rPr sz="18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y</a:t>
            </a:r>
            <a:r>
              <a:rPr sz="1800" b="1" spc="-15" dirty="0" smtClean="0">
                <a:latin typeface="Courier New"/>
                <a:cs typeface="Courier New"/>
              </a:rPr>
              <a:t>(</a:t>
            </a:r>
            <a:r>
              <a:rPr sz="1800" b="1" spc="-5" dirty="0" smtClean="0">
                <a:latin typeface="Courier New"/>
                <a:cs typeface="Courier New"/>
              </a:rPr>
              <a:t>q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-5" dirty="0" smtClean="0">
                <a:latin typeface="Courier New"/>
                <a:cs typeface="Courier New"/>
              </a:rPr>
              <a:t>x</a:t>
            </a:r>
            <a:r>
              <a:rPr sz="1800" b="1" spc="-15" dirty="0" smtClean="0">
                <a:latin typeface="Courier New"/>
                <a:cs typeface="Courier New"/>
              </a:rPr>
              <a:t>):</a:t>
            </a:r>
            <a:endParaRPr sz="1800">
              <a:latin typeface="Courier New"/>
              <a:cs typeface="Courier New"/>
            </a:endParaRPr>
          </a:p>
          <a:p>
            <a:pPr marL="1104900">
              <a:lnSpc>
                <a:spcPct val="100000"/>
              </a:lnSpc>
              <a:spcBef>
                <a:spcPts val="215"/>
              </a:spcBef>
            </a:pPr>
            <a:r>
              <a:rPr sz="1800" b="1" dirty="0" smtClean="0">
                <a:solidFill>
                  <a:srgbClr val="FF6600"/>
                </a:solidFill>
                <a:latin typeface="Courier New"/>
                <a:cs typeface="Courier New"/>
              </a:rPr>
              <a:t>r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et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urn</a:t>
            </a:r>
            <a:r>
              <a:rPr sz="1800" b="1" spc="-10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q</a:t>
            </a:r>
            <a:r>
              <a:rPr sz="1800" b="1" spc="0" dirty="0" smtClean="0">
                <a:latin typeface="Courier New"/>
                <a:cs typeface="Courier New"/>
              </a:rPr>
              <a:t>(x)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500"/>
              </a:lnSpc>
              <a:spcBef>
                <a:spcPts val="35"/>
              </a:spcBef>
            </a:pPr>
            <a:endParaRPr sz="500"/>
          </a:p>
          <a:p>
            <a:pPr>
              <a:lnSpc>
                <a:spcPts val="1000"/>
              </a:lnSpc>
            </a:pPr>
            <a:endParaRPr sz="1000"/>
          </a:p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a</a:t>
            </a:r>
            <a:r>
              <a:rPr sz="1800" b="1" spc="0" dirty="0" smtClean="0">
                <a:latin typeface="Courier New"/>
                <a:cs typeface="Courier New"/>
              </a:rPr>
              <a:t>pp</a:t>
            </a:r>
            <a:r>
              <a:rPr sz="1800" b="1" spc="-15" dirty="0" smtClean="0">
                <a:latin typeface="Courier New"/>
                <a:cs typeface="Courier New"/>
              </a:rPr>
              <a:t>l</a:t>
            </a:r>
            <a:r>
              <a:rPr sz="1800" b="1" spc="0" dirty="0" smtClean="0">
                <a:latin typeface="Courier New"/>
                <a:cs typeface="Courier New"/>
              </a:rPr>
              <a:t>y</a:t>
            </a:r>
            <a:r>
              <a:rPr sz="1800" b="1" spc="-15" dirty="0" smtClean="0">
                <a:latin typeface="Courier New"/>
                <a:cs typeface="Courier New"/>
              </a:rPr>
              <a:t>(m</a:t>
            </a:r>
            <a:r>
              <a:rPr sz="1800" b="1" spc="0" dirty="0" smtClean="0">
                <a:latin typeface="Courier New"/>
                <a:cs typeface="Courier New"/>
              </a:rPr>
              <a:t>yf</a:t>
            </a:r>
            <a:r>
              <a:rPr sz="1800" b="1" spc="-15" dirty="0" smtClean="0">
                <a:latin typeface="Courier New"/>
                <a:cs typeface="Courier New"/>
              </a:rPr>
              <a:t>u</a:t>
            </a:r>
            <a:r>
              <a:rPr sz="1800" b="1" spc="5" dirty="0" smtClean="0">
                <a:latin typeface="Courier New"/>
                <a:cs typeface="Courier New"/>
              </a:rPr>
              <a:t>n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7)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dirty="0" smtClean="0">
                <a:solidFill>
                  <a:srgbClr val="0000FF"/>
                </a:solidFill>
                <a:latin typeface="Courier New"/>
                <a:cs typeface="Courier New"/>
              </a:rPr>
              <a:t>21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3276600"/>
            <a:ext cx="4876800" cy="685800"/>
          </a:xfrm>
          <a:custGeom>
            <a:avLst/>
            <a:gdLst/>
            <a:ahLst/>
            <a:cxnLst/>
            <a:rect l="l" t="t" r="r" b="b"/>
            <a:pathLst>
              <a:path w="4876800" h="685800">
                <a:moveTo>
                  <a:pt x="0" y="685800"/>
                </a:moveTo>
                <a:lnTo>
                  <a:pt x="4876800" y="685800"/>
                </a:lnTo>
                <a:lnTo>
                  <a:pt x="4876800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3276600"/>
            <a:ext cx="4876800" cy="685800"/>
          </a:xfrm>
          <a:custGeom>
            <a:avLst/>
            <a:gdLst/>
            <a:ahLst/>
            <a:cxnLst/>
            <a:rect l="l" t="t" r="r" b="b"/>
            <a:pathLst>
              <a:path w="4876800" h="685800">
                <a:moveTo>
                  <a:pt x="0" y="685800"/>
                </a:moveTo>
                <a:lnTo>
                  <a:pt x="4876800" y="685800"/>
                </a:lnTo>
                <a:lnTo>
                  <a:pt x="4876800" y="0"/>
                </a:lnTo>
                <a:lnTo>
                  <a:pt x="0" y="0"/>
                </a:lnTo>
                <a:lnTo>
                  <a:pt x="0" y="6858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5454" y="953770"/>
            <a:ext cx="7931150" cy="51504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261100" marR="12700">
              <a:lnSpc>
                <a:spcPct val="100000"/>
              </a:lnSpc>
            </a:pPr>
            <a:r>
              <a:rPr sz="1600" spc="-10" dirty="0" smtClean="0">
                <a:latin typeface="Times New Roman"/>
                <a:cs typeface="Times New Roman"/>
              </a:rPr>
              <a:t>like</a:t>
            </a:r>
            <a:r>
              <a:rPr sz="1600" spc="5" dirty="0" smtClean="0">
                <a:latin typeface="Times New Roman"/>
                <a:cs typeface="Times New Roman"/>
              </a:rPr>
              <a:t> </a:t>
            </a:r>
            <a:r>
              <a:rPr sz="1600" spc="-10" dirty="0" smtClean="0">
                <a:latin typeface="Times New Roman"/>
                <a:cs typeface="Times New Roman"/>
              </a:rPr>
              <a:t>anon</a:t>
            </a:r>
            <a:r>
              <a:rPr sz="1600" spc="-20" dirty="0" smtClean="0">
                <a:latin typeface="Times New Roman"/>
                <a:cs typeface="Times New Roman"/>
              </a:rPr>
              <a:t>y</a:t>
            </a:r>
            <a:r>
              <a:rPr sz="1600" spc="-50" dirty="0" smtClean="0">
                <a:latin typeface="Times New Roman"/>
                <a:cs typeface="Times New Roman"/>
              </a:rPr>
              <a:t>m</a:t>
            </a:r>
            <a:r>
              <a:rPr sz="1600" spc="-10" dirty="0" smtClean="0">
                <a:latin typeface="Times New Roman"/>
                <a:cs typeface="Times New Roman"/>
              </a:rPr>
              <a:t>ous inner classes</a:t>
            </a:r>
            <a:r>
              <a:rPr sz="1600" spc="30" dirty="0" smtClean="0">
                <a:latin typeface="Times New Roman"/>
                <a:cs typeface="Times New Roman"/>
              </a:rPr>
              <a:t> </a:t>
            </a:r>
            <a:r>
              <a:rPr sz="1600" spc="-10" dirty="0" smtClean="0">
                <a:latin typeface="Times New Roman"/>
                <a:cs typeface="Times New Roman"/>
              </a:rPr>
              <a:t>in Java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300"/>
              </a:lnSpc>
              <a:spcBef>
                <a:spcPts val="60"/>
              </a:spcBef>
            </a:pPr>
            <a:endParaRPr sz="1300"/>
          </a:p>
          <a:p>
            <a:pPr marL="469900" indent="-4572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469265" algn="l"/>
              </a:tabLst>
            </a:pPr>
            <a:r>
              <a:rPr sz="2000" b="1" dirty="0" smtClean="0">
                <a:latin typeface="Arial"/>
                <a:cs typeface="Arial"/>
              </a:rPr>
              <a:t>Functions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can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be defined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2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i</a:t>
            </a:r>
            <a:r>
              <a:rPr sz="2000" b="1" spc="-1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hout</a:t>
            </a:r>
            <a:r>
              <a:rPr sz="2000" b="1" spc="-4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gi</a:t>
            </a:r>
            <a:r>
              <a:rPr sz="2000" b="1" spc="-30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ing them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names.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600"/>
              </a:lnSpc>
              <a:spcBef>
                <a:spcPts val="24"/>
              </a:spcBef>
              <a:buClr>
                <a:srgbClr val="FF0000"/>
              </a:buClr>
              <a:buFont typeface="Wingdings"/>
              <a:buChar char=""/>
            </a:pPr>
            <a:endParaRPr sz="600"/>
          </a:p>
          <a:p>
            <a:pPr marL="469900" marR="708660" indent="-457200">
              <a:lnSpc>
                <a:spcPts val="227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469265" algn="l"/>
              </a:tabLst>
            </a:pPr>
            <a:r>
              <a:rPr sz="2000" b="1" dirty="0" smtClean="0">
                <a:latin typeface="Arial"/>
                <a:cs typeface="Arial"/>
              </a:rPr>
              <a:t>This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is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most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use</a:t>
            </a:r>
            <a:r>
              <a:rPr sz="2000" b="1" spc="5" dirty="0" smtClean="0">
                <a:latin typeface="Arial"/>
                <a:cs typeface="Arial"/>
              </a:rPr>
              <a:t>f</a:t>
            </a:r>
            <a:r>
              <a:rPr sz="2000" b="1" spc="0" dirty="0" smtClean="0">
                <a:latin typeface="Arial"/>
                <a:cs typeface="Arial"/>
              </a:rPr>
              <a:t>ul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2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hen</a:t>
            </a:r>
            <a:r>
              <a:rPr sz="2000" b="1" spc="-4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passing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 short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func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ion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an argument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to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another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func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ion.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500"/>
              </a:lnSpc>
              <a:spcBef>
                <a:spcPts val="13"/>
              </a:spcBef>
              <a:buClr>
                <a:srgbClr val="FF0000"/>
              </a:buClr>
              <a:buFont typeface="Wingdings"/>
              <a:buChar char=""/>
            </a:pPr>
            <a:endParaRPr sz="500"/>
          </a:p>
          <a:p>
            <a:pPr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 marL="149860">
              <a:lnSpc>
                <a:spcPct val="100000"/>
              </a:lnSpc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&gt;</a:t>
            </a:r>
            <a:r>
              <a:rPr sz="1800" b="1" spc="0" dirty="0" smtClean="0">
                <a:solidFill>
                  <a:srgbClr val="660033"/>
                </a:solidFill>
                <a:latin typeface="Courier New"/>
                <a:cs typeface="Courier New"/>
              </a:rPr>
              <a:t>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ap</a:t>
            </a:r>
            <a:r>
              <a:rPr sz="1800" b="1" spc="-15" dirty="0" smtClean="0">
                <a:latin typeface="Courier New"/>
                <a:cs typeface="Courier New"/>
              </a:rPr>
              <a:t>p</a:t>
            </a:r>
            <a:r>
              <a:rPr sz="1800" b="1" spc="0" dirty="0" smtClean="0">
                <a:latin typeface="Courier New"/>
                <a:cs typeface="Courier New"/>
              </a:rPr>
              <a:t>l</a:t>
            </a:r>
            <a:r>
              <a:rPr sz="1800" b="1" spc="-15" dirty="0" smtClean="0">
                <a:latin typeface="Courier New"/>
                <a:cs typeface="Courier New"/>
              </a:rPr>
              <a:t>y(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la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m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b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d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a </a:t>
            </a:r>
            <a:r>
              <a:rPr sz="1800" b="1" spc="-15" dirty="0" smtClean="0">
                <a:latin typeface="Courier New"/>
                <a:cs typeface="Courier New"/>
              </a:rPr>
              <a:t>z</a:t>
            </a:r>
            <a:r>
              <a:rPr sz="1800" b="1" spc="0" dirty="0" smtClean="0">
                <a:latin typeface="Courier New"/>
                <a:cs typeface="Courier New"/>
              </a:rPr>
              <a:t>: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z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*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4,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7)</a:t>
            </a:r>
            <a:endParaRPr sz="1800">
              <a:latin typeface="Courier New"/>
              <a:cs typeface="Courier New"/>
            </a:endParaRPr>
          </a:p>
          <a:p>
            <a:pPr marL="149860">
              <a:lnSpc>
                <a:spcPct val="100000"/>
              </a:lnSpc>
              <a:spcBef>
                <a:spcPts val="430"/>
              </a:spcBef>
            </a:pPr>
            <a:r>
              <a:rPr sz="1800" b="1" dirty="0" smtClean="0">
                <a:solidFill>
                  <a:srgbClr val="0000FF"/>
                </a:solidFill>
                <a:latin typeface="Courier New"/>
                <a:cs typeface="Courier New"/>
              </a:rPr>
              <a:t>28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900"/>
              </a:lnSpc>
              <a:spcBef>
                <a:spcPts val="20"/>
              </a:spcBef>
            </a:pPr>
            <a:endParaRPr sz="900"/>
          </a:p>
          <a:p>
            <a:pPr>
              <a:lnSpc>
                <a:spcPts val="1000"/>
              </a:lnSpc>
            </a:pPr>
            <a:endParaRPr sz="1000"/>
          </a:p>
          <a:p>
            <a:pPr marL="469900" marR="566420" indent="-457200">
              <a:lnSpc>
                <a:spcPts val="24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469265" algn="l"/>
              </a:tabLst>
            </a:pPr>
            <a:r>
              <a:rPr sz="2000" b="1" dirty="0" smtClean="0">
                <a:latin typeface="Arial"/>
                <a:cs typeface="Arial"/>
              </a:rPr>
              <a:t>The first</a:t>
            </a:r>
            <a:r>
              <a:rPr sz="2000" b="1" spc="-4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argument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to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appl</a:t>
            </a:r>
            <a:r>
              <a:rPr sz="2000" b="1" spc="-40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()</a:t>
            </a:r>
            <a:r>
              <a:rPr sz="2000" b="1" spc="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is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an unna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ed function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that takes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one 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nput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and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returns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inp</a:t>
            </a:r>
            <a:r>
              <a:rPr sz="2000" b="1" spc="-10" dirty="0" smtClean="0">
                <a:latin typeface="Arial"/>
                <a:cs typeface="Arial"/>
              </a:rPr>
              <a:t>u</a:t>
            </a:r>
            <a:r>
              <a:rPr sz="2000" b="1" spc="0" dirty="0" smtClean="0">
                <a:latin typeface="Arial"/>
                <a:cs typeface="Arial"/>
              </a:rPr>
              <a:t>t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mu</a:t>
            </a:r>
            <a:r>
              <a:rPr sz="2000" b="1" spc="-15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tipl</a:t>
            </a:r>
            <a:r>
              <a:rPr sz="2000" b="1" spc="-15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ed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by</a:t>
            </a:r>
            <a:r>
              <a:rPr sz="2000" b="1" spc="-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four.</a:t>
            </a:r>
            <a:endParaRPr sz="2000">
              <a:latin typeface="Arial"/>
              <a:cs typeface="Arial"/>
            </a:endParaRPr>
          </a:p>
          <a:p>
            <a:pPr marL="469900" marR="927100" indent="-457200">
              <a:lnSpc>
                <a:spcPts val="2400"/>
              </a:lnSpc>
              <a:spcBef>
                <a:spcPts val="48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469265" algn="l"/>
              </a:tabLst>
            </a:pPr>
            <a:r>
              <a:rPr sz="2000" b="1" dirty="0" smtClean="0">
                <a:latin typeface="Arial"/>
                <a:cs typeface="Arial"/>
              </a:rPr>
              <a:t>No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e: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only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sing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10" dirty="0" smtClean="0">
                <a:latin typeface="Arial"/>
                <a:cs typeface="Arial"/>
              </a:rPr>
              <a:t>e</a:t>
            </a:r>
            <a:r>
              <a:rPr sz="2000" b="1" spc="0" dirty="0" smtClean="0">
                <a:latin typeface="Arial"/>
                <a:cs typeface="Arial"/>
              </a:rPr>
              <a:t>-expre</a:t>
            </a:r>
            <a:r>
              <a:rPr sz="2000" b="1" spc="5" dirty="0" smtClean="0">
                <a:latin typeface="Arial"/>
                <a:cs typeface="Arial"/>
              </a:rPr>
              <a:t>s</a:t>
            </a:r>
            <a:r>
              <a:rPr sz="2000" b="1" spc="0" dirty="0" smtClean="0">
                <a:latin typeface="Arial"/>
                <a:cs typeface="Arial"/>
              </a:rPr>
              <a:t>sion</a:t>
            </a:r>
            <a:r>
              <a:rPr sz="2000" b="1" spc="-4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func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ions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can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be defined using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this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la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bda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nota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ion.</a:t>
            </a:r>
            <a:endParaRPr sz="2000">
              <a:latin typeface="Arial"/>
              <a:cs typeface="Arial"/>
            </a:endParaRPr>
          </a:p>
          <a:p>
            <a:pPr marL="469900" indent="-457200">
              <a:lnSpc>
                <a:spcPct val="100000"/>
              </a:lnSpc>
              <a:spcBef>
                <a:spcPts val="20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469265" algn="l"/>
              </a:tabLst>
            </a:pPr>
            <a:r>
              <a:rPr sz="2000" b="1" dirty="0" smtClean="0">
                <a:latin typeface="Arial"/>
                <a:cs typeface="Arial"/>
              </a:rPr>
              <a:t>Lambda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nota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ion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has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rich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history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CS research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and the</a:t>
            </a:r>
            <a:endParaRPr sz="2000">
              <a:latin typeface="Arial"/>
              <a:cs typeface="Arial"/>
            </a:endParaRPr>
          </a:p>
          <a:p>
            <a:pPr marR="1078230" algn="ctr">
              <a:lnSpc>
                <a:spcPts val="2360"/>
              </a:lnSpc>
            </a:pPr>
            <a:r>
              <a:rPr sz="2000" b="1" dirty="0" smtClean="0">
                <a:latin typeface="Arial"/>
                <a:cs typeface="Arial"/>
              </a:rPr>
              <a:t>des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gn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any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current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pro</a:t>
            </a:r>
            <a:r>
              <a:rPr sz="2000" b="1" spc="-10" dirty="0" smtClean="0">
                <a:latin typeface="Arial"/>
                <a:cs typeface="Arial"/>
              </a:rPr>
              <a:t>g</a:t>
            </a:r>
            <a:r>
              <a:rPr sz="2000" b="1" spc="0" dirty="0" smtClean="0">
                <a:latin typeface="Arial"/>
                <a:cs typeface="Arial"/>
              </a:rPr>
              <a:t>ra</a:t>
            </a:r>
            <a:r>
              <a:rPr sz="2000" b="1" spc="-10" dirty="0" smtClean="0">
                <a:latin typeface="Arial"/>
                <a:cs typeface="Arial"/>
              </a:rPr>
              <a:t>mm</a:t>
            </a:r>
            <a:r>
              <a:rPr sz="2000" b="1" spc="0" dirty="0" smtClean="0">
                <a:latin typeface="Arial"/>
                <a:cs typeface="Arial"/>
              </a:rPr>
              <a:t>i</a:t>
            </a:r>
            <a:r>
              <a:rPr sz="2000" b="1" spc="-10" dirty="0" smtClean="0">
                <a:latin typeface="Arial"/>
                <a:cs typeface="Arial"/>
              </a:rPr>
              <a:t>n</a:t>
            </a:r>
            <a:r>
              <a:rPr sz="2000" b="1" spc="0" dirty="0" smtClean="0">
                <a:latin typeface="Arial"/>
                <a:cs typeface="Arial"/>
              </a:rPr>
              <a:t>g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la</a:t>
            </a:r>
            <a:r>
              <a:rPr sz="2000" b="1" spc="-10" dirty="0" smtClean="0">
                <a:latin typeface="Arial"/>
                <a:cs typeface="Arial"/>
              </a:rPr>
              <a:t>n</a:t>
            </a:r>
            <a:r>
              <a:rPr sz="2000" b="1" spc="0" dirty="0" smtClean="0">
                <a:latin typeface="Arial"/>
                <a:cs typeface="Arial"/>
              </a:rPr>
              <a:t>guages.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5454" y="551941"/>
            <a:ext cx="3759835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892300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Lambda	Notation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858000" y="1494027"/>
            <a:ext cx="1031748" cy="567055"/>
          </a:xfrm>
          <a:custGeom>
            <a:avLst/>
            <a:gdLst/>
            <a:ahLst/>
            <a:cxnLst/>
            <a:rect l="l" t="t" r="r" b="b"/>
            <a:pathLst>
              <a:path w="1031748" h="567055">
                <a:moveTo>
                  <a:pt x="57150" y="475107"/>
                </a:moveTo>
                <a:lnTo>
                  <a:pt x="53213" y="476123"/>
                </a:lnTo>
                <a:lnTo>
                  <a:pt x="0" y="563880"/>
                </a:lnTo>
                <a:lnTo>
                  <a:pt x="102489" y="567055"/>
                </a:lnTo>
                <a:lnTo>
                  <a:pt x="105409" y="564261"/>
                </a:lnTo>
                <a:lnTo>
                  <a:pt x="105442" y="563372"/>
                </a:lnTo>
                <a:lnTo>
                  <a:pt x="14097" y="563372"/>
                </a:lnTo>
                <a:lnTo>
                  <a:pt x="8000" y="552196"/>
                </a:lnTo>
                <a:lnTo>
                  <a:pt x="28707" y="540960"/>
                </a:lnTo>
                <a:lnTo>
                  <a:pt x="62229" y="485648"/>
                </a:lnTo>
                <a:lnTo>
                  <a:pt x="64134" y="482726"/>
                </a:lnTo>
                <a:lnTo>
                  <a:pt x="63119" y="478789"/>
                </a:lnTo>
                <a:lnTo>
                  <a:pt x="60071" y="477012"/>
                </a:lnTo>
                <a:lnTo>
                  <a:pt x="57150" y="475107"/>
                </a:lnTo>
                <a:close/>
              </a:path>
              <a:path w="1031748" h="567055">
                <a:moveTo>
                  <a:pt x="28707" y="540960"/>
                </a:moveTo>
                <a:lnTo>
                  <a:pt x="8000" y="552196"/>
                </a:lnTo>
                <a:lnTo>
                  <a:pt x="14097" y="563372"/>
                </a:lnTo>
                <a:lnTo>
                  <a:pt x="18309" y="561086"/>
                </a:lnTo>
                <a:lnTo>
                  <a:pt x="16509" y="561086"/>
                </a:lnTo>
                <a:lnTo>
                  <a:pt x="11302" y="551434"/>
                </a:lnTo>
                <a:lnTo>
                  <a:pt x="22359" y="551434"/>
                </a:lnTo>
                <a:lnTo>
                  <a:pt x="28707" y="540960"/>
                </a:lnTo>
                <a:close/>
              </a:path>
              <a:path w="1031748" h="567055">
                <a:moveTo>
                  <a:pt x="34729" y="552176"/>
                </a:moveTo>
                <a:lnTo>
                  <a:pt x="14097" y="563372"/>
                </a:lnTo>
                <a:lnTo>
                  <a:pt x="105442" y="563372"/>
                </a:lnTo>
                <a:lnTo>
                  <a:pt x="105664" y="557276"/>
                </a:lnTo>
                <a:lnTo>
                  <a:pt x="102870" y="554355"/>
                </a:lnTo>
                <a:lnTo>
                  <a:pt x="34729" y="552176"/>
                </a:lnTo>
                <a:close/>
              </a:path>
              <a:path w="1031748" h="567055">
                <a:moveTo>
                  <a:pt x="11302" y="551434"/>
                </a:moveTo>
                <a:lnTo>
                  <a:pt x="16509" y="561086"/>
                </a:lnTo>
                <a:lnTo>
                  <a:pt x="22151" y="551777"/>
                </a:lnTo>
                <a:lnTo>
                  <a:pt x="11302" y="551434"/>
                </a:lnTo>
                <a:close/>
              </a:path>
              <a:path w="1031748" h="567055">
                <a:moveTo>
                  <a:pt x="22151" y="551777"/>
                </a:moveTo>
                <a:lnTo>
                  <a:pt x="16509" y="561086"/>
                </a:lnTo>
                <a:lnTo>
                  <a:pt x="18309" y="561086"/>
                </a:lnTo>
                <a:lnTo>
                  <a:pt x="34729" y="552176"/>
                </a:lnTo>
                <a:lnTo>
                  <a:pt x="22151" y="551777"/>
                </a:lnTo>
                <a:close/>
              </a:path>
              <a:path w="1031748" h="567055">
                <a:moveTo>
                  <a:pt x="1025651" y="0"/>
                </a:moveTo>
                <a:lnTo>
                  <a:pt x="28707" y="540960"/>
                </a:lnTo>
                <a:lnTo>
                  <a:pt x="22151" y="551777"/>
                </a:lnTo>
                <a:lnTo>
                  <a:pt x="34729" y="552176"/>
                </a:lnTo>
                <a:lnTo>
                  <a:pt x="1031748" y="11175"/>
                </a:lnTo>
                <a:lnTo>
                  <a:pt x="1025651" y="0"/>
                </a:lnTo>
                <a:close/>
              </a:path>
              <a:path w="1031748" h="567055">
                <a:moveTo>
                  <a:pt x="22359" y="551434"/>
                </a:moveTo>
                <a:lnTo>
                  <a:pt x="11302" y="551434"/>
                </a:lnTo>
                <a:lnTo>
                  <a:pt x="22151" y="551777"/>
                </a:lnTo>
                <a:lnTo>
                  <a:pt x="22359" y="55143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77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5800" y="2133600"/>
            <a:ext cx="4876800" cy="1752600"/>
          </a:xfrm>
          <a:custGeom>
            <a:avLst/>
            <a:gdLst/>
            <a:ahLst/>
            <a:cxnLst/>
            <a:rect l="l" t="t" r="r" b="b"/>
            <a:pathLst>
              <a:path w="4876800" h="1752600">
                <a:moveTo>
                  <a:pt x="0" y="1752600"/>
                </a:moveTo>
                <a:lnTo>
                  <a:pt x="4876800" y="1752600"/>
                </a:lnTo>
                <a:lnTo>
                  <a:pt x="4876800" y="0"/>
                </a:lnTo>
                <a:lnTo>
                  <a:pt x="0" y="0"/>
                </a:lnTo>
                <a:lnTo>
                  <a:pt x="0" y="17526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685800" y="2133600"/>
            <a:ext cx="4876800" cy="1752600"/>
          </a:xfrm>
          <a:custGeom>
            <a:avLst/>
            <a:gdLst/>
            <a:ahLst/>
            <a:cxnLst/>
            <a:rect l="l" t="t" r="r" b="b"/>
            <a:pathLst>
              <a:path w="4876800" h="1752600">
                <a:moveTo>
                  <a:pt x="0" y="1752600"/>
                </a:moveTo>
                <a:lnTo>
                  <a:pt x="4876800" y="1752600"/>
                </a:lnTo>
                <a:lnTo>
                  <a:pt x="4876800" y="0"/>
                </a:lnTo>
                <a:lnTo>
                  <a:pt x="0" y="0"/>
                </a:lnTo>
                <a:lnTo>
                  <a:pt x="0" y="17526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5454" y="551941"/>
            <a:ext cx="6452870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3289300" algn="l"/>
                <a:tab pos="4025900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Def</a:t>
            </a:r>
            <a:r>
              <a:rPr sz="3600" b="1" spc="5" dirty="0" smtClean="0">
                <a:solidFill>
                  <a:srgbClr val="000066"/>
                </a:solidFill>
                <a:latin typeface="Arial"/>
                <a:cs typeface="Arial"/>
              </a:rPr>
              <a:t>a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ult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Values	for	Arguments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78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5454" y="1297559"/>
            <a:ext cx="7539990" cy="307213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You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can pro</a:t>
            </a:r>
            <a:r>
              <a:rPr sz="2000" b="1" spc="-25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ide</a:t>
            </a:r>
            <a:r>
              <a:rPr sz="2000" b="1" spc="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default</a:t>
            </a:r>
            <a:r>
              <a:rPr sz="2400" b="1" spc="-175" dirty="0" smtClean="0">
                <a:latin typeface="Arial"/>
                <a:cs typeface="Arial"/>
              </a:rPr>
              <a:t> </a:t>
            </a:r>
            <a:r>
              <a:rPr sz="2000" b="1" spc="-25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alues for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func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ion</a:t>
            </a:r>
            <a:r>
              <a:rPr sz="2000" b="1" spc="-15" dirty="0" smtClean="0">
                <a:latin typeface="Arial"/>
                <a:cs typeface="Arial"/>
              </a:rPr>
              <a:t>’</a:t>
            </a:r>
            <a:r>
              <a:rPr sz="2000" b="1" spc="0" dirty="0" smtClean="0">
                <a:latin typeface="Arial"/>
                <a:cs typeface="Arial"/>
              </a:rPr>
              <a:t>s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arguments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These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argu</a:t>
            </a:r>
            <a:r>
              <a:rPr sz="2000" b="1" spc="-15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ents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are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opti</a:t>
            </a:r>
            <a:r>
              <a:rPr sz="2000" b="1" spc="-10" dirty="0" smtClean="0">
                <a:latin typeface="Arial"/>
                <a:cs typeface="Arial"/>
              </a:rPr>
              <a:t>o</a:t>
            </a:r>
            <a:r>
              <a:rPr sz="2000" b="1" spc="0" dirty="0" smtClean="0">
                <a:latin typeface="Arial"/>
                <a:cs typeface="Arial"/>
              </a:rPr>
              <a:t>nal</a:t>
            </a:r>
            <a:r>
              <a:rPr sz="2000" b="1" spc="-40" dirty="0" smtClean="0">
                <a:latin typeface="Arial"/>
                <a:cs typeface="Arial"/>
              </a:rPr>
              <a:t> </a:t>
            </a:r>
            <a:r>
              <a:rPr sz="2000" b="1" spc="3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hen</a:t>
            </a:r>
            <a:r>
              <a:rPr sz="2000" b="1" spc="-4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function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cal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ed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100"/>
              </a:lnSpc>
              <a:spcBef>
                <a:spcPts val="89"/>
              </a:spcBef>
            </a:pPr>
            <a:endParaRPr sz="1100"/>
          </a:p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d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ef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6FC0"/>
                </a:solidFill>
                <a:latin typeface="Courier New"/>
                <a:cs typeface="Courier New"/>
              </a:rPr>
              <a:t>m</a:t>
            </a:r>
            <a:r>
              <a:rPr sz="1800" b="1" spc="-15" dirty="0" smtClean="0">
                <a:solidFill>
                  <a:srgbClr val="006FC0"/>
                </a:solidFill>
                <a:latin typeface="Courier New"/>
                <a:cs typeface="Courier New"/>
              </a:rPr>
              <a:t>yf</a:t>
            </a:r>
            <a:r>
              <a:rPr sz="1800" b="1" spc="0" dirty="0" smtClean="0">
                <a:solidFill>
                  <a:srgbClr val="006FC0"/>
                </a:solidFill>
                <a:latin typeface="Courier New"/>
                <a:cs typeface="Courier New"/>
              </a:rPr>
              <a:t>un</a:t>
            </a:r>
            <a:r>
              <a:rPr sz="1800" b="1" spc="-10" dirty="0" smtClean="0">
                <a:latin typeface="Courier New"/>
                <a:cs typeface="Courier New"/>
              </a:rPr>
              <a:t>(</a:t>
            </a:r>
            <a:r>
              <a:rPr sz="1800" b="1" spc="0" dirty="0" smtClean="0">
                <a:latin typeface="Courier New"/>
                <a:cs typeface="Courier New"/>
              </a:rPr>
              <a:t>b,</a:t>
            </a:r>
            <a:r>
              <a:rPr sz="1800" b="1" spc="-1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c=3,</a:t>
            </a:r>
            <a:r>
              <a:rPr sz="1800" b="1" spc="-2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d</a:t>
            </a:r>
            <a:r>
              <a:rPr sz="1800" b="1" spc="-20" dirty="0" smtClean="0">
                <a:latin typeface="Courier New"/>
                <a:cs typeface="Courier New"/>
              </a:rPr>
              <a:t>=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“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h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e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ll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o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”</a:t>
            </a:r>
            <a:r>
              <a:rPr sz="1800" b="1" spc="-15" dirty="0" smtClean="0">
                <a:latin typeface="Courier New"/>
                <a:cs typeface="Courier New"/>
              </a:rPr>
              <a:t>):</a:t>
            </a:r>
            <a:endParaRPr sz="1800">
              <a:latin typeface="Courier New"/>
              <a:cs typeface="Courier New"/>
            </a:endParaRPr>
          </a:p>
          <a:p>
            <a:pPr marR="2729865" algn="ctr">
              <a:lnSpc>
                <a:spcPts val="1945"/>
              </a:lnSpc>
            </a:pP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re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tu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r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n</a:t>
            </a:r>
            <a:r>
              <a:rPr sz="1800" b="1" spc="-10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b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+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c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m</a:t>
            </a:r>
            <a:r>
              <a:rPr sz="1800" b="1" spc="0" dirty="0" smtClean="0">
                <a:latin typeface="Courier New"/>
                <a:cs typeface="Courier New"/>
              </a:rPr>
              <a:t>yf</a:t>
            </a:r>
            <a:r>
              <a:rPr sz="1800" b="1" spc="-15" dirty="0" smtClean="0">
                <a:latin typeface="Courier New"/>
                <a:cs typeface="Courier New"/>
              </a:rPr>
              <a:t>u</a:t>
            </a:r>
            <a:r>
              <a:rPr sz="1800" b="1" spc="0" dirty="0" smtClean="0">
                <a:latin typeface="Courier New"/>
                <a:cs typeface="Courier New"/>
              </a:rPr>
              <a:t>n</a:t>
            </a:r>
            <a:r>
              <a:rPr sz="1800" b="1" spc="-15" dirty="0" smtClean="0">
                <a:latin typeface="Courier New"/>
                <a:cs typeface="Courier New"/>
              </a:rPr>
              <a:t>(5</a:t>
            </a:r>
            <a:r>
              <a:rPr sz="1800" b="1" spc="0" dirty="0" smtClean="0">
                <a:latin typeface="Courier New"/>
                <a:cs typeface="Courier New"/>
              </a:rPr>
              <a:t>,3</a:t>
            </a:r>
            <a:r>
              <a:rPr sz="1800" b="1" spc="-10" dirty="0" smtClean="0">
                <a:latin typeface="Courier New"/>
                <a:cs typeface="Courier New"/>
              </a:rPr>
              <a:t>,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”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h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el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l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o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”</a:t>
            </a:r>
            <a:r>
              <a:rPr sz="1800" b="1" spc="0" dirty="0" smtClean="0"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9"/>
              </a:spcBef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m</a:t>
            </a:r>
            <a:r>
              <a:rPr sz="1800" b="1" spc="0" dirty="0" smtClean="0">
                <a:latin typeface="Courier New"/>
                <a:cs typeface="Courier New"/>
              </a:rPr>
              <a:t>yf</a:t>
            </a:r>
            <a:r>
              <a:rPr sz="1800" b="1" spc="-15" dirty="0" smtClean="0">
                <a:latin typeface="Courier New"/>
                <a:cs typeface="Courier New"/>
              </a:rPr>
              <a:t>u</a:t>
            </a:r>
            <a:r>
              <a:rPr sz="1800" b="1" spc="0" dirty="0" smtClean="0">
                <a:latin typeface="Courier New"/>
                <a:cs typeface="Courier New"/>
              </a:rPr>
              <a:t>n</a:t>
            </a:r>
            <a:r>
              <a:rPr sz="1800" b="1" spc="-15" dirty="0" smtClean="0">
                <a:latin typeface="Courier New"/>
                <a:cs typeface="Courier New"/>
              </a:rPr>
              <a:t>(5</a:t>
            </a:r>
            <a:r>
              <a:rPr sz="1800" b="1" spc="0" dirty="0" smtClean="0">
                <a:latin typeface="Courier New"/>
                <a:cs typeface="Courier New"/>
              </a:rPr>
              <a:t>,3)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m</a:t>
            </a:r>
            <a:r>
              <a:rPr sz="1800" b="1" spc="0" dirty="0" smtClean="0">
                <a:latin typeface="Courier New"/>
                <a:cs typeface="Courier New"/>
              </a:rPr>
              <a:t>yf</a:t>
            </a:r>
            <a:r>
              <a:rPr sz="1800" b="1" spc="-15" dirty="0" smtClean="0">
                <a:latin typeface="Courier New"/>
                <a:cs typeface="Courier New"/>
              </a:rPr>
              <a:t>u</a:t>
            </a:r>
            <a:r>
              <a:rPr sz="1800" b="1" spc="0" dirty="0" smtClean="0">
                <a:latin typeface="Courier New"/>
                <a:cs typeface="Courier New"/>
              </a:rPr>
              <a:t>n</a:t>
            </a:r>
            <a:r>
              <a:rPr sz="1800" b="1" spc="-15" dirty="0" smtClean="0">
                <a:latin typeface="Courier New"/>
                <a:cs typeface="Courier New"/>
              </a:rPr>
              <a:t>(5)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700"/>
              </a:lnSpc>
              <a:spcBef>
                <a:spcPts val="15"/>
              </a:spcBef>
            </a:pPr>
            <a:endParaRPr sz="7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12700">
              <a:lnSpc>
                <a:spcPct val="100000"/>
              </a:lnSpc>
            </a:pPr>
            <a:r>
              <a:rPr sz="2000" b="1" dirty="0" smtClean="0">
                <a:latin typeface="Arial"/>
                <a:cs typeface="Arial"/>
              </a:rPr>
              <a:t>All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abo</a:t>
            </a:r>
            <a:r>
              <a:rPr sz="2000" b="1" spc="-25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e</a:t>
            </a:r>
            <a:r>
              <a:rPr sz="2000" b="1" spc="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func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ion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cal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s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return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8.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3535">
              <a:lnSpc>
                <a:spcPct val="1000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5600" algn="l"/>
              </a:tabLst>
            </a:pPr>
            <a:r>
              <a:rPr sz="2400" b="1" dirty="0" smtClean="0">
                <a:latin typeface="Arial"/>
                <a:cs typeface="Arial"/>
              </a:rPr>
              <a:t>Fun</a:t>
            </a:r>
            <a:r>
              <a:rPr sz="2400" b="1" spc="-10" dirty="0" smtClean="0">
                <a:latin typeface="Arial"/>
                <a:cs typeface="Arial"/>
              </a:rPr>
              <a:t>c</a:t>
            </a:r>
            <a:r>
              <a:rPr sz="2400" b="1" spc="0" dirty="0" smtClean="0">
                <a:latin typeface="Arial"/>
                <a:cs typeface="Arial"/>
              </a:rPr>
              <a:t>t</a:t>
            </a:r>
            <a:r>
              <a:rPr sz="2400" b="1" spc="5" dirty="0" smtClean="0">
                <a:latin typeface="Arial"/>
                <a:cs typeface="Arial"/>
              </a:rPr>
              <a:t>i</a:t>
            </a:r>
            <a:r>
              <a:rPr sz="2400" b="1" spc="0" dirty="0" smtClean="0">
                <a:latin typeface="Arial"/>
                <a:cs typeface="Arial"/>
              </a:rPr>
              <a:t>ons</a:t>
            </a:r>
            <a:r>
              <a:rPr sz="2400" b="1" spc="-3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can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be cal</a:t>
            </a:r>
            <a:r>
              <a:rPr sz="2400" b="1" spc="5" dirty="0" smtClean="0">
                <a:latin typeface="Arial"/>
                <a:cs typeface="Arial"/>
              </a:rPr>
              <a:t>l</a:t>
            </a:r>
            <a:r>
              <a:rPr sz="2400" b="1" spc="0" dirty="0" smtClean="0">
                <a:latin typeface="Arial"/>
                <a:cs typeface="Arial"/>
              </a:rPr>
              <a:t>ed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25" dirty="0" smtClean="0">
                <a:latin typeface="Arial"/>
                <a:cs typeface="Arial"/>
              </a:rPr>
              <a:t>w</a:t>
            </a:r>
            <a:r>
              <a:rPr sz="2400" b="1" spc="0" dirty="0" smtClean="0">
                <a:latin typeface="Arial"/>
                <a:cs typeface="Arial"/>
              </a:rPr>
              <a:t>ith</a:t>
            </a:r>
            <a:r>
              <a:rPr sz="2400" b="1" spc="-5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argume</a:t>
            </a:r>
            <a:r>
              <a:rPr sz="2400" b="1" spc="-10" dirty="0" smtClean="0">
                <a:latin typeface="Arial"/>
                <a:cs typeface="Arial"/>
              </a:rPr>
              <a:t>n</a:t>
            </a:r>
            <a:r>
              <a:rPr sz="2400" b="1" spc="0" dirty="0" smtClean="0">
                <a:latin typeface="Arial"/>
                <a:cs typeface="Arial"/>
              </a:rPr>
              <a:t>ts out of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order</a:t>
            </a:r>
            <a:endParaRPr sz="2400">
              <a:latin typeface="Arial"/>
              <a:cs typeface="Arial"/>
            </a:endParaRPr>
          </a:p>
          <a:p>
            <a:pPr marL="355600" indent="-343535">
              <a:lnSpc>
                <a:spcPct val="100000"/>
              </a:lnSpc>
              <a:spcBef>
                <a:spcPts val="40"/>
              </a:spcBef>
              <a:buClr>
                <a:srgbClr val="FF0000"/>
              </a:buClr>
              <a:buSzPct val="110416"/>
              <a:buFont typeface="Wingdings"/>
              <a:buChar char=""/>
              <a:tabLst>
                <a:tab pos="355600" algn="l"/>
              </a:tabLst>
            </a:pPr>
            <a:r>
              <a:rPr sz="2400" b="1" dirty="0" smtClean="0">
                <a:latin typeface="Arial"/>
                <a:cs typeface="Arial"/>
              </a:rPr>
              <a:t>The</a:t>
            </a:r>
            <a:r>
              <a:rPr sz="2400" b="1" spc="-10" dirty="0" smtClean="0">
                <a:latin typeface="Arial"/>
                <a:cs typeface="Arial"/>
              </a:rPr>
              <a:t>s</a:t>
            </a:r>
            <a:r>
              <a:rPr sz="2400" b="1" spc="0" dirty="0" smtClean="0">
                <a:latin typeface="Arial"/>
                <a:cs typeface="Arial"/>
              </a:rPr>
              <a:t>e arguments are</a:t>
            </a:r>
            <a:r>
              <a:rPr sz="2400" b="1" spc="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sp</a:t>
            </a:r>
            <a:r>
              <a:rPr sz="2400" b="1" spc="-10" dirty="0" smtClean="0">
                <a:latin typeface="Arial"/>
                <a:cs typeface="Arial"/>
              </a:rPr>
              <a:t>e</a:t>
            </a:r>
            <a:r>
              <a:rPr sz="2400" b="1" spc="0" dirty="0" smtClean="0">
                <a:latin typeface="Arial"/>
                <a:cs typeface="Arial"/>
              </a:rPr>
              <a:t>cified in</a:t>
            </a:r>
            <a:r>
              <a:rPr sz="2400" b="1" spc="-2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the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call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550"/>
              </a:lnSpc>
              <a:spcBef>
                <a:spcPts val="25"/>
              </a:spcBef>
              <a:buClr>
                <a:srgbClr val="FF0000"/>
              </a:buClr>
              <a:buFont typeface="Wingdings"/>
              <a:buChar char=""/>
            </a:pPr>
            <a:endParaRPr sz="550"/>
          </a:p>
          <a:p>
            <a:pPr marL="355600" marR="12700" indent="-343535">
              <a:lnSpc>
                <a:spcPts val="259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5600" algn="l"/>
              </a:tabLst>
            </a:pPr>
            <a:r>
              <a:rPr sz="2400" b="1" dirty="0" smtClean="0">
                <a:latin typeface="Arial"/>
                <a:cs typeface="Arial"/>
              </a:rPr>
              <a:t>K</a:t>
            </a:r>
            <a:r>
              <a:rPr sz="2400" b="1" spc="-10" dirty="0" smtClean="0">
                <a:latin typeface="Arial"/>
                <a:cs typeface="Arial"/>
              </a:rPr>
              <a:t>e</a:t>
            </a:r>
            <a:r>
              <a:rPr sz="2400" b="1" spc="-30" dirty="0" smtClean="0">
                <a:latin typeface="Arial"/>
                <a:cs typeface="Arial"/>
              </a:rPr>
              <a:t>y</a:t>
            </a:r>
            <a:r>
              <a:rPr sz="2400" b="1" spc="25" dirty="0" smtClean="0">
                <a:latin typeface="Arial"/>
                <a:cs typeface="Arial"/>
              </a:rPr>
              <a:t>w</a:t>
            </a:r>
            <a:r>
              <a:rPr sz="2400" b="1" spc="0" dirty="0" smtClean="0">
                <a:latin typeface="Arial"/>
                <a:cs typeface="Arial"/>
              </a:rPr>
              <a:t>ord arguments can be used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5" dirty="0" smtClean="0">
                <a:latin typeface="Arial"/>
                <a:cs typeface="Arial"/>
              </a:rPr>
              <a:t>f</a:t>
            </a:r>
            <a:r>
              <a:rPr sz="2400" b="1" spc="0" dirty="0" smtClean="0">
                <a:latin typeface="Arial"/>
                <a:cs typeface="Arial"/>
              </a:rPr>
              <a:t>or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 final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su</a:t>
            </a:r>
            <a:r>
              <a:rPr sz="2400" b="1" spc="-10" dirty="0" smtClean="0">
                <a:latin typeface="Arial"/>
                <a:cs typeface="Arial"/>
              </a:rPr>
              <a:t>b</a:t>
            </a:r>
            <a:r>
              <a:rPr sz="2400" b="1" spc="0" dirty="0" smtClean="0">
                <a:latin typeface="Arial"/>
                <a:cs typeface="Arial"/>
              </a:rPr>
              <a:t>set of the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argume</a:t>
            </a:r>
            <a:r>
              <a:rPr sz="2400" b="1" spc="-10" dirty="0" smtClean="0">
                <a:latin typeface="Arial"/>
                <a:cs typeface="Arial"/>
              </a:rPr>
              <a:t>n</a:t>
            </a:r>
            <a:r>
              <a:rPr sz="2400" b="1" spc="0" dirty="0" smtClean="0">
                <a:latin typeface="Arial"/>
                <a:cs typeface="Arial"/>
              </a:rPr>
              <a:t>ts.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200" y="3484117"/>
            <a:ext cx="4876800" cy="276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1440">
              <a:lnSpc>
                <a:spcPct val="100000"/>
              </a:lnSpc>
            </a:pPr>
            <a:r>
              <a:rPr sz="2000" b="1" spc="-5" dirty="0" smtClean="0">
                <a:solidFill>
                  <a:srgbClr val="660033"/>
                </a:solidFill>
                <a:latin typeface="Courier New"/>
                <a:cs typeface="Courier New"/>
              </a:rPr>
              <a:t>&gt;&gt;</a:t>
            </a:r>
            <a:r>
              <a:rPr sz="2000" b="1" spc="0" dirty="0" smtClean="0">
                <a:solidFill>
                  <a:srgbClr val="660033"/>
                </a:solidFill>
                <a:latin typeface="Courier New"/>
                <a:cs typeface="Courier New"/>
              </a:rPr>
              <a:t>&gt;</a:t>
            </a:r>
            <a:r>
              <a:rPr sz="2000" b="1" spc="-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de</a:t>
            </a:r>
            <a:r>
              <a:rPr sz="20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f</a:t>
            </a:r>
            <a:r>
              <a:rPr sz="20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006FC0"/>
                </a:solidFill>
                <a:latin typeface="Courier New"/>
                <a:cs typeface="Courier New"/>
              </a:rPr>
              <a:t>myfu</a:t>
            </a:r>
            <a:r>
              <a:rPr sz="2000" b="1" spc="0" dirty="0" smtClean="0">
                <a:solidFill>
                  <a:srgbClr val="006FC0"/>
                </a:solidFill>
                <a:latin typeface="Courier New"/>
                <a:cs typeface="Courier New"/>
              </a:rPr>
              <a:t>n</a:t>
            </a:r>
            <a:r>
              <a:rPr sz="2000" b="1" spc="-5" dirty="0" smtClean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latin typeface="Courier New"/>
                <a:cs typeface="Courier New"/>
              </a:rPr>
              <a:t>(a</a:t>
            </a:r>
            <a:r>
              <a:rPr sz="2000" b="1" spc="0" dirty="0" smtClean="0">
                <a:latin typeface="Courier New"/>
                <a:cs typeface="Courier New"/>
              </a:rPr>
              <a:t>,</a:t>
            </a:r>
            <a:r>
              <a:rPr sz="2000" b="1" spc="-5" dirty="0" smtClean="0">
                <a:latin typeface="Courier New"/>
                <a:cs typeface="Courier New"/>
              </a:rPr>
              <a:t> b</a:t>
            </a:r>
            <a:r>
              <a:rPr sz="2000" b="1" spc="0" dirty="0" smtClean="0">
                <a:latin typeface="Courier New"/>
                <a:cs typeface="Courier New"/>
              </a:rPr>
              <a:t>,</a:t>
            </a:r>
            <a:r>
              <a:rPr sz="2000" b="1" spc="-5" dirty="0" smtClean="0">
                <a:latin typeface="Courier New"/>
                <a:cs typeface="Courier New"/>
              </a:rPr>
              <a:t> c):</a:t>
            </a:r>
            <a:endParaRPr sz="2000">
              <a:latin typeface="Courier New"/>
              <a:cs typeface="Courier New"/>
            </a:endParaRPr>
          </a:p>
          <a:p>
            <a:pPr marL="1349375">
              <a:lnSpc>
                <a:spcPts val="2160"/>
              </a:lnSpc>
            </a:pPr>
            <a:r>
              <a:rPr sz="20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retur</a:t>
            </a:r>
            <a:r>
              <a:rPr sz="20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n</a:t>
            </a:r>
            <a:r>
              <a:rPr sz="20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latin typeface="Courier New"/>
                <a:cs typeface="Courier New"/>
              </a:rPr>
              <a:t>a-</a:t>
            </a:r>
            <a:r>
              <a:rPr sz="2000" b="1" spc="0" dirty="0" smtClean="0">
                <a:latin typeface="Courier New"/>
                <a:cs typeface="Courier New"/>
              </a:rPr>
              <a:t>b</a:t>
            </a:r>
            <a:endParaRPr sz="20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240"/>
              </a:spcBef>
            </a:pPr>
            <a:r>
              <a:rPr sz="2000" b="1" spc="-5" dirty="0" smtClean="0">
                <a:solidFill>
                  <a:srgbClr val="660033"/>
                </a:solidFill>
                <a:latin typeface="Courier New"/>
                <a:cs typeface="Courier New"/>
              </a:rPr>
              <a:t>&gt;&gt;</a:t>
            </a:r>
            <a:r>
              <a:rPr sz="2000" b="1" spc="0" dirty="0" smtClean="0">
                <a:solidFill>
                  <a:srgbClr val="660033"/>
                </a:solidFill>
                <a:latin typeface="Courier New"/>
                <a:cs typeface="Courier New"/>
              </a:rPr>
              <a:t>&gt;</a:t>
            </a:r>
            <a:r>
              <a:rPr sz="2000" b="1" spc="-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latin typeface="Courier New"/>
                <a:cs typeface="Courier New"/>
              </a:rPr>
              <a:t>myfun(2</a:t>
            </a:r>
            <a:r>
              <a:rPr sz="2000" b="1" spc="0" dirty="0" smtClean="0">
                <a:latin typeface="Courier New"/>
                <a:cs typeface="Courier New"/>
              </a:rPr>
              <a:t>,</a:t>
            </a:r>
            <a:r>
              <a:rPr sz="2000" b="1" spc="-5" dirty="0" smtClean="0">
                <a:latin typeface="Courier New"/>
                <a:cs typeface="Courier New"/>
              </a:rPr>
              <a:t> 1</a:t>
            </a:r>
            <a:r>
              <a:rPr sz="2000" b="1" spc="0" dirty="0" smtClean="0">
                <a:latin typeface="Courier New"/>
                <a:cs typeface="Courier New"/>
              </a:rPr>
              <a:t>,</a:t>
            </a:r>
            <a:r>
              <a:rPr sz="2000" b="1" spc="-5" dirty="0" smtClean="0">
                <a:latin typeface="Courier New"/>
                <a:cs typeface="Courier New"/>
              </a:rPr>
              <a:t> 43)</a:t>
            </a:r>
            <a:endParaRPr sz="2000">
              <a:latin typeface="Courier New"/>
              <a:cs typeface="Courier New"/>
            </a:endParaRPr>
          </a:p>
          <a:p>
            <a:pPr marL="396875">
              <a:lnSpc>
                <a:spcPct val="100000"/>
              </a:lnSpc>
              <a:spcBef>
                <a:spcPts val="240"/>
              </a:spcBef>
            </a:pPr>
            <a:r>
              <a:rPr sz="2000" b="1" dirty="0" smtClean="0">
                <a:solidFill>
                  <a:srgbClr val="0000FF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240"/>
              </a:spcBef>
            </a:pPr>
            <a:r>
              <a:rPr sz="2000" b="1" spc="-5" dirty="0" smtClean="0">
                <a:solidFill>
                  <a:srgbClr val="660033"/>
                </a:solidFill>
                <a:latin typeface="Courier New"/>
                <a:cs typeface="Courier New"/>
              </a:rPr>
              <a:t>&gt;&gt;</a:t>
            </a:r>
            <a:r>
              <a:rPr sz="2000" b="1" spc="0" dirty="0" smtClean="0">
                <a:solidFill>
                  <a:srgbClr val="660033"/>
                </a:solidFill>
                <a:latin typeface="Courier New"/>
                <a:cs typeface="Courier New"/>
              </a:rPr>
              <a:t>&gt;</a:t>
            </a:r>
            <a:r>
              <a:rPr sz="2000" b="1" spc="-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latin typeface="Courier New"/>
                <a:cs typeface="Courier New"/>
              </a:rPr>
              <a:t>myfun(c=43</a:t>
            </a:r>
            <a:r>
              <a:rPr sz="2000" b="1" spc="0" dirty="0" smtClean="0">
                <a:latin typeface="Courier New"/>
                <a:cs typeface="Courier New"/>
              </a:rPr>
              <a:t>,</a:t>
            </a:r>
            <a:r>
              <a:rPr sz="2000" b="1" spc="-5" dirty="0" smtClean="0">
                <a:latin typeface="Courier New"/>
                <a:cs typeface="Courier New"/>
              </a:rPr>
              <a:t> b=1</a:t>
            </a:r>
            <a:r>
              <a:rPr sz="2000" b="1" spc="0" dirty="0" smtClean="0">
                <a:latin typeface="Courier New"/>
                <a:cs typeface="Courier New"/>
              </a:rPr>
              <a:t>,</a:t>
            </a:r>
            <a:r>
              <a:rPr sz="2000" b="1" spc="-5" dirty="0" smtClean="0">
                <a:latin typeface="Courier New"/>
                <a:cs typeface="Courier New"/>
              </a:rPr>
              <a:t> a=2)</a:t>
            </a:r>
            <a:endParaRPr sz="2000">
              <a:latin typeface="Courier New"/>
              <a:cs typeface="Courier New"/>
            </a:endParaRPr>
          </a:p>
          <a:p>
            <a:pPr marL="396875">
              <a:lnSpc>
                <a:spcPct val="100000"/>
              </a:lnSpc>
              <a:spcBef>
                <a:spcPts val="240"/>
              </a:spcBef>
            </a:pPr>
            <a:r>
              <a:rPr sz="2000" b="1" dirty="0" smtClean="0">
                <a:solidFill>
                  <a:srgbClr val="0000FF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91440">
              <a:lnSpc>
                <a:spcPct val="100000"/>
              </a:lnSpc>
              <a:spcBef>
                <a:spcPts val="240"/>
              </a:spcBef>
            </a:pPr>
            <a:r>
              <a:rPr sz="2000" b="1" spc="-5" dirty="0" smtClean="0">
                <a:solidFill>
                  <a:srgbClr val="660033"/>
                </a:solidFill>
                <a:latin typeface="Courier New"/>
                <a:cs typeface="Courier New"/>
              </a:rPr>
              <a:t>&gt;&gt;</a:t>
            </a:r>
            <a:r>
              <a:rPr sz="2000" b="1" spc="0" dirty="0" smtClean="0">
                <a:solidFill>
                  <a:srgbClr val="660033"/>
                </a:solidFill>
                <a:latin typeface="Courier New"/>
                <a:cs typeface="Courier New"/>
              </a:rPr>
              <a:t>&gt;</a:t>
            </a:r>
            <a:r>
              <a:rPr sz="2000" b="1" spc="-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latin typeface="Courier New"/>
                <a:cs typeface="Courier New"/>
              </a:rPr>
              <a:t>myfun(2</a:t>
            </a:r>
            <a:r>
              <a:rPr sz="2000" b="1" spc="0" dirty="0" smtClean="0">
                <a:latin typeface="Courier New"/>
                <a:cs typeface="Courier New"/>
              </a:rPr>
              <a:t>,</a:t>
            </a:r>
            <a:r>
              <a:rPr sz="2000" b="1" spc="-5" dirty="0" smtClean="0">
                <a:latin typeface="Courier New"/>
                <a:cs typeface="Courier New"/>
              </a:rPr>
              <a:t> c=43</a:t>
            </a:r>
            <a:r>
              <a:rPr sz="2000" b="1" spc="0" dirty="0" smtClean="0">
                <a:latin typeface="Courier New"/>
                <a:cs typeface="Courier New"/>
              </a:rPr>
              <a:t>,</a:t>
            </a:r>
            <a:r>
              <a:rPr sz="2000" b="1" spc="-5" dirty="0" smtClean="0">
                <a:latin typeface="Courier New"/>
                <a:cs typeface="Courier New"/>
              </a:rPr>
              <a:t> b=1)</a:t>
            </a:r>
            <a:endParaRPr sz="2000">
              <a:latin typeface="Courier New"/>
              <a:cs typeface="Courier New"/>
            </a:endParaRPr>
          </a:p>
          <a:p>
            <a:pPr marL="396875">
              <a:lnSpc>
                <a:spcPct val="100000"/>
              </a:lnSpc>
              <a:spcBef>
                <a:spcPts val="240"/>
              </a:spcBef>
            </a:pPr>
            <a:r>
              <a:rPr sz="2000" b="1" dirty="0" smtClean="0">
                <a:solidFill>
                  <a:srgbClr val="0000FF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200" y="3429000"/>
            <a:ext cx="4876800" cy="2819400"/>
          </a:xfrm>
          <a:custGeom>
            <a:avLst/>
            <a:gdLst/>
            <a:ahLst/>
            <a:cxnLst/>
            <a:rect l="l" t="t" r="r" b="b"/>
            <a:pathLst>
              <a:path w="4876800" h="2819400">
                <a:moveTo>
                  <a:pt x="0" y="2819400"/>
                </a:moveTo>
                <a:lnTo>
                  <a:pt x="4876800" y="2819400"/>
                </a:lnTo>
                <a:lnTo>
                  <a:pt x="4876800" y="0"/>
                </a:lnTo>
                <a:lnTo>
                  <a:pt x="0" y="0"/>
                </a:lnTo>
                <a:lnTo>
                  <a:pt x="0" y="28194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57200" y="3429000"/>
            <a:ext cx="4876800" cy="2819400"/>
          </a:xfrm>
          <a:custGeom>
            <a:avLst/>
            <a:gdLst/>
            <a:ahLst/>
            <a:cxnLst/>
            <a:rect l="l" t="t" r="r" b="b"/>
            <a:pathLst>
              <a:path w="4876800" h="2819400">
                <a:moveTo>
                  <a:pt x="0" y="2819400"/>
                </a:moveTo>
                <a:lnTo>
                  <a:pt x="4876800" y="2819400"/>
                </a:lnTo>
                <a:lnTo>
                  <a:pt x="4876800" y="0"/>
                </a:lnTo>
                <a:lnTo>
                  <a:pt x="0" y="0"/>
                </a:lnTo>
                <a:lnTo>
                  <a:pt x="0" y="28194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65454" y="551941"/>
            <a:ext cx="4496435" cy="5441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ts val="4285"/>
              </a:lnSpc>
              <a:tabLst>
                <a:tab pos="2070100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Keyword	Arguments</a:t>
            </a:r>
            <a:endParaRPr sz="36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79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5454" y="2602610"/>
            <a:ext cx="2194560" cy="4965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 smtClean="0">
                <a:solidFill>
                  <a:srgbClr val="000066"/>
                </a:solidFill>
                <a:latin typeface="Arial"/>
                <a:cs typeface="Arial"/>
              </a:rPr>
              <a:t>Inh</a:t>
            </a:r>
            <a:r>
              <a:rPr sz="3200" b="1" spc="-20" dirty="0" smtClean="0">
                <a:solidFill>
                  <a:srgbClr val="000066"/>
                </a:solidFill>
                <a:latin typeface="Arial"/>
                <a:cs typeface="Arial"/>
              </a:rPr>
              <a:t>e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rita</a:t>
            </a:r>
            <a:r>
              <a:rPr sz="3200" b="1" spc="-15" dirty="0" smtClean="0">
                <a:solidFill>
                  <a:srgbClr val="000066"/>
                </a:solidFill>
                <a:latin typeface="Arial"/>
                <a:cs typeface="Arial"/>
              </a:rPr>
              <a:t>n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ce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632689" y="4107255"/>
            <a:ext cx="2108012" cy="2424266"/>
          </a:xfrm>
          <a:custGeom>
            <a:avLst/>
            <a:gdLst/>
            <a:ahLst/>
            <a:cxnLst/>
            <a:rect l="l" t="t" r="r" b="b"/>
            <a:pathLst>
              <a:path w="2108012" h="2424266">
                <a:moveTo>
                  <a:pt x="2106707" y="2412544"/>
                </a:moveTo>
                <a:lnTo>
                  <a:pt x="529777" y="2412544"/>
                </a:lnTo>
                <a:lnTo>
                  <a:pt x="1537879" y="2424266"/>
                </a:lnTo>
                <a:lnTo>
                  <a:pt x="2060558" y="2414888"/>
                </a:lnTo>
                <a:lnTo>
                  <a:pt x="2107204" y="2414888"/>
                </a:lnTo>
                <a:lnTo>
                  <a:pt x="2106707" y="2412544"/>
                </a:lnTo>
                <a:close/>
              </a:path>
              <a:path w="2108012" h="2424266">
                <a:moveTo>
                  <a:pt x="580058" y="0"/>
                </a:moveTo>
                <a:lnTo>
                  <a:pt x="56135" y="0"/>
                </a:lnTo>
                <a:lnTo>
                  <a:pt x="9355" y="3579"/>
                </a:lnTo>
                <a:lnTo>
                  <a:pt x="12863" y="47997"/>
                </a:lnTo>
                <a:lnTo>
                  <a:pt x="19880" y="600206"/>
                </a:lnTo>
                <a:lnTo>
                  <a:pt x="16373" y="1172282"/>
                </a:lnTo>
                <a:lnTo>
                  <a:pt x="0" y="1764272"/>
                </a:lnTo>
                <a:lnTo>
                  <a:pt x="9356" y="2365653"/>
                </a:lnTo>
                <a:lnTo>
                  <a:pt x="10525" y="2413715"/>
                </a:lnTo>
                <a:lnTo>
                  <a:pt x="51458" y="2416060"/>
                </a:lnTo>
                <a:lnTo>
                  <a:pt x="2106707" y="2412544"/>
                </a:lnTo>
                <a:lnTo>
                  <a:pt x="2098009" y="2371514"/>
                </a:lnTo>
                <a:lnTo>
                  <a:pt x="2098009" y="1819379"/>
                </a:lnTo>
                <a:lnTo>
                  <a:pt x="2113314" y="1247303"/>
                </a:lnTo>
                <a:lnTo>
                  <a:pt x="2116733" y="655362"/>
                </a:lnTo>
                <a:lnTo>
                  <a:pt x="2114454" y="52715"/>
                </a:lnTo>
                <a:lnTo>
                  <a:pt x="2108012" y="17571"/>
                </a:lnTo>
                <a:lnTo>
                  <a:pt x="1588160" y="17571"/>
                </a:lnTo>
                <a:lnTo>
                  <a:pt x="580058" y="0"/>
                </a:lnTo>
                <a:close/>
              </a:path>
              <a:path w="2108012" h="2424266">
                <a:moveTo>
                  <a:pt x="2107204" y="2414888"/>
                </a:moveTo>
                <a:lnTo>
                  <a:pt x="2060558" y="2414888"/>
                </a:lnTo>
                <a:lnTo>
                  <a:pt x="2107453" y="2416060"/>
                </a:lnTo>
                <a:lnTo>
                  <a:pt x="2107204" y="2414888"/>
                </a:lnTo>
                <a:close/>
              </a:path>
              <a:path w="2108012" h="2424266">
                <a:moveTo>
                  <a:pt x="2066419" y="0"/>
                </a:moveTo>
                <a:lnTo>
                  <a:pt x="1588160" y="17571"/>
                </a:lnTo>
                <a:lnTo>
                  <a:pt x="2108012" y="17571"/>
                </a:lnTo>
                <a:lnTo>
                  <a:pt x="2106312" y="8297"/>
                </a:lnTo>
                <a:lnTo>
                  <a:pt x="206641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71282" y="4141260"/>
            <a:ext cx="2030367" cy="2342198"/>
          </a:xfrm>
          <a:custGeom>
            <a:avLst/>
            <a:gdLst/>
            <a:ahLst/>
            <a:cxnLst/>
            <a:rect l="l" t="t" r="r" b="b"/>
            <a:pathLst>
              <a:path w="2030367" h="2342198">
                <a:moveTo>
                  <a:pt x="2023859" y="2324615"/>
                </a:moveTo>
                <a:lnTo>
                  <a:pt x="500547" y="2324615"/>
                </a:lnTo>
                <a:lnTo>
                  <a:pt x="2024408" y="2342198"/>
                </a:lnTo>
                <a:lnTo>
                  <a:pt x="2023859" y="2324615"/>
                </a:lnTo>
                <a:close/>
              </a:path>
              <a:path w="2030367" h="2342198">
                <a:moveTo>
                  <a:pt x="532119" y="0"/>
                </a:moveTo>
                <a:lnTo>
                  <a:pt x="19880" y="13992"/>
                </a:lnTo>
                <a:lnTo>
                  <a:pt x="29237" y="573198"/>
                </a:lnTo>
                <a:lnTo>
                  <a:pt x="14034" y="1149992"/>
                </a:lnTo>
                <a:lnTo>
                  <a:pt x="0" y="1738484"/>
                </a:lnTo>
                <a:lnTo>
                  <a:pt x="8187" y="2333993"/>
                </a:lnTo>
                <a:lnTo>
                  <a:pt x="500547" y="2324615"/>
                </a:lnTo>
                <a:lnTo>
                  <a:pt x="2023859" y="2324615"/>
                </a:lnTo>
                <a:lnTo>
                  <a:pt x="2006822" y="1778329"/>
                </a:lnTo>
                <a:lnTo>
                  <a:pt x="2026687" y="1203927"/>
                </a:lnTo>
                <a:lnTo>
                  <a:pt x="2038410" y="613060"/>
                </a:lnTo>
                <a:lnTo>
                  <a:pt x="2030367" y="27008"/>
                </a:lnTo>
                <a:lnTo>
                  <a:pt x="1540205" y="27008"/>
                </a:lnTo>
                <a:lnTo>
                  <a:pt x="532119" y="0"/>
                </a:lnTo>
                <a:close/>
              </a:path>
              <a:path w="2030367" h="2342198">
                <a:moveTo>
                  <a:pt x="2030269" y="19849"/>
                </a:moveTo>
                <a:lnTo>
                  <a:pt x="1540205" y="27008"/>
                </a:lnTo>
                <a:lnTo>
                  <a:pt x="2030367" y="27008"/>
                </a:lnTo>
                <a:lnTo>
                  <a:pt x="2030269" y="19849"/>
                </a:lnTo>
                <a:close/>
              </a:path>
            </a:pathLst>
          </a:custGeom>
          <a:solidFill>
            <a:srgbClr val="7EFF33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766061" y="4310109"/>
            <a:ext cx="1777544" cy="203377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81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32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Subc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l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asses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265809"/>
            <a:ext cx="7628890" cy="135826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latin typeface="Arial"/>
                <a:cs typeface="Arial"/>
              </a:rPr>
              <a:t>A class can </a:t>
            </a:r>
            <a:r>
              <a:rPr sz="2400" b="1" i="1" dirty="0" smtClean="0">
                <a:solidFill>
                  <a:srgbClr val="C00000"/>
                </a:solidFill>
                <a:latin typeface="Arial"/>
                <a:cs typeface="Arial"/>
              </a:rPr>
              <a:t>extend</a:t>
            </a:r>
            <a:r>
              <a:rPr sz="2400" b="1" i="1" spc="-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the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definit</a:t>
            </a:r>
            <a:r>
              <a:rPr sz="2400" b="1" spc="5" dirty="0" smtClean="0">
                <a:latin typeface="Arial"/>
                <a:cs typeface="Arial"/>
              </a:rPr>
              <a:t>i</a:t>
            </a:r>
            <a:r>
              <a:rPr sz="2400" b="1" spc="0" dirty="0" smtClean="0">
                <a:latin typeface="Arial"/>
                <a:cs typeface="Arial"/>
              </a:rPr>
              <a:t>on</a:t>
            </a:r>
            <a:r>
              <a:rPr sz="2400" b="1" spc="-4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of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an</a:t>
            </a:r>
            <a:r>
              <a:rPr sz="2400" b="1" spc="-10" dirty="0" smtClean="0">
                <a:latin typeface="Arial"/>
                <a:cs typeface="Arial"/>
              </a:rPr>
              <a:t>o</a:t>
            </a:r>
            <a:r>
              <a:rPr sz="2400" b="1" spc="0" dirty="0" smtClean="0">
                <a:latin typeface="Arial"/>
                <a:cs typeface="Arial"/>
              </a:rPr>
              <a:t>ther class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ts val="2635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spc="-10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llows use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(or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10" dirty="0" smtClean="0">
                <a:latin typeface="Arial"/>
                <a:cs typeface="Arial"/>
              </a:rPr>
              <a:t>x</a:t>
            </a:r>
            <a:r>
              <a:rPr sz="2000" spc="0" dirty="0" smtClean="0">
                <a:latin typeface="Arial"/>
                <a:cs typeface="Arial"/>
              </a:rPr>
              <a:t>tension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)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of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me</a:t>
            </a:r>
            <a:r>
              <a:rPr sz="2000" spc="-10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hods</a:t>
            </a:r>
            <a:r>
              <a:rPr sz="2000" spc="-4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and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at</a:t>
            </a:r>
            <a:r>
              <a:rPr sz="2000" spc="-15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ributes</a:t>
            </a:r>
            <a:r>
              <a:rPr sz="2000" spc="-4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already</a:t>
            </a:r>
            <a:endParaRPr sz="2000">
              <a:latin typeface="Arial"/>
              <a:cs typeface="Arial"/>
            </a:endParaRPr>
          </a:p>
          <a:p>
            <a:pPr marL="756285">
              <a:lnSpc>
                <a:spcPts val="2120"/>
              </a:lnSpc>
            </a:pPr>
            <a:r>
              <a:rPr sz="2000" dirty="0" smtClean="0">
                <a:latin typeface="Arial"/>
                <a:cs typeface="Arial"/>
              </a:rPr>
              <a:t>defined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in </a:t>
            </a:r>
            <a:r>
              <a:rPr sz="2000" spc="-10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he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previous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one.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dirty="0" smtClean="0">
                <a:latin typeface="Arial"/>
                <a:cs typeface="Arial"/>
              </a:rPr>
              <a:t>New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clas</a:t>
            </a:r>
            <a:r>
              <a:rPr sz="2000" spc="10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: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000" i="1" spc="5" dirty="0" smtClean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b</a:t>
            </a:r>
            <a:r>
              <a:rPr sz="2000" i="1" spc="5" dirty="0" smtClean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las</a:t>
            </a:r>
            <a:r>
              <a:rPr sz="2000" i="1" spc="10" dirty="0" smtClean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.</a:t>
            </a:r>
            <a:r>
              <a:rPr sz="2000" spc="-4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Original: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pa</a:t>
            </a:r>
            <a:r>
              <a:rPr sz="2000" i="1" spc="5" dirty="0" smtClean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ent</a:t>
            </a:r>
            <a:r>
              <a:rPr sz="2000" spc="0" dirty="0" smtClean="0">
                <a:latin typeface="Arial"/>
                <a:cs typeface="Arial"/>
              </a:rPr>
              <a:t>,</a:t>
            </a:r>
            <a:r>
              <a:rPr sz="2000" spc="-35" dirty="0" smtClean="0">
                <a:latin typeface="Arial"/>
                <a:cs typeface="Arial"/>
              </a:rPr>
              <a:t> 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an</a:t>
            </a:r>
            <a:r>
              <a:rPr sz="2000" i="1" spc="5" dirty="0" smtClean="0">
                <a:solidFill>
                  <a:srgbClr val="C00000"/>
                </a:solidFill>
                <a:latin typeface="Arial"/>
                <a:cs typeface="Arial"/>
              </a:rPr>
              <a:t>c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000" i="1" spc="5" dirty="0" smtClean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tor</a:t>
            </a:r>
            <a:r>
              <a:rPr sz="2000" i="1" spc="-5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spc="0" dirty="0" smtClean="0">
                <a:solidFill>
                  <a:srgbClr val="0000FF"/>
                </a:solidFill>
                <a:latin typeface="Arial"/>
                <a:cs typeface="Arial"/>
              </a:rPr>
              <a:t>or</a:t>
            </a:r>
            <a:r>
              <a:rPr sz="2000" spc="-1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000" i="1" spc="5" dirty="0" smtClean="0">
                <a:solidFill>
                  <a:srgbClr val="C00000"/>
                </a:solidFill>
                <a:latin typeface="Arial"/>
                <a:cs typeface="Arial"/>
              </a:rPr>
              <a:t>u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pe</a:t>
            </a:r>
            <a:r>
              <a:rPr sz="2000" i="1" spc="5" dirty="0" smtClean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000" i="1" spc="0" dirty="0" smtClean="0">
                <a:solidFill>
                  <a:srgbClr val="C00000"/>
                </a:solidFill>
                <a:latin typeface="Arial"/>
                <a:cs typeface="Arial"/>
              </a:rPr>
              <a:t>class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5454" y="2990156"/>
            <a:ext cx="7127875" cy="17595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marR="12700" indent="-342900">
              <a:lnSpc>
                <a:spcPct val="897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latin typeface="Arial"/>
                <a:cs typeface="Arial"/>
              </a:rPr>
              <a:t>To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d</a:t>
            </a:r>
            <a:r>
              <a:rPr sz="2400" b="1" spc="-10" dirty="0" smtClean="0">
                <a:latin typeface="Arial"/>
                <a:cs typeface="Arial"/>
              </a:rPr>
              <a:t>e</a:t>
            </a:r>
            <a:r>
              <a:rPr sz="2400" b="1" spc="0" dirty="0" smtClean="0">
                <a:latin typeface="Arial"/>
                <a:cs typeface="Arial"/>
              </a:rPr>
              <a:t>fine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s</a:t>
            </a:r>
            <a:r>
              <a:rPr sz="2400" b="1" spc="-10" dirty="0" smtClean="0">
                <a:latin typeface="Arial"/>
                <a:cs typeface="Arial"/>
              </a:rPr>
              <a:t>u</a:t>
            </a:r>
            <a:r>
              <a:rPr sz="2400" b="1" spc="0" dirty="0" smtClean="0">
                <a:latin typeface="Arial"/>
                <a:cs typeface="Arial"/>
              </a:rPr>
              <a:t>b</a:t>
            </a:r>
            <a:r>
              <a:rPr sz="2400" b="1" spc="-10" dirty="0" smtClean="0">
                <a:latin typeface="Arial"/>
                <a:cs typeface="Arial"/>
              </a:rPr>
              <a:t>c</a:t>
            </a:r>
            <a:r>
              <a:rPr sz="2400" b="1" spc="0" dirty="0" smtClean="0">
                <a:latin typeface="Arial"/>
                <a:cs typeface="Arial"/>
              </a:rPr>
              <a:t>lass, put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the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n</a:t>
            </a:r>
            <a:r>
              <a:rPr sz="2400" b="1" spc="-10" dirty="0" smtClean="0">
                <a:latin typeface="Arial"/>
                <a:cs typeface="Arial"/>
              </a:rPr>
              <a:t>a</a:t>
            </a:r>
            <a:r>
              <a:rPr sz="2400" b="1" spc="0" dirty="0" smtClean="0">
                <a:latin typeface="Arial"/>
                <a:cs typeface="Arial"/>
              </a:rPr>
              <a:t>me of the su</a:t>
            </a:r>
            <a:r>
              <a:rPr sz="2400" b="1" spc="-10" dirty="0" smtClean="0">
                <a:latin typeface="Arial"/>
                <a:cs typeface="Arial"/>
              </a:rPr>
              <a:t>p</a:t>
            </a:r>
            <a:r>
              <a:rPr sz="2400" b="1" spc="0" dirty="0" smtClean="0">
                <a:latin typeface="Arial"/>
                <a:cs typeface="Arial"/>
              </a:rPr>
              <a:t>erclass</a:t>
            </a:r>
            <a:r>
              <a:rPr sz="2400" b="1" spc="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in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pare</a:t>
            </a:r>
            <a:r>
              <a:rPr sz="2400" b="1" spc="-10" dirty="0" smtClean="0">
                <a:latin typeface="Arial"/>
                <a:cs typeface="Arial"/>
              </a:rPr>
              <a:t>n</a:t>
            </a:r>
            <a:r>
              <a:rPr sz="2400" b="1" spc="0" dirty="0" smtClean="0">
                <a:latin typeface="Arial"/>
                <a:cs typeface="Arial"/>
              </a:rPr>
              <a:t>theses</a:t>
            </a:r>
            <a:r>
              <a:rPr sz="2400" b="1" spc="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after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the subclass’s name on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the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f</a:t>
            </a:r>
            <a:r>
              <a:rPr sz="2400" b="1" spc="5" dirty="0" smtClean="0">
                <a:latin typeface="Arial"/>
                <a:cs typeface="Arial"/>
              </a:rPr>
              <a:t>i</a:t>
            </a:r>
            <a:r>
              <a:rPr sz="2400" b="1" spc="0" dirty="0" smtClean="0">
                <a:latin typeface="Arial"/>
                <a:cs typeface="Arial"/>
              </a:rPr>
              <a:t>rst line</a:t>
            </a:r>
            <a:r>
              <a:rPr sz="2400" b="1" spc="-2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of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the def</a:t>
            </a:r>
            <a:r>
              <a:rPr sz="2400" b="1" spc="5" dirty="0" smtClean="0">
                <a:latin typeface="Arial"/>
                <a:cs typeface="Arial"/>
              </a:rPr>
              <a:t>i</a:t>
            </a:r>
            <a:r>
              <a:rPr sz="2400" b="1" spc="0" dirty="0" smtClean="0">
                <a:latin typeface="Arial"/>
                <a:cs typeface="Arial"/>
              </a:rPr>
              <a:t>nitio</a:t>
            </a:r>
            <a:r>
              <a:rPr sz="2400" b="1" spc="-15" dirty="0" smtClean="0">
                <a:latin typeface="Arial"/>
                <a:cs typeface="Arial"/>
              </a:rPr>
              <a:t>n</a:t>
            </a:r>
            <a:r>
              <a:rPr sz="2400" b="1" spc="0" dirty="0" smtClean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700"/>
              </a:lnSpc>
              <a:spcBef>
                <a:spcPts val="24"/>
              </a:spcBef>
            </a:pPr>
            <a:endParaRPr sz="7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903605">
              <a:lnSpc>
                <a:spcPct val="100000"/>
              </a:lnSpc>
            </a:pPr>
            <a:r>
              <a:rPr sz="2400" b="1" dirty="0" smtClean="0">
                <a:solidFill>
                  <a:srgbClr val="FF9933"/>
                </a:solidFill>
                <a:latin typeface="Courier New"/>
                <a:cs typeface="Courier New"/>
              </a:rPr>
              <a:t>cla</a:t>
            </a:r>
            <a:r>
              <a:rPr sz="2400" b="1" spc="-20" dirty="0" smtClean="0">
                <a:solidFill>
                  <a:srgbClr val="FF9933"/>
                </a:solidFill>
                <a:latin typeface="Courier New"/>
                <a:cs typeface="Courier New"/>
              </a:rPr>
              <a:t>s</a:t>
            </a:r>
            <a:r>
              <a:rPr sz="2400" b="1" spc="0" dirty="0" smtClean="0">
                <a:solidFill>
                  <a:srgbClr val="FF9933"/>
                </a:solidFill>
                <a:latin typeface="Courier New"/>
                <a:cs typeface="Courier New"/>
              </a:rPr>
              <a:t>s</a:t>
            </a:r>
            <a:r>
              <a:rPr sz="2400" b="1" spc="-15" dirty="0" smtClean="0">
                <a:solidFill>
                  <a:srgbClr val="FF9933"/>
                </a:solidFill>
                <a:latin typeface="Courier New"/>
                <a:cs typeface="Courier New"/>
              </a:rPr>
              <a:t> </a:t>
            </a:r>
            <a:r>
              <a:rPr sz="24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ai_st</a:t>
            </a:r>
            <a:r>
              <a:rPr sz="2400" b="1" spc="-25" dirty="0" smtClean="0">
                <a:solidFill>
                  <a:srgbClr val="0000FF"/>
                </a:solidFill>
                <a:latin typeface="Courier New"/>
                <a:cs typeface="Courier New"/>
              </a:rPr>
              <a:t>u</a:t>
            </a:r>
            <a:r>
              <a:rPr sz="24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d</a:t>
            </a:r>
            <a:r>
              <a:rPr sz="24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en</a:t>
            </a:r>
            <a:r>
              <a:rPr sz="24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t</a:t>
            </a:r>
            <a:r>
              <a:rPr sz="2400" b="1" spc="0" dirty="0" smtClean="0">
                <a:latin typeface="Courier New"/>
                <a:cs typeface="Courier New"/>
              </a:rPr>
              <a:t>(st</a:t>
            </a:r>
            <a:r>
              <a:rPr sz="2400" b="1" spc="-20" dirty="0" smtClean="0">
                <a:latin typeface="Courier New"/>
                <a:cs typeface="Courier New"/>
              </a:rPr>
              <a:t>u</a:t>
            </a:r>
            <a:r>
              <a:rPr sz="2400" b="1" spc="-15" dirty="0" smtClean="0">
                <a:latin typeface="Courier New"/>
                <a:cs typeface="Courier New"/>
              </a:rPr>
              <a:t>d</a:t>
            </a:r>
            <a:r>
              <a:rPr sz="2400" b="1" spc="0" dirty="0" smtClean="0">
                <a:latin typeface="Courier New"/>
                <a:cs typeface="Courier New"/>
              </a:rPr>
              <a:t>ent):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5454" y="4009644"/>
            <a:ext cx="179705" cy="41338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650" spc="-15" dirty="0" smtClean="0">
                <a:solidFill>
                  <a:srgbClr val="FF0000"/>
                </a:solidFill>
                <a:latin typeface="Wingdings"/>
                <a:cs typeface="Wingdings"/>
              </a:rPr>
              <a:t></a:t>
            </a:r>
            <a:endParaRPr sz="2650">
              <a:latin typeface="Wingdings"/>
              <a:cs typeface="Wingding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2654" y="5144516"/>
            <a:ext cx="5154295" cy="6807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99085" indent="-28702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299085" algn="l"/>
              </a:tabLst>
            </a:pPr>
            <a:r>
              <a:rPr sz="2000" dirty="0" smtClean="0">
                <a:latin typeface="Arial"/>
                <a:cs typeface="Arial"/>
              </a:rPr>
              <a:t>P</a:t>
            </a:r>
            <a:r>
              <a:rPr sz="2000" spc="-10" dirty="0" smtClean="0">
                <a:latin typeface="Arial"/>
                <a:cs typeface="Arial"/>
              </a:rPr>
              <a:t>y</a:t>
            </a:r>
            <a:r>
              <a:rPr sz="2000" spc="0" dirty="0" smtClean="0">
                <a:latin typeface="Arial"/>
                <a:cs typeface="Arial"/>
              </a:rPr>
              <a:t>thon has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no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‘ex</a:t>
            </a:r>
            <a:r>
              <a:rPr sz="2000" spc="-10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end</a:t>
            </a:r>
            <a:r>
              <a:rPr sz="2000" spc="10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’ keywo</a:t>
            </a:r>
            <a:r>
              <a:rPr sz="2000" spc="5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d</a:t>
            </a:r>
            <a:r>
              <a:rPr sz="2000" spc="-4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like Java.</a:t>
            </a:r>
            <a:endParaRPr sz="2000">
              <a:latin typeface="Arial"/>
              <a:cs typeface="Arial"/>
            </a:endParaRPr>
          </a:p>
          <a:p>
            <a:pPr marL="299085" indent="-28702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299085" algn="l"/>
              </a:tabLst>
            </a:pPr>
            <a:r>
              <a:rPr sz="2000" dirty="0" smtClean="0">
                <a:latin typeface="Arial"/>
                <a:cs typeface="Arial"/>
              </a:rPr>
              <a:t>Mult</a:t>
            </a:r>
            <a:r>
              <a:rPr sz="2000" spc="-10" dirty="0" smtClean="0">
                <a:latin typeface="Arial"/>
                <a:cs typeface="Arial"/>
              </a:rPr>
              <a:t>i</a:t>
            </a:r>
            <a:r>
              <a:rPr sz="2000" spc="0" dirty="0" smtClean="0">
                <a:latin typeface="Arial"/>
                <a:cs typeface="Arial"/>
              </a:rPr>
              <a:t>ple inheritance</a:t>
            </a:r>
            <a:r>
              <a:rPr sz="2000" spc="-3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is s</a:t>
            </a:r>
            <a:r>
              <a:rPr sz="2000" spc="5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ppo</a:t>
            </a:r>
            <a:r>
              <a:rPr sz="2000" spc="5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ted.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82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32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Redefining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M</a:t>
            </a:r>
            <a:r>
              <a:rPr sz="3600" b="1" spc="5" dirty="0" smtClean="0">
                <a:solidFill>
                  <a:srgbClr val="000066"/>
                </a:solidFill>
                <a:latin typeface="Arial"/>
                <a:cs typeface="Arial"/>
              </a:rPr>
              <a:t>e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thods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278763"/>
            <a:ext cx="7557134" cy="40703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Very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si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i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ar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to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</a:t>
            </a:r>
            <a:r>
              <a:rPr sz="2000" b="1" spc="-25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er-rid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ng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methods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Ja</a:t>
            </a:r>
            <a:r>
              <a:rPr sz="2000" b="1" spc="-20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>
              <a:lnSpc>
                <a:spcPts val="1100"/>
              </a:lnSpc>
              <a:spcBef>
                <a:spcPts val="14"/>
              </a:spcBef>
              <a:buClr>
                <a:srgbClr val="FF0000"/>
              </a:buClr>
              <a:buFont typeface="Wingdings"/>
              <a:buChar char=""/>
            </a:pPr>
            <a:endParaRPr sz="1100"/>
          </a:p>
          <a:p>
            <a:pPr marL="355600" marR="519430" indent="-342900">
              <a:lnSpc>
                <a:spcPts val="216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spc="-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o</a:t>
            </a:r>
            <a:r>
              <a:rPr sz="2000" b="1" spc="-5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rede</a:t>
            </a:r>
            <a:r>
              <a:rPr sz="2000" b="1" i="1" spc="5" dirty="0" smtClean="0">
                <a:solidFill>
                  <a:srgbClr val="C00000"/>
                </a:solidFill>
                <a:latin typeface="Arial"/>
                <a:cs typeface="Arial"/>
              </a:rPr>
              <a:t>f</a:t>
            </a:r>
            <a:r>
              <a:rPr sz="20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ine</a:t>
            </a:r>
            <a:r>
              <a:rPr sz="2000" b="1" i="1" spc="-3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000" b="1" i="1" spc="-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me</a:t>
            </a:r>
            <a:r>
              <a:rPr sz="2000" b="1" i="1" spc="5" dirty="0" smtClean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0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hod</a:t>
            </a:r>
            <a:r>
              <a:rPr sz="2000" b="1" i="1" spc="-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parent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class,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inc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ude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n</a:t>
            </a:r>
            <a:r>
              <a:rPr sz="2000" b="1" spc="-10" dirty="0" smtClean="0">
                <a:latin typeface="Arial"/>
                <a:cs typeface="Arial"/>
              </a:rPr>
              <a:t>e</a:t>
            </a:r>
            <a:r>
              <a:rPr sz="2000" b="1" spc="0" dirty="0" smtClean="0">
                <a:latin typeface="Arial"/>
                <a:cs typeface="Arial"/>
              </a:rPr>
              <a:t>w definition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using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same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name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subclass.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40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756285" algn="l"/>
              </a:tabLst>
            </a:pPr>
            <a:r>
              <a:rPr sz="1800" spc="10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he</a:t>
            </a:r>
            <a:r>
              <a:rPr sz="1800" spc="-2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-10" dirty="0" smtClean="0">
                <a:latin typeface="Arial"/>
                <a:cs typeface="Arial"/>
              </a:rPr>
              <a:t>l</a:t>
            </a:r>
            <a:r>
              <a:rPr sz="1800" spc="0" dirty="0" smtClean="0">
                <a:latin typeface="Arial"/>
                <a:cs typeface="Arial"/>
              </a:rPr>
              <a:t>d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co</a:t>
            </a:r>
            <a:r>
              <a:rPr sz="1800" spc="-10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e </a:t>
            </a:r>
            <a:r>
              <a:rPr sz="1800" spc="-45" dirty="0" smtClean="0">
                <a:latin typeface="Arial"/>
                <a:cs typeface="Arial"/>
              </a:rPr>
              <a:t>w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-10" dirty="0" smtClean="0">
                <a:latin typeface="Arial"/>
                <a:cs typeface="Arial"/>
              </a:rPr>
              <a:t>n</a:t>
            </a:r>
            <a:r>
              <a:rPr sz="1800" spc="0" dirty="0" smtClean="0">
                <a:latin typeface="Arial"/>
                <a:cs typeface="Arial"/>
              </a:rPr>
              <a:t>’t</a:t>
            </a:r>
            <a:r>
              <a:rPr sz="1800" spc="5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g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t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e</a:t>
            </a:r>
            <a:r>
              <a:rPr sz="1800" spc="-20" dirty="0" smtClean="0">
                <a:latin typeface="Arial"/>
                <a:cs typeface="Arial"/>
              </a:rPr>
              <a:t>x</a:t>
            </a:r>
            <a:r>
              <a:rPr sz="1800" spc="0" dirty="0" smtClean="0">
                <a:latin typeface="Arial"/>
                <a:cs typeface="Arial"/>
              </a:rPr>
              <a:t>ec</a:t>
            </a:r>
            <a:r>
              <a:rPr sz="1800" spc="-10" dirty="0" smtClean="0">
                <a:latin typeface="Arial"/>
                <a:cs typeface="Arial"/>
              </a:rPr>
              <a:t>u</a:t>
            </a:r>
            <a:r>
              <a:rPr sz="1800" spc="0" dirty="0" smtClean="0">
                <a:latin typeface="Arial"/>
                <a:cs typeface="Arial"/>
              </a:rPr>
              <a:t>te</a:t>
            </a:r>
            <a:r>
              <a:rPr sz="1800" spc="-10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ts val="850"/>
              </a:lnSpc>
              <a:spcBef>
                <a:spcPts val="2"/>
              </a:spcBef>
              <a:buClr>
                <a:srgbClr val="FF0000"/>
              </a:buClr>
              <a:buFont typeface="Wingdings"/>
              <a:buChar char=""/>
            </a:pPr>
            <a:endParaRPr sz="850"/>
          </a:p>
          <a:p>
            <a:pPr lvl="1"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 lvl="1"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 marL="355600" marR="474980" indent="-342900">
              <a:lnSpc>
                <a:spcPts val="216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To execute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method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parent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class</a:t>
            </a:r>
            <a:r>
              <a:rPr sz="2000" b="1" spc="-5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in</a:t>
            </a:r>
            <a:r>
              <a:rPr sz="2000" b="1" i="1" spc="-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addition</a:t>
            </a:r>
            <a:r>
              <a:rPr sz="2000" b="1" i="1" spc="-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to </a:t>
            </a:r>
            <a:r>
              <a:rPr sz="2000" b="1" spc="0" dirty="0" smtClean="0">
                <a:latin typeface="Arial"/>
                <a:cs typeface="Arial"/>
              </a:rPr>
              <a:t>n</a:t>
            </a:r>
            <a:r>
              <a:rPr sz="2000" b="1" spc="-10" dirty="0" smtClean="0">
                <a:latin typeface="Arial"/>
                <a:cs typeface="Arial"/>
              </a:rPr>
              <a:t>e</a:t>
            </a:r>
            <a:r>
              <a:rPr sz="2000" b="1" spc="0" dirty="0" smtClean="0">
                <a:latin typeface="Arial"/>
                <a:cs typeface="Arial"/>
              </a:rPr>
              <a:t>w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code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for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some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method,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expl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citly</a:t>
            </a:r>
            <a:r>
              <a:rPr sz="2000" b="1" spc="-4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ca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l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paren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’s </a:t>
            </a:r>
            <a:r>
              <a:rPr sz="2000" b="1" spc="-25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ersion of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method.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>
              <a:lnSpc>
                <a:spcPts val="1400"/>
              </a:lnSpc>
              <a:spcBef>
                <a:spcPts val="59"/>
              </a:spcBef>
              <a:buClr>
                <a:srgbClr val="FF0000"/>
              </a:buClr>
              <a:buFont typeface="Wingdings"/>
              <a:buChar char=""/>
            </a:pPr>
            <a:endParaRPr sz="1400"/>
          </a:p>
          <a:p>
            <a:pPr marL="469900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pa</a:t>
            </a:r>
            <a:r>
              <a:rPr sz="1800" b="1" spc="-20" dirty="0" smtClean="0">
                <a:latin typeface="Courier New"/>
                <a:cs typeface="Courier New"/>
              </a:rPr>
              <a:t>r</a:t>
            </a:r>
            <a:r>
              <a:rPr sz="1800" b="1" spc="0" dirty="0" smtClean="0">
                <a:latin typeface="Courier New"/>
                <a:cs typeface="Courier New"/>
              </a:rPr>
              <a:t>e</a:t>
            </a:r>
            <a:r>
              <a:rPr sz="1800" b="1" spc="-15" dirty="0" smtClean="0">
                <a:latin typeface="Courier New"/>
                <a:cs typeface="Courier New"/>
              </a:rPr>
              <a:t>n</a:t>
            </a:r>
            <a:r>
              <a:rPr sz="1800" b="1" spc="0" dirty="0" smtClean="0">
                <a:latin typeface="Courier New"/>
                <a:cs typeface="Courier New"/>
              </a:rPr>
              <a:t>tC</a:t>
            </a:r>
            <a:r>
              <a:rPr sz="1800" b="1" spc="-20" dirty="0" smtClean="0">
                <a:latin typeface="Courier New"/>
                <a:cs typeface="Courier New"/>
              </a:rPr>
              <a:t>l</a:t>
            </a:r>
            <a:r>
              <a:rPr sz="1800" b="1" spc="0" dirty="0" smtClean="0">
                <a:latin typeface="Courier New"/>
                <a:cs typeface="Courier New"/>
              </a:rPr>
              <a:t>a</a:t>
            </a:r>
            <a:r>
              <a:rPr sz="1800" b="1" spc="-15" dirty="0" smtClean="0">
                <a:latin typeface="Courier New"/>
                <a:cs typeface="Courier New"/>
              </a:rPr>
              <a:t>ss</a:t>
            </a:r>
            <a:r>
              <a:rPr sz="1800" b="1" spc="0" dirty="0" smtClean="0">
                <a:latin typeface="Courier New"/>
                <a:cs typeface="Courier New"/>
              </a:rPr>
              <a:t>.m</a:t>
            </a:r>
            <a:r>
              <a:rPr sz="1800" b="1" spc="-20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t</a:t>
            </a:r>
            <a:r>
              <a:rPr sz="1800" b="1" spc="-15" dirty="0" smtClean="0">
                <a:latin typeface="Courier New"/>
                <a:cs typeface="Courier New"/>
              </a:rPr>
              <a:t>h</a:t>
            </a:r>
            <a:r>
              <a:rPr sz="1800" b="1" spc="0" dirty="0" smtClean="0">
                <a:latin typeface="Courier New"/>
                <a:cs typeface="Courier New"/>
              </a:rPr>
              <a:t>od</a:t>
            </a:r>
            <a:r>
              <a:rPr sz="1800" b="1" spc="-20" dirty="0" smtClean="0">
                <a:latin typeface="Courier New"/>
                <a:cs typeface="Courier New"/>
              </a:rPr>
              <a:t>N</a:t>
            </a:r>
            <a:r>
              <a:rPr sz="1800" b="1" spc="0" dirty="0" smtClean="0">
                <a:latin typeface="Courier New"/>
                <a:cs typeface="Courier New"/>
              </a:rPr>
              <a:t>a</a:t>
            </a:r>
            <a:r>
              <a:rPr sz="1800" b="1" spc="-15" dirty="0" smtClean="0">
                <a:latin typeface="Courier New"/>
                <a:cs typeface="Courier New"/>
              </a:rPr>
              <a:t>me</a:t>
            </a:r>
            <a:r>
              <a:rPr sz="1800" b="1" spc="-5" dirty="0" smtClean="0">
                <a:latin typeface="Courier New"/>
                <a:cs typeface="Courier New"/>
              </a:rPr>
              <a:t>(</a:t>
            </a:r>
            <a:r>
              <a:rPr sz="1800" b="1" u="heavy" spc="0" dirty="0" smtClean="0">
                <a:solidFill>
                  <a:srgbClr val="FF3300"/>
                </a:solidFill>
                <a:latin typeface="Courier New"/>
                <a:cs typeface="Courier New"/>
              </a:rPr>
              <a:t>s</a:t>
            </a:r>
            <a:r>
              <a:rPr sz="1800" b="1" u="heavy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e</a:t>
            </a:r>
            <a:r>
              <a:rPr sz="1800" b="1" u="heavy" spc="0" dirty="0" smtClean="0">
                <a:solidFill>
                  <a:srgbClr val="FF3300"/>
                </a:solidFill>
                <a:latin typeface="Courier New"/>
                <a:cs typeface="Courier New"/>
              </a:rPr>
              <a:t>l</a:t>
            </a:r>
            <a:r>
              <a:rPr sz="1800" b="1" u="heavy" spc="-15" dirty="0" smtClean="0">
                <a:solidFill>
                  <a:srgbClr val="FF3300"/>
                </a:solidFill>
                <a:latin typeface="Courier New"/>
                <a:cs typeface="Courier New"/>
              </a:rPr>
              <a:t>f</a:t>
            </a:r>
            <a:r>
              <a:rPr sz="1800" b="1" spc="0" dirty="0" smtClean="0">
                <a:latin typeface="Courier New"/>
                <a:cs typeface="Courier New"/>
              </a:rPr>
              <a:t>, </a:t>
            </a:r>
            <a:r>
              <a:rPr sz="1800" b="1" spc="-20" dirty="0" smtClean="0">
                <a:latin typeface="Courier New"/>
                <a:cs typeface="Courier New"/>
              </a:rPr>
              <a:t>a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5" dirty="0" smtClean="0">
                <a:latin typeface="Courier New"/>
                <a:cs typeface="Courier New"/>
              </a:rPr>
              <a:t> b</a:t>
            </a:r>
            <a:r>
              <a:rPr sz="1800" b="1" spc="0" dirty="0" smtClean="0">
                <a:latin typeface="Courier New"/>
                <a:cs typeface="Courier New"/>
              </a:rPr>
              <a:t>, </a:t>
            </a:r>
            <a:r>
              <a:rPr sz="1800" b="1" spc="-20" dirty="0" smtClean="0">
                <a:latin typeface="Courier New"/>
                <a:cs typeface="Courier New"/>
              </a:rPr>
              <a:t>c</a:t>
            </a:r>
            <a:r>
              <a:rPr sz="1800" b="1" spc="0" dirty="0" smtClean="0"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800"/>
              </a:lnSpc>
              <a:spcBef>
                <a:spcPts val="30"/>
              </a:spcBef>
            </a:pPr>
            <a:endParaRPr sz="800"/>
          </a:p>
          <a:p>
            <a:pPr>
              <a:lnSpc>
                <a:spcPts val="1000"/>
              </a:lnSpc>
            </a:pPr>
            <a:endParaRPr sz="1000"/>
          </a:p>
          <a:p>
            <a:pPr marL="756285" marR="12700" lvl="1" indent="-287020">
              <a:lnSpc>
                <a:spcPts val="1870"/>
              </a:lnSpc>
              <a:buClr>
                <a:srgbClr val="FF0000"/>
              </a:buClr>
              <a:buSzPct val="108333"/>
              <a:buFont typeface="Wingdings"/>
              <a:buChar char=""/>
              <a:tabLst>
                <a:tab pos="756285" algn="l"/>
              </a:tabLst>
            </a:pPr>
            <a:r>
              <a:rPr sz="1800" spc="10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he</a:t>
            </a:r>
            <a:r>
              <a:rPr sz="1800" spc="-2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-10" dirty="0" smtClean="0">
                <a:latin typeface="Arial"/>
                <a:cs typeface="Arial"/>
              </a:rPr>
              <a:t>n</a:t>
            </a:r>
            <a:r>
              <a:rPr sz="1800" spc="0" dirty="0" smtClean="0">
                <a:latin typeface="Arial"/>
                <a:cs typeface="Arial"/>
              </a:rPr>
              <a:t>ly</a:t>
            </a:r>
            <a:r>
              <a:rPr sz="1800" spc="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time </a:t>
            </a:r>
            <a:r>
              <a:rPr sz="1800" spc="-30" dirty="0" smtClean="0">
                <a:latin typeface="Arial"/>
                <a:cs typeface="Arial"/>
              </a:rPr>
              <a:t>y</a:t>
            </a:r>
            <a:r>
              <a:rPr sz="1800" spc="0" dirty="0" smtClean="0">
                <a:latin typeface="Arial"/>
                <a:cs typeface="Arial"/>
              </a:rPr>
              <a:t>ou</a:t>
            </a:r>
            <a:r>
              <a:rPr sz="1800" spc="1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ev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r e</a:t>
            </a:r>
            <a:r>
              <a:rPr sz="1800" spc="-15" dirty="0" smtClean="0">
                <a:latin typeface="Arial"/>
                <a:cs typeface="Arial"/>
              </a:rPr>
              <a:t>x</a:t>
            </a:r>
            <a:r>
              <a:rPr sz="1800" spc="0" dirty="0" smtClean="0">
                <a:latin typeface="Arial"/>
                <a:cs typeface="Arial"/>
              </a:rPr>
              <a:t>p</a:t>
            </a:r>
            <a:r>
              <a:rPr sz="1800" spc="-10" dirty="0" smtClean="0">
                <a:latin typeface="Arial"/>
                <a:cs typeface="Arial"/>
              </a:rPr>
              <a:t>l</a:t>
            </a:r>
            <a:r>
              <a:rPr sz="1800" spc="0" dirty="0" smtClean="0">
                <a:latin typeface="Arial"/>
                <a:cs typeface="Arial"/>
              </a:rPr>
              <a:t>ic</a:t>
            </a:r>
            <a:r>
              <a:rPr sz="1800" spc="-10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tly</a:t>
            </a:r>
            <a:r>
              <a:rPr sz="1800" spc="3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p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ss ‘se</a:t>
            </a:r>
            <a:r>
              <a:rPr sz="1800" spc="-10" dirty="0" smtClean="0">
                <a:latin typeface="Arial"/>
                <a:cs typeface="Arial"/>
              </a:rPr>
              <a:t>l</a:t>
            </a:r>
            <a:r>
              <a:rPr sz="1800" spc="0" dirty="0" smtClean="0">
                <a:latin typeface="Arial"/>
                <a:cs typeface="Arial"/>
              </a:rPr>
              <a:t>f’</a:t>
            </a:r>
            <a:r>
              <a:rPr sz="1800" spc="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as 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n 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rg</a:t>
            </a:r>
            <a:r>
              <a:rPr sz="1800" spc="-10" dirty="0" smtClean="0">
                <a:latin typeface="Arial"/>
                <a:cs typeface="Arial"/>
              </a:rPr>
              <a:t>u</a:t>
            </a:r>
            <a:r>
              <a:rPr sz="1800" spc="0" dirty="0" smtClean="0">
                <a:latin typeface="Arial"/>
                <a:cs typeface="Arial"/>
              </a:rPr>
              <a:t>me</a:t>
            </a:r>
            <a:r>
              <a:rPr sz="1800" spc="-10" dirty="0" smtClean="0">
                <a:latin typeface="Arial"/>
                <a:cs typeface="Arial"/>
              </a:rPr>
              <a:t>n</a:t>
            </a:r>
            <a:r>
              <a:rPr sz="1800" spc="0" dirty="0" smtClean="0">
                <a:latin typeface="Arial"/>
                <a:cs typeface="Arial"/>
              </a:rPr>
              <a:t>t</a:t>
            </a:r>
            <a:r>
              <a:rPr sz="1800" spc="1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is </a:t>
            </a:r>
            <a:r>
              <a:rPr sz="1800" spc="-40" dirty="0" smtClean="0">
                <a:latin typeface="Arial"/>
                <a:cs typeface="Arial"/>
              </a:rPr>
              <a:t>w</a:t>
            </a:r>
            <a:r>
              <a:rPr sz="1800" spc="0" dirty="0" smtClean="0">
                <a:latin typeface="Arial"/>
                <a:cs typeface="Arial"/>
              </a:rPr>
              <a:t>h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n ca</a:t>
            </a:r>
            <a:r>
              <a:rPr sz="1800" spc="-10" dirty="0" smtClean="0">
                <a:latin typeface="Arial"/>
                <a:cs typeface="Arial"/>
              </a:rPr>
              <a:t>l</a:t>
            </a:r>
            <a:r>
              <a:rPr sz="1800" spc="0" dirty="0" smtClean="0">
                <a:latin typeface="Arial"/>
                <a:cs typeface="Arial"/>
              </a:rPr>
              <a:t>l</a:t>
            </a:r>
            <a:r>
              <a:rPr sz="1800" spc="-10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ng</a:t>
            </a:r>
            <a:r>
              <a:rPr sz="1800" spc="1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a m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th</a:t>
            </a:r>
            <a:r>
              <a:rPr sz="1800" spc="-10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d </a:t>
            </a:r>
            <a:r>
              <a:rPr sz="1800" spc="-10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f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an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-10" dirty="0" smtClean="0">
                <a:latin typeface="Arial"/>
                <a:cs typeface="Arial"/>
              </a:rPr>
              <a:t>n</a:t>
            </a:r>
            <a:r>
              <a:rPr sz="1800" spc="0" dirty="0" smtClean="0">
                <a:latin typeface="Arial"/>
                <a:cs typeface="Arial"/>
              </a:rPr>
              <a:t>cest</a:t>
            </a:r>
            <a:r>
              <a:rPr sz="1800" spc="-10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r.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32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Extending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10152" y="551941"/>
            <a:ext cx="709930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in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i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t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5454" y="1995296"/>
            <a:ext cx="6690995" cy="7442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Very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si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i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ar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to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Ja</a:t>
            </a:r>
            <a:r>
              <a:rPr sz="2000" b="1" spc="-20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a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135"/>
              </a:spcBef>
              <a:buClr>
                <a:srgbClr val="FF0000"/>
              </a:buClr>
              <a:buSzPct val="109090"/>
              <a:buFont typeface="Wingdings"/>
              <a:buChar char=""/>
              <a:tabLst>
                <a:tab pos="354965" algn="l"/>
                <a:tab pos="4267835" algn="l"/>
                <a:tab pos="5356225" algn="l"/>
              </a:tabLst>
            </a:pPr>
            <a:r>
              <a:rPr sz="2200" b="1" spc="-20" dirty="0" smtClean="0">
                <a:latin typeface="Arial"/>
                <a:cs typeface="Arial"/>
              </a:rPr>
              <a:t>Com</a:t>
            </a:r>
            <a:r>
              <a:rPr sz="2200" b="1" spc="-15" dirty="0" smtClean="0">
                <a:latin typeface="Arial"/>
                <a:cs typeface="Arial"/>
              </a:rPr>
              <a:t>monl</a:t>
            </a:r>
            <a:r>
              <a:rPr sz="2200" b="1" spc="-35" dirty="0" smtClean="0">
                <a:latin typeface="Arial"/>
                <a:cs typeface="Arial"/>
              </a:rPr>
              <a:t>y</a:t>
            </a:r>
            <a:r>
              <a:rPr sz="2200" b="1" spc="-10" dirty="0" smtClean="0">
                <a:latin typeface="Arial"/>
                <a:cs typeface="Arial"/>
              </a:rPr>
              <a:t>,</a:t>
            </a:r>
            <a:r>
              <a:rPr sz="2200" b="1" spc="35" dirty="0" smtClean="0">
                <a:latin typeface="Arial"/>
                <a:cs typeface="Arial"/>
              </a:rPr>
              <a:t> </a:t>
            </a:r>
            <a:r>
              <a:rPr sz="2200" b="1" spc="-15" dirty="0" smtClean="0">
                <a:latin typeface="Arial"/>
                <a:cs typeface="Arial"/>
              </a:rPr>
              <a:t>the</a:t>
            </a:r>
            <a:r>
              <a:rPr sz="2200" b="1" spc="15" dirty="0" smtClean="0">
                <a:latin typeface="Arial"/>
                <a:cs typeface="Arial"/>
              </a:rPr>
              <a:t> </a:t>
            </a:r>
            <a:r>
              <a:rPr sz="2200" b="1" spc="-15" dirty="0" smtClean="0">
                <a:latin typeface="Arial"/>
                <a:cs typeface="Arial"/>
              </a:rPr>
              <a:t>an</a:t>
            </a:r>
            <a:r>
              <a:rPr sz="2200" b="1" spc="-10" dirty="0" smtClean="0">
                <a:latin typeface="Arial"/>
                <a:cs typeface="Arial"/>
              </a:rPr>
              <a:t>c</a:t>
            </a:r>
            <a:r>
              <a:rPr sz="2200" b="1" spc="-15" dirty="0" smtClean="0">
                <a:latin typeface="Arial"/>
                <a:cs typeface="Arial"/>
              </a:rPr>
              <a:t>estor’s	</a:t>
            </a:r>
            <a:r>
              <a:rPr sz="2200" b="1" spc="-15" dirty="0" smtClean="0">
                <a:latin typeface="Courier New"/>
                <a:cs typeface="Courier New"/>
              </a:rPr>
              <a:t>init	</a:t>
            </a:r>
            <a:r>
              <a:rPr sz="2200" b="1" spc="-15" dirty="0" smtClean="0">
                <a:latin typeface="Arial"/>
                <a:cs typeface="Arial"/>
              </a:rPr>
              <a:t>method</a:t>
            </a:r>
            <a:r>
              <a:rPr sz="2200" b="1" spc="25" dirty="0" smtClean="0">
                <a:latin typeface="Arial"/>
                <a:cs typeface="Arial"/>
              </a:rPr>
              <a:t> </a:t>
            </a:r>
            <a:r>
              <a:rPr sz="2200" b="1" spc="-10" dirty="0" smtClean="0">
                <a:latin typeface="Arial"/>
                <a:cs typeface="Arial"/>
              </a:rPr>
              <a:t>is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5454" y="2726816"/>
            <a:ext cx="6193155" cy="25463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R="179070" algn="ctr">
              <a:lnSpc>
                <a:spcPct val="100000"/>
              </a:lnSpc>
            </a:pPr>
            <a:r>
              <a:rPr sz="2200" b="1" spc="-15" dirty="0" smtClean="0">
                <a:latin typeface="Arial"/>
                <a:cs typeface="Arial"/>
              </a:rPr>
              <a:t>ex</a:t>
            </a:r>
            <a:r>
              <a:rPr sz="2200" b="1" spc="-10" dirty="0" smtClean="0">
                <a:latin typeface="Arial"/>
                <a:cs typeface="Arial"/>
              </a:rPr>
              <a:t>e</a:t>
            </a:r>
            <a:r>
              <a:rPr sz="2200" b="1" spc="-15" dirty="0" smtClean="0">
                <a:latin typeface="Arial"/>
                <a:cs typeface="Arial"/>
              </a:rPr>
              <a:t>cut</a:t>
            </a:r>
            <a:r>
              <a:rPr sz="2200" b="1" spc="-10" dirty="0" smtClean="0">
                <a:latin typeface="Arial"/>
                <a:cs typeface="Arial"/>
              </a:rPr>
              <a:t>e</a:t>
            </a:r>
            <a:r>
              <a:rPr sz="2200" b="1" spc="-15" dirty="0" smtClean="0">
                <a:latin typeface="Arial"/>
                <a:cs typeface="Arial"/>
              </a:rPr>
              <a:t>d</a:t>
            </a:r>
            <a:r>
              <a:rPr sz="2200" b="1" spc="25" dirty="0" smtClean="0">
                <a:latin typeface="Arial"/>
                <a:cs typeface="Arial"/>
              </a:rPr>
              <a:t> </a:t>
            </a:r>
            <a:r>
              <a:rPr sz="2200" b="1" spc="-10" dirty="0" smtClean="0">
                <a:latin typeface="Arial"/>
                <a:cs typeface="Arial"/>
              </a:rPr>
              <a:t>in</a:t>
            </a:r>
            <a:r>
              <a:rPr sz="2200" b="1" spc="10" dirty="0" smtClean="0">
                <a:latin typeface="Arial"/>
                <a:cs typeface="Arial"/>
              </a:rPr>
              <a:t> </a:t>
            </a:r>
            <a:r>
              <a:rPr sz="2200" b="1" spc="-15" dirty="0" smtClean="0">
                <a:latin typeface="Arial"/>
                <a:cs typeface="Arial"/>
              </a:rPr>
              <a:t>addition</a:t>
            </a:r>
            <a:r>
              <a:rPr sz="2200" b="1" spc="25" dirty="0" smtClean="0">
                <a:latin typeface="Arial"/>
                <a:cs typeface="Arial"/>
              </a:rPr>
              <a:t> </a:t>
            </a:r>
            <a:r>
              <a:rPr sz="2200" b="1" spc="-15" dirty="0" smtClean="0">
                <a:latin typeface="Arial"/>
                <a:cs typeface="Arial"/>
              </a:rPr>
              <a:t>to</a:t>
            </a:r>
            <a:r>
              <a:rPr sz="2200" b="1" spc="10" dirty="0" smtClean="0">
                <a:latin typeface="Arial"/>
                <a:cs typeface="Arial"/>
              </a:rPr>
              <a:t> </a:t>
            </a:r>
            <a:r>
              <a:rPr sz="2200" b="1" spc="-15" dirty="0" smtClean="0">
                <a:latin typeface="Arial"/>
                <a:cs typeface="Arial"/>
              </a:rPr>
              <a:t>new</a:t>
            </a:r>
            <a:r>
              <a:rPr sz="2200" b="1" spc="20" dirty="0" smtClean="0">
                <a:latin typeface="Arial"/>
                <a:cs typeface="Arial"/>
              </a:rPr>
              <a:t> </a:t>
            </a:r>
            <a:r>
              <a:rPr sz="2200" b="1" spc="-15" dirty="0" smtClean="0">
                <a:latin typeface="Arial"/>
                <a:cs typeface="Arial"/>
              </a:rPr>
              <a:t>commands.</a:t>
            </a:r>
            <a:endParaRPr sz="22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330"/>
              </a:spcBef>
              <a:buClr>
                <a:srgbClr val="FF0000"/>
              </a:buClr>
              <a:buSzPct val="109090"/>
              <a:buFont typeface="Wingdings"/>
              <a:buChar char=""/>
              <a:tabLst>
                <a:tab pos="354965" algn="l"/>
              </a:tabLst>
            </a:pPr>
            <a:r>
              <a:rPr sz="2200" b="1" i="1" spc="-50" dirty="0" smtClean="0">
                <a:latin typeface="Arial"/>
                <a:cs typeface="Arial"/>
              </a:rPr>
              <a:t>M</a:t>
            </a:r>
            <a:r>
              <a:rPr sz="2200" b="1" i="1" spc="-15" dirty="0" smtClean="0">
                <a:latin typeface="Arial"/>
                <a:cs typeface="Arial"/>
              </a:rPr>
              <a:t>ust</a:t>
            </a:r>
            <a:r>
              <a:rPr sz="2200" b="1" i="1" spc="50" dirty="0" smtClean="0">
                <a:latin typeface="Arial"/>
                <a:cs typeface="Arial"/>
              </a:rPr>
              <a:t> </a:t>
            </a:r>
            <a:r>
              <a:rPr sz="2200" b="1" i="1" spc="-15" dirty="0" smtClean="0">
                <a:latin typeface="Arial"/>
                <a:cs typeface="Arial"/>
              </a:rPr>
              <a:t>be</a:t>
            </a:r>
            <a:r>
              <a:rPr sz="2200" b="1" i="1" spc="15" dirty="0" smtClean="0">
                <a:latin typeface="Arial"/>
                <a:cs typeface="Arial"/>
              </a:rPr>
              <a:t> </a:t>
            </a:r>
            <a:r>
              <a:rPr sz="2200" b="1" i="1" spc="-15" dirty="0" smtClean="0">
                <a:latin typeface="Arial"/>
                <a:cs typeface="Arial"/>
              </a:rPr>
              <a:t>done</a:t>
            </a:r>
            <a:r>
              <a:rPr sz="2200" b="1" i="1" spc="10" dirty="0" smtClean="0">
                <a:latin typeface="Arial"/>
                <a:cs typeface="Arial"/>
              </a:rPr>
              <a:t> </a:t>
            </a:r>
            <a:r>
              <a:rPr sz="2200" b="1" i="1" spc="-15" dirty="0" smtClean="0">
                <a:latin typeface="Arial"/>
                <a:cs typeface="Arial"/>
              </a:rPr>
              <a:t>ex</a:t>
            </a:r>
            <a:r>
              <a:rPr sz="2200" b="1" i="1" spc="-10" dirty="0" smtClean="0">
                <a:latin typeface="Arial"/>
                <a:cs typeface="Arial"/>
              </a:rPr>
              <a:t>plicitly</a:t>
            </a:r>
            <a:endParaRPr sz="2200">
              <a:latin typeface="Arial"/>
              <a:cs typeface="Arial"/>
            </a:endParaRPr>
          </a:p>
          <a:p>
            <a:pPr marL="355600" marR="332105" indent="-342900">
              <a:lnSpc>
                <a:spcPct val="103600"/>
              </a:lnSpc>
              <a:spcBef>
                <a:spcPts val="40"/>
              </a:spcBef>
              <a:buClr>
                <a:srgbClr val="FF0000"/>
              </a:buClr>
              <a:buSzPct val="109090"/>
              <a:buFont typeface="Wingdings"/>
              <a:buChar char=""/>
              <a:tabLst>
                <a:tab pos="354965" algn="l"/>
              </a:tabLst>
            </a:pPr>
            <a:r>
              <a:rPr sz="2200" b="1" spc="-10" dirty="0" smtClean="0">
                <a:latin typeface="Arial"/>
                <a:cs typeface="Arial"/>
              </a:rPr>
              <a:t>You’ll</a:t>
            </a:r>
            <a:r>
              <a:rPr sz="2200" b="1" spc="10" dirty="0" smtClean="0">
                <a:latin typeface="Arial"/>
                <a:cs typeface="Arial"/>
              </a:rPr>
              <a:t> </a:t>
            </a:r>
            <a:r>
              <a:rPr sz="2200" b="1" spc="-15" dirty="0" smtClean="0">
                <a:latin typeface="Arial"/>
                <a:cs typeface="Arial"/>
              </a:rPr>
              <a:t>often</a:t>
            </a:r>
            <a:r>
              <a:rPr sz="2200" b="1" spc="25" dirty="0" smtClean="0">
                <a:latin typeface="Arial"/>
                <a:cs typeface="Arial"/>
              </a:rPr>
              <a:t> </a:t>
            </a:r>
            <a:r>
              <a:rPr sz="2200" b="1" spc="-15" dirty="0" smtClean="0">
                <a:latin typeface="Arial"/>
                <a:cs typeface="Arial"/>
              </a:rPr>
              <a:t>see</a:t>
            </a:r>
            <a:r>
              <a:rPr sz="2200" b="1" spc="5" dirty="0" smtClean="0">
                <a:latin typeface="Arial"/>
                <a:cs typeface="Arial"/>
              </a:rPr>
              <a:t> </a:t>
            </a:r>
            <a:r>
              <a:rPr sz="2200" b="1" spc="-15" dirty="0" smtClean="0">
                <a:latin typeface="Arial"/>
                <a:cs typeface="Arial"/>
              </a:rPr>
              <a:t>something</a:t>
            </a:r>
            <a:r>
              <a:rPr sz="2200" b="1" spc="35" dirty="0" smtClean="0">
                <a:latin typeface="Arial"/>
                <a:cs typeface="Arial"/>
              </a:rPr>
              <a:t> </a:t>
            </a:r>
            <a:r>
              <a:rPr sz="2200" b="1" spc="-10" dirty="0" smtClean="0">
                <a:latin typeface="Arial"/>
                <a:cs typeface="Arial"/>
              </a:rPr>
              <a:t>like</a:t>
            </a:r>
            <a:r>
              <a:rPr sz="2200" b="1" spc="5" dirty="0" smtClean="0">
                <a:latin typeface="Arial"/>
                <a:cs typeface="Arial"/>
              </a:rPr>
              <a:t> </a:t>
            </a:r>
            <a:r>
              <a:rPr sz="2200" b="1" spc="-10" dirty="0" smtClean="0">
                <a:latin typeface="Arial"/>
                <a:cs typeface="Arial"/>
              </a:rPr>
              <a:t>this</a:t>
            </a:r>
            <a:r>
              <a:rPr sz="2200" b="1" spc="15" dirty="0" smtClean="0">
                <a:latin typeface="Arial"/>
                <a:cs typeface="Arial"/>
              </a:rPr>
              <a:t> </a:t>
            </a:r>
            <a:r>
              <a:rPr sz="2200" b="1" spc="-10" dirty="0" smtClean="0">
                <a:latin typeface="Arial"/>
                <a:cs typeface="Arial"/>
              </a:rPr>
              <a:t>in</a:t>
            </a:r>
            <a:r>
              <a:rPr sz="2200" b="1" spc="10" dirty="0" smtClean="0">
                <a:latin typeface="Arial"/>
                <a:cs typeface="Arial"/>
              </a:rPr>
              <a:t> </a:t>
            </a:r>
            <a:r>
              <a:rPr sz="2200" b="1" spc="-15" dirty="0" smtClean="0">
                <a:latin typeface="Arial"/>
                <a:cs typeface="Arial"/>
              </a:rPr>
              <a:t>the</a:t>
            </a:r>
            <a:r>
              <a:rPr sz="2200" b="1" spc="-10" dirty="0" smtClean="0">
                <a:latin typeface="Arial"/>
                <a:cs typeface="Arial"/>
              </a:rPr>
              <a:t> </a:t>
            </a:r>
            <a:r>
              <a:rPr sz="2200" b="1" spc="-15" dirty="0" smtClean="0">
                <a:latin typeface="Arial"/>
                <a:cs typeface="Arial"/>
              </a:rPr>
              <a:t>method</a:t>
            </a:r>
            <a:r>
              <a:rPr sz="2200" b="1" spc="25" dirty="0" smtClean="0">
                <a:latin typeface="Arial"/>
                <a:cs typeface="Arial"/>
              </a:rPr>
              <a:t> </a:t>
            </a:r>
            <a:r>
              <a:rPr sz="2200" b="1" spc="-15" dirty="0" smtClean="0">
                <a:latin typeface="Arial"/>
                <a:cs typeface="Arial"/>
              </a:rPr>
              <a:t>of</a:t>
            </a:r>
            <a:r>
              <a:rPr sz="2200" b="1" spc="10" dirty="0" smtClean="0">
                <a:latin typeface="Arial"/>
                <a:cs typeface="Arial"/>
              </a:rPr>
              <a:t> </a:t>
            </a:r>
            <a:r>
              <a:rPr sz="2200" b="1" spc="-15" dirty="0" smtClean="0">
                <a:latin typeface="Arial"/>
                <a:cs typeface="Arial"/>
              </a:rPr>
              <a:t>subclass</a:t>
            </a:r>
            <a:r>
              <a:rPr sz="2200" b="1" spc="-10" dirty="0" smtClean="0">
                <a:latin typeface="Arial"/>
                <a:cs typeface="Arial"/>
              </a:rPr>
              <a:t>es:</a:t>
            </a:r>
            <a:endParaRPr sz="2200">
              <a:latin typeface="Arial"/>
              <a:cs typeface="Arial"/>
            </a:endParaRPr>
          </a:p>
          <a:p>
            <a:pPr>
              <a:lnSpc>
                <a:spcPts val="1300"/>
              </a:lnSpc>
              <a:spcBef>
                <a:spcPts val="15"/>
              </a:spcBef>
            </a:pPr>
            <a:endParaRPr sz="1300"/>
          </a:p>
          <a:p>
            <a:pPr marL="507365">
              <a:lnSpc>
                <a:spcPct val="100000"/>
              </a:lnSpc>
              <a:tabLst>
                <a:tab pos="2640965" algn="l"/>
                <a:tab pos="3556000" algn="l"/>
              </a:tabLst>
            </a:pPr>
            <a:r>
              <a:rPr sz="2000" b="1" spc="-5" dirty="0" smtClean="0">
                <a:latin typeface="Courier New"/>
                <a:cs typeface="Courier New"/>
              </a:rPr>
              <a:t>parentClass</a:t>
            </a:r>
            <a:r>
              <a:rPr sz="2000" b="1" spc="0" dirty="0" smtClean="0">
                <a:latin typeface="Courier New"/>
                <a:cs typeface="Courier New"/>
              </a:rPr>
              <a:t>.	</a:t>
            </a:r>
            <a:r>
              <a:rPr sz="2000" b="1" spc="-5" dirty="0" smtClean="0">
                <a:latin typeface="Courier New"/>
                <a:cs typeface="Courier New"/>
              </a:rPr>
              <a:t>ini</a:t>
            </a:r>
            <a:r>
              <a:rPr sz="2000" b="1" spc="0" dirty="0" smtClean="0">
                <a:latin typeface="Courier New"/>
                <a:cs typeface="Courier New"/>
              </a:rPr>
              <a:t>t	</a:t>
            </a:r>
            <a:r>
              <a:rPr sz="2000" b="1" spc="-5" dirty="0" smtClean="0">
                <a:latin typeface="Courier New"/>
                <a:cs typeface="Courier New"/>
              </a:rPr>
              <a:t>(self</a:t>
            </a:r>
            <a:r>
              <a:rPr sz="2000" b="1" spc="0" dirty="0" smtClean="0">
                <a:latin typeface="Courier New"/>
                <a:cs typeface="Courier New"/>
              </a:rPr>
              <a:t>,</a:t>
            </a:r>
            <a:r>
              <a:rPr sz="2000" b="1" spc="-5" dirty="0" smtClean="0">
                <a:latin typeface="Courier New"/>
                <a:cs typeface="Courier New"/>
              </a:rPr>
              <a:t> x</a:t>
            </a:r>
            <a:r>
              <a:rPr sz="2000" b="1" spc="0" dirty="0" smtClean="0">
                <a:latin typeface="Courier New"/>
                <a:cs typeface="Courier New"/>
              </a:rPr>
              <a:t>,</a:t>
            </a:r>
            <a:r>
              <a:rPr sz="2000" b="1" spc="-5" dirty="0" smtClean="0">
                <a:latin typeface="Courier New"/>
                <a:cs typeface="Courier New"/>
              </a:rPr>
              <a:t> y)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400"/>
              </a:lnSpc>
              <a:spcBef>
                <a:spcPts val="69"/>
              </a:spcBef>
            </a:pPr>
            <a:endParaRPr sz="1400"/>
          </a:p>
          <a:p>
            <a:pPr marL="490855">
              <a:lnSpc>
                <a:spcPct val="100000"/>
              </a:lnSpc>
            </a:pPr>
            <a:r>
              <a:rPr sz="1800" b="1" spc="35" dirty="0" smtClean="0">
                <a:latin typeface="Arial"/>
                <a:cs typeface="Arial"/>
              </a:rPr>
              <a:t>w</a:t>
            </a:r>
            <a:r>
              <a:rPr sz="1800" b="1" spc="0" dirty="0" smtClean="0">
                <a:latin typeface="Arial"/>
                <a:cs typeface="Arial"/>
              </a:rPr>
              <a:t>here</a:t>
            </a:r>
            <a:r>
              <a:rPr sz="1800" b="1" spc="-30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par</a:t>
            </a:r>
            <a:r>
              <a:rPr sz="1800" b="1" spc="-10" dirty="0" smtClean="0">
                <a:latin typeface="Arial"/>
                <a:cs typeface="Arial"/>
              </a:rPr>
              <a:t>e</a:t>
            </a:r>
            <a:r>
              <a:rPr sz="1800" b="1" spc="0" dirty="0" smtClean="0">
                <a:latin typeface="Arial"/>
                <a:cs typeface="Arial"/>
              </a:rPr>
              <a:t>ntClass</a:t>
            </a:r>
            <a:r>
              <a:rPr sz="1800" b="1" spc="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is</a:t>
            </a:r>
            <a:r>
              <a:rPr sz="1800" b="1" spc="-10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the </a:t>
            </a:r>
            <a:r>
              <a:rPr sz="1800" b="1" spc="5" dirty="0" smtClean="0">
                <a:latin typeface="Arial"/>
                <a:cs typeface="Arial"/>
              </a:rPr>
              <a:t>n</a:t>
            </a:r>
            <a:r>
              <a:rPr sz="1800" b="1" spc="0" dirty="0" smtClean="0">
                <a:latin typeface="Arial"/>
                <a:cs typeface="Arial"/>
              </a:rPr>
              <a:t>a</a:t>
            </a:r>
            <a:r>
              <a:rPr sz="1800" b="1" spc="-10" dirty="0" smtClean="0">
                <a:latin typeface="Arial"/>
                <a:cs typeface="Arial"/>
              </a:rPr>
              <a:t>m</a:t>
            </a:r>
            <a:r>
              <a:rPr sz="1800" b="1" spc="0" dirty="0" smtClean="0">
                <a:latin typeface="Arial"/>
                <a:cs typeface="Arial"/>
              </a:rPr>
              <a:t>e of</a:t>
            </a:r>
            <a:r>
              <a:rPr sz="1800" b="1" spc="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the</a:t>
            </a:r>
            <a:r>
              <a:rPr sz="1800" b="1" spc="-10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par</a:t>
            </a:r>
            <a:r>
              <a:rPr sz="1800" b="1" spc="-10" dirty="0" smtClean="0">
                <a:latin typeface="Arial"/>
                <a:cs typeface="Arial"/>
              </a:rPr>
              <a:t>e</a:t>
            </a:r>
            <a:r>
              <a:rPr sz="1800" b="1" spc="0" dirty="0" smtClean="0">
                <a:latin typeface="Arial"/>
                <a:cs typeface="Arial"/>
              </a:rPr>
              <a:t>nt</a:t>
            </a:r>
            <a:r>
              <a:rPr sz="1800" b="1" spc="5" dirty="0" smtClean="0">
                <a:latin typeface="Arial"/>
                <a:cs typeface="Arial"/>
              </a:rPr>
              <a:t>’</a:t>
            </a:r>
            <a:r>
              <a:rPr sz="1800" b="1" spc="0" dirty="0" smtClean="0">
                <a:latin typeface="Arial"/>
                <a:cs typeface="Arial"/>
              </a:rPr>
              <a:t>s </a:t>
            </a:r>
            <a:r>
              <a:rPr sz="1800" b="1" spc="-10" dirty="0" smtClean="0">
                <a:latin typeface="Arial"/>
                <a:cs typeface="Arial"/>
              </a:rPr>
              <a:t>c</a:t>
            </a:r>
            <a:r>
              <a:rPr sz="1800" b="1" spc="0" dirty="0" smtClean="0">
                <a:latin typeface="Arial"/>
                <a:cs typeface="Arial"/>
              </a:rPr>
              <a:t>la</a:t>
            </a:r>
            <a:r>
              <a:rPr sz="1800" b="1" spc="-10" dirty="0" smtClean="0">
                <a:latin typeface="Arial"/>
                <a:cs typeface="Arial"/>
              </a:rPr>
              <a:t>s</a:t>
            </a:r>
            <a:r>
              <a:rPr sz="1800" b="1" spc="0" dirty="0" smtClean="0">
                <a:latin typeface="Arial"/>
                <a:cs typeface="Arial"/>
              </a:rPr>
              <a:t>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33006" y="3513582"/>
            <a:ext cx="696595" cy="3663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200" b="1" spc="-15" dirty="0" smtClean="0">
                <a:latin typeface="Courier New"/>
                <a:cs typeface="Courier New"/>
              </a:rPr>
              <a:t>init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113532" y="1079322"/>
            <a:ext cx="508406" cy="0"/>
          </a:xfrm>
          <a:custGeom>
            <a:avLst/>
            <a:gdLst/>
            <a:ahLst/>
            <a:cxnLst/>
            <a:rect l="l" t="t" r="r" b="b"/>
            <a:pathLst>
              <a:path w="508406">
                <a:moveTo>
                  <a:pt x="0" y="0"/>
                </a:moveTo>
                <a:lnTo>
                  <a:pt x="508406" y="0"/>
                </a:lnTo>
              </a:path>
            </a:pathLst>
          </a:custGeom>
          <a:ln w="40690">
            <a:solidFill>
              <a:srgbClr val="00006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306824" y="1079322"/>
            <a:ext cx="508406" cy="0"/>
          </a:xfrm>
          <a:custGeom>
            <a:avLst/>
            <a:gdLst/>
            <a:ahLst/>
            <a:cxnLst/>
            <a:rect l="l" t="t" r="r" b="b"/>
            <a:pathLst>
              <a:path w="508406">
                <a:moveTo>
                  <a:pt x="0" y="0"/>
                </a:moveTo>
                <a:lnTo>
                  <a:pt x="508406" y="0"/>
                </a:lnTo>
              </a:path>
            </a:pathLst>
          </a:custGeom>
          <a:ln w="40690">
            <a:solidFill>
              <a:srgbClr val="00006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698491" y="2722372"/>
            <a:ext cx="335334" cy="0"/>
          </a:xfrm>
          <a:custGeom>
            <a:avLst/>
            <a:gdLst/>
            <a:ahLst/>
            <a:cxnLst/>
            <a:rect l="l" t="t" r="r" b="b"/>
            <a:pathLst>
              <a:path w="335334">
                <a:moveTo>
                  <a:pt x="0" y="0"/>
                </a:moveTo>
                <a:lnTo>
                  <a:pt x="335334" y="0"/>
                </a:lnTo>
              </a:path>
            </a:pathLst>
          </a:custGeom>
          <a:ln w="2788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704332" y="2722372"/>
            <a:ext cx="335334" cy="0"/>
          </a:xfrm>
          <a:custGeom>
            <a:avLst/>
            <a:gdLst/>
            <a:ahLst/>
            <a:cxnLst/>
            <a:rect l="l" t="t" r="r" b="b"/>
            <a:pathLst>
              <a:path w="335334">
                <a:moveTo>
                  <a:pt x="0" y="0"/>
                </a:moveTo>
                <a:lnTo>
                  <a:pt x="335334" y="0"/>
                </a:lnTo>
              </a:path>
            </a:pathLst>
          </a:custGeom>
          <a:ln w="2788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10426" y="3862704"/>
            <a:ext cx="335334" cy="0"/>
          </a:xfrm>
          <a:custGeom>
            <a:avLst/>
            <a:gdLst/>
            <a:ahLst/>
            <a:cxnLst/>
            <a:rect l="l" t="t" r="r" b="b"/>
            <a:pathLst>
              <a:path w="335334">
                <a:moveTo>
                  <a:pt x="0" y="0"/>
                </a:moveTo>
                <a:lnTo>
                  <a:pt x="335334" y="0"/>
                </a:lnTo>
              </a:path>
            </a:pathLst>
          </a:custGeom>
          <a:ln w="2788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7716266" y="3862704"/>
            <a:ext cx="335334" cy="0"/>
          </a:xfrm>
          <a:custGeom>
            <a:avLst/>
            <a:gdLst/>
            <a:ahLst/>
            <a:cxnLst/>
            <a:rect l="l" t="t" r="r" b="b"/>
            <a:pathLst>
              <a:path w="335334">
                <a:moveTo>
                  <a:pt x="0" y="0"/>
                </a:moveTo>
                <a:lnTo>
                  <a:pt x="335334" y="0"/>
                </a:lnTo>
              </a:path>
            </a:pathLst>
          </a:custGeom>
          <a:ln w="27889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102229" y="4687265"/>
            <a:ext cx="304849" cy="0"/>
          </a:xfrm>
          <a:custGeom>
            <a:avLst/>
            <a:gdLst/>
            <a:ahLst/>
            <a:cxnLst/>
            <a:rect l="l" t="t" r="r" b="b"/>
            <a:pathLst>
              <a:path w="304849">
                <a:moveTo>
                  <a:pt x="0" y="0"/>
                </a:moveTo>
                <a:lnTo>
                  <a:pt x="304849" y="0"/>
                </a:lnTo>
              </a:path>
            </a:pathLst>
          </a:custGeom>
          <a:ln w="2548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017009" y="4687265"/>
            <a:ext cx="304849" cy="0"/>
          </a:xfrm>
          <a:custGeom>
            <a:avLst/>
            <a:gdLst/>
            <a:ahLst/>
            <a:cxnLst/>
            <a:rect l="l" t="t" r="r" b="b"/>
            <a:pathLst>
              <a:path w="304849">
                <a:moveTo>
                  <a:pt x="0" y="0"/>
                </a:moveTo>
                <a:lnTo>
                  <a:pt x="304849" y="0"/>
                </a:lnTo>
              </a:path>
            </a:pathLst>
          </a:custGeom>
          <a:ln w="2548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83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84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32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 smtClean="0">
                <a:solidFill>
                  <a:srgbClr val="C00000"/>
                </a:solidFill>
                <a:latin typeface="Arial"/>
                <a:cs typeface="Arial"/>
              </a:rPr>
              <a:t>Private</a:t>
            </a:r>
            <a:r>
              <a:rPr sz="36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Data</a:t>
            </a:r>
            <a:r>
              <a:rPr sz="3600" b="1" spc="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and</a:t>
            </a:r>
            <a:r>
              <a:rPr sz="36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Methods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344802"/>
            <a:ext cx="7542530" cy="267208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marR="12700" indent="-342900">
              <a:lnSpc>
                <a:spcPts val="24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  <a:tab pos="4991735" algn="l"/>
              </a:tabLst>
            </a:pPr>
            <a:r>
              <a:rPr sz="2000" b="1" dirty="0" smtClean="0">
                <a:latin typeface="Arial"/>
                <a:cs typeface="Arial"/>
              </a:rPr>
              <a:t>Any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attribute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or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method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30" dirty="0" smtClean="0">
                <a:latin typeface="Arial"/>
                <a:cs typeface="Arial"/>
              </a:rPr>
              <a:t>w</a:t>
            </a:r>
            <a:r>
              <a:rPr sz="2000" b="1" spc="-2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th</a:t>
            </a:r>
            <a:r>
              <a:rPr sz="2000" b="1" spc="-50" dirty="0" smtClean="0">
                <a:latin typeface="Arial"/>
                <a:cs typeface="Arial"/>
              </a:rPr>
              <a:t> </a:t>
            </a:r>
            <a:r>
              <a:rPr sz="2000" b="1" spc="-10" dirty="0" smtClean="0">
                <a:latin typeface="Arial"/>
                <a:cs typeface="Arial"/>
              </a:rPr>
              <a:t>t</a:t>
            </a:r>
            <a:r>
              <a:rPr sz="2000" b="1" spc="3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o</a:t>
            </a:r>
            <a:r>
              <a:rPr sz="2000" b="1" spc="-4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lead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ng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underscores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its na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e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(but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none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at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end)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is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pr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-25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ate.	</a:t>
            </a:r>
            <a:r>
              <a:rPr sz="2000" b="1" spc="-15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t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cannot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be accessed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outs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de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</a:t>
            </a:r>
            <a:r>
              <a:rPr sz="2000" b="1" spc="-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that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</a:t>
            </a:r>
            <a:r>
              <a:rPr sz="2000" b="1" spc="-5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ass.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10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756285" algn="l"/>
              </a:tabLst>
            </a:pPr>
            <a:r>
              <a:rPr sz="1800" dirty="0" smtClean="0">
                <a:latin typeface="Arial"/>
                <a:cs typeface="Arial"/>
              </a:rPr>
              <a:t>N</a:t>
            </a:r>
            <a:r>
              <a:rPr sz="1800" spc="-10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te:</a:t>
            </a:r>
            <a:endParaRPr sz="1800">
              <a:latin typeface="Arial"/>
              <a:cs typeface="Arial"/>
            </a:endParaRPr>
          </a:p>
          <a:p>
            <a:pPr marL="756285">
              <a:lnSpc>
                <a:spcPts val="2130"/>
              </a:lnSpc>
            </a:pPr>
            <a:r>
              <a:rPr sz="1800" dirty="0" smtClean="0">
                <a:latin typeface="Arial"/>
                <a:cs typeface="Arial"/>
              </a:rPr>
              <a:t>N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mes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-40" dirty="0" smtClean="0">
                <a:latin typeface="Arial"/>
                <a:cs typeface="Arial"/>
              </a:rPr>
              <a:t>w</a:t>
            </a:r>
            <a:r>
              <a:rPr sz="1800" spc="0" dirty="0" smtClean="0">
                <a:latin typeface="Arial"/>
                <a:cs typeface="Arial"/>
              </a:rPr>
              <a:t>ith</a:t>
            </a:r>
            <a:r>
              <a:rPr sz="1800" spc="3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t</a:t>
            </a:r>
            <a:r>
              <a:rPr sz="1800" spc="-40" dirty="0" smtClean="0">
                <a:latin typeface="Arial"/>
                <a:cs typeface="Arial"/>
              </a:rPr>
              <a:t>w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3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u</a:t>
            </a:r>
            <a:r>
              <a:rPr sz="1800" spc="-10" dirty="0" smtClean="0">
                <a:latin typeface="Arial"/>
                <a:cs typeface="Arial"/>
              </a:rPr>
              <a:t>n</a:t>
            </a:r>
            <a:r>
              <a:rPr sz="1800" spc="0" dirty="0" smtClean="0">
                <a:latin typeface="Arial"/>
                <a:cs typeface="Arial"/>
              </a:rPr>
              <a:t>d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rscor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2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at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the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b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g</a:t>
            </a:r>
            <a:r>
              <a:rPr sz="1800" spc="-10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n</a:t>
            </a:r>
            <a:r>
              <a:rPr sz="1800" spc="-10" dirty="0" smtClean="0">
                <a:latin typeface="Arial"/>
                <a:cs typeface="Arial"/>
              </a:rPr>
              <a:t>n</a:t>
            </a:r>
            <a:r>
              <a:rPr sz="1800" spc="0" dirty="0" smtClean="0">
                <a:latin typeface="Arial"/>
                <a:cs typeface="Arial"/>
              </a:rPr>
              <a:t>i</a:t>
            </a:r>
            <a:r>
              <a:rPr sz="1800" spc="-10" dirty="0" smtClean="0">
                <a:latin typeface="Arial"/>
                <a:cs typeface="Arial"/>
              </a:rPr>
              <a:t>n</a:t>
            </a:r>
            <a:r>
              <a:rPr sz="1800" spc="0" dirty="0" smtClean="0">
                <a:latin typeface="Arial"/>
                <a:cs typeface="Arial"/>
              </a:rPr>
              <a:t>g</a:t>
            </a:r>
            <a:r>
              <a:rPr sz="1800" spc="45" dirty="0" smtClean="0">
                <a:latin typeface="Arial"/>
                <a:cs typeface="Arial"/>
              </a:rPr>
              <a:t> </a:t>
            </a:r>
            <a:r>
              <a:rPr sz="18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and the </a:t>
            </a:r>
            <a:r>
              <a:rPr sz="1800" b="1" i="1" spc="-10" dirty="0" smtClean="0">
                <a:solidFill>
                  <a:srgbClr val="0000FF"/>
                </a:solidFill>
                <a:latin typeface="Arial"/>
                <a:cs typeface="Arial"/>
              </a:rPr>
              <a:t>e</a:t>
            </a:r>
            <a:r>
              <a:rPr sz="1800" b="1" i="1" spc="0" dirty="0" smtClean="0">
                <a:solidFill>
                  <a:srgbClr val="0000FF"/>
                </a:solidFill>
                <a:latin typeface="Arial"/>
                <a:cs typeface="Arial"/>
              </a:rPr>
              <a:t>nd </a:t>
            </a:r>
            <a:r>
              <a:rPr sz="1800" spc="0" dirty="0" smtClean="0">
                <a:latin typeface="Arial"/>
                <a:cs typeface="Arial"/>
              </a:rPr>
              <a:t>are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for</a:t>
            </a:r>
            <a:endParaRPr sz="1800">
              <a:latin typeface="Arial"/>
              <a:cs typeface="Arial"/>
            </a:endParaRPr>
          </a:p>
          <a:p>
            <a:pPr marL="756285">
              <a:lnSpc>
                <a:spcPct val="100000"/>
              </a:lnSpc>
            </a:pPr>
            <a:r>
              <a:rPr sz="1800" spc="-10" dirty="0" smtClean="0">
                <a:latin typeface="Arial"/>
                <a:cs typeface="Arial"/>
              </a:rPr>
              <a:t>bu</a:t>
            </a:r>
            <a:r>
              <a:rPr sz="1800" spc="0" dirty="0" smtClean="0">
                <a:latin typeface="Arial"/>
                <a:cs typeface="Arial"/>
              </a:rPr>
              <a:t>i</a:t>
            </a:r>
            <a:r>
              <a:rPr sz="1800" spc="-10" dirty="0" smtClean="0">
                <a:latin typeface="Arial"/>
                <a:cs typeface="Arial"/>
              </a:rPr>
              <a:t>l</a:t>
            </a:r>
            <a:r>
              <a:rPr sz="1800" spc="0" dirty="0" smtClean="0">
                <a:latin typeface="Arial"/>
                <a:cs typeface="Arial"/>
              </a:rPr>
              <a:t>t</a:t>
            </a:r>
            <a:r>
              <a:rPr sz="1800" spc="-5" dirty="0" smtClean="0">
                <a:latin typeface="Arial"/>
                <a:cs typeface="Arial"/>
              </a:rPr>
              <a:t>-</a:t>
            </a:r>
            <a:r>
              <a:rPr sz="1800" spc="0" dirty="0" smtClean="0">
                <a:latin typeface="Arial"/>
                <a:cs typeface="Arial"/>
              </a:rPr>
              <a:t>in m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th</a:t>
            </a:r>
            <a:r>
              <a:rPr sz="1800" spc="-10" dirty="0" smtClean="0">
                <a:latin typeface="Arial"/>
                <a:cs typeface="Arial"/>
              </a:rPr>
              <a:t>od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10" dirty="0" smtClean="0">
                <a:latin typeface="Arial"/>
                <a:cs typeface="Arial"/>
              </a:rPr>
              <a:t> </a:t>
            </a:r>
            <a:r>
              <a:rPr sz="1800" spc="-10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r attri</a:t>
            </a:r>
            <a:r>
              <a:rPr sz="1800" spc="-10" dirty="0" smtClean="0">
                <a:latin typeface="Arial"/>
                <a:cs typeface="Arial"/>
              </a:rPr>
              <a:t>bu</a:t>
            </a:r>
            <a:r>
              <a:rPr sz="1800" spc="0" dirty="0" smtClean="0">
                <a:latin typeface="Arial"/>
                <a:cs typeface="Arial"/>
              </a:rPr>
              <a:t>tes for the</a:t>
            </a:r>
            <a:r>
              <a:rPr sz="1800" spc="-1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cl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ss</a:t>
            </a:r>
            <a:endParaRPr sz="1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85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756285" algn="l"/>
              </a:tabLst>
            </a:pPr>
            <a:r>
              <a:rPr sz="1800" dirty="0" smtClean="0">
                <a:latin typeface="Arial"/>
                <a:cs typeface="Arial"/>
              </a:rPr>
              <a:t>N</a:t>
            </a:r>
            <a:r>
              <a:rPr sz="1800" spc="-10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te:</a:t>
            </a:r>
            <a:endParaRPr sz="1800">
              <a:latin typeface="Arial"/>
              <a:cs typeface="Arial"/>
            </a:endParaRPr>
          </a:p>
          <a:p>
            <a:pPr marL="756285" marR="233679">
              <a:lnSpc>
                <a:spcPts val="2160"/>
              </a:lnSpc>
              <a:spcBef>
                <a:spcPts val="40"/>
              </a:spcBef>
            </a:pPr>
            <a:r>
              <a:rPr sz="1800" spc="10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h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re</a:t>
            </a:r>
            <a:r>
              <a:rPr sz="1800" spc="-1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is no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‘</a:t>
            </a:r>
            <a:r>
              <a:rPr sz="1800" spc="-10" dirty="0" smtClean="0">
                <a:latin typeface="Arial"/>
                <a:cs typeface="Arial"/>
              </a:rPr>
              <a:t>p</a:t>
            </a:r>
            <a:r>
              <a:rPr sz="1800" spc="0" dirty="0" smtClean="0">
                <a:latin typeface="Arial"/>
                <a:cs typeface="Arial"/>
              </a:rPr>
              <a:t>rot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cte</a:t>
            </a:r>
            <a:r>
              <a:rPr sz="1800" spc="-10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’</a:t>
            </a:r>
            <a:r>
              <a:rPr sz="1800" spc="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status in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P</a:t>
            </a:r>
            <a:r>
              <a:rPr sz="1800" spc="-25" dirty="0" smtClean="0">
                <a:latin typeface="Arial"/>
                <a:cs typeface="Arial"/>
              </a:rPr>
              <a:t>y</a:t>
            </a:r>
            <a:r>
              <a:rPr sz="1800" spc="0" dirty="0" smtClean="0">
                <a:latin typeface="Arial"/>
                <a:cs typeface="Arial"/>
              </a:rPr>
              <a:t>th</a:t>
            </a:r>
            <a:r>
              <a:rPr sz="1800" spc="-10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n;</a:t>
            </a:r>
            <a:r>
              <a:rPr sz="1800" spc="2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so, su</a:t>
            </a:r>
            <a:r>
              <a:rPr sz="1800" spc="-10" dirty="0" smtClean="0">
                <a:latin typeface="Arial"/>
                <a:cs typeface="Arial"/>
              </a:rPr>
              <a:t>b</a:t>
            </a:r>
            <a:r>
              <a:rPr sz="1800" spc="0" dirty="0" smtClean="0">
                <a:latin typeface="Arial"/>
                <a:cs typeface="Arial"/>
              </a:rPr>
              <a:t>cl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sses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-40" dirty="0" smtClean="0">
                <a:latin typeface="Arial"/>
                <a:cs typeface="Arial"/>
              </a:rPr>
              <a:t>w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-10" dirty="0" smtClean="0">
                <a:latin typeface="Arial"/>
                <a:cs typeface="Arial"/>
              </a:rPr>
              <a:t>u</a:t>
            </a:r>
            <a:r>
              <a:rPr sz="1800" spc="0" dirty="0" smtClean="0">
                <a:latin typeface="Arial"/>
                <a:cs typeface="Arial"/>
              </a:rPr>
              <a:t>ld</a:t>
            </a:r>
            <a:r>
              <a:rPr sz="1800" spc="4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be u</a:t>
            </a:r>
            <a:r>
              <a:rPr sz="1800" spc="-10" dirty="0" smtClean="0">
                <a:latin typeface="Arial"/>
                <a:cs typeface="Arial"/>
              </a:rPr>
              <a:t>n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-10" dirty="0" smtClean="0">
                <a:latin typeface="Arial"/>
                <a:cs typeface="Arial"/>
              </a:rPr>
              <a:t>b</a:t>
            </a:r>
            <a:r>
              <a:rPr sz="1800" spc="0" dirty="0" smtClean="0">
                <a:latin typeface="Arial"/>
                <a:cs typeface="Arial"/>
              </a:rPr>
              <a:t>le</a:t>
            </a:r>
            <a:r>
              <a:rPr sz="1800" spc="1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to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acc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ss</a:t>
            </a:r>
            <a:r>
              <a:rPr sz="1800" spc="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th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se </a:t>
            </a:r>
            <a:r>
              <a:rPr sz="1800" spc="-10" dirty="0" smtClean="0">
                <a:latin typeface="Arial"/>
                <a:cs typeface="Arial"/>
              </a:rPr>
              <a:t>p</a:t>
            </a:r>
            <a:r>
              <a:rPr sz="1800" spc="0" dirty="0" smtClean="0">
                <a:latin typeface="Arial"/>
                <a:cs typeface="Arial"/>
              </a:rPr>
              <a:t>riv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te</a:t>
            </a:r>
            <a:r>
              <a:rPr sz="1800" spc="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d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ta e</a:t>
            </a:r>
            <a:r>
              <a:rPr sz="1800" spc="-10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th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r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4786" y="2627757"/>
            <a:ext cx="3933825" cy="4362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800" b="1" spc="-20" dirty="0" smtClean="0">
                <a:latin typeface="Arial"/>
                <a:cs typeface="Arial"/>
              </a:rPr>
              <a:t>Imp</a:t>
            </a:r>
            <a:r>
              <a:rPr sz="2800" b="1" spc="-35" dirty="0" smtClean="0">
                <a:latin typeface="Arial"/>
                <a:cs typeface="Arial"/>
              </a:rPr>
              <a:t>o</a:t>
            </a:r>
            <a:r>
              <a:rPr sz="2800" b="1" spc="-10" dirty="0" smtClean="0">
                <a:latin typeface="Arial"/>
                <a:cs typeface="Arial"/>
              </a:rPr>
              <a:t>rt</a:t>
            </a:r>
            <a:r>
              <a:rPr sz="2800" b="1" spc="-5" dirty="0" smtClean="0">
                <a:latin typeface="Arial"/>
                <a:cs typeface="Arial"/>
              </a:rPr>
              <a:t>i</a:t>
            </a:r>
            <a:r>
              <a:rPr sz="2800" b="1" spc="-20" dirty="0" smtClean="0">
                <a:latin typeface="Arial"/>
                <a:cs typeface="Arial"/>
              </a:rPr>
              <a:t>ng</a:t>
            </a:r>
            <a:r>
              <a:rPr sz="2800" b="1" spc="10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and</a:t>
            </a:r>
            <a:r>
              <a:rPr sz="2800" b="1" spc="-5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Mod</a:t>
            </a:r>
            <a:r>
              <a:rPr sz="2800" b="1" spc="-35" dirty="0" smtClean="0">
                <a:latin typeface="Arial"/>
                <a:cs typeface="Arial"/>
              </a:rPr>
              <a:t>u</a:t>
            </a:r>
            <a:r>
              <a:rPr sz="2800" b="1" spc="-15" dirty="0" smtClean="0">
                <a:latin typeface="Arial"/>
                <a:cs typeface="Arial"/>
              </a:rPr>
              <a:t>les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024602" y="3761256"/>
            <a:ext cx="4566175" cy="270511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4786" y="519938"/>
            <a:ext cx="4592955" cy="5911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2727960" algn="l"/>
              </a:tabLst>
            </a:pPr>
            <a:r>
              <a:rPr sz="3600" b="1" dirty="0" smtClean="0">
                <a:solidFill>
                  <a:srgbClr val="000066"/>
                </a:solidFill>
                <a:latin typeface="Courier New"/>
                <a:cs typeface="Courier New"/>
              </a:rPr>
              <a:t>Import</a:t>
            </a:r>
            <a:r>
              <a:rPr sz="3600" b="1" spc="-1140" dirty="0" smtClean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and	M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o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du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l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es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89431" y="2670048"/>
            <a:ext cx="475488" cy="5806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15567" y="2676144"/>
            <a:ext cx="6312408" cy="5699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39190" y="1305559"/>
            <a:ext cx="7422515" cy="51098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35915" indent="-32385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35915" algn="l"/>
              </a:tabLst>
            </a:pPr>
            <a:r>
              <a:rPr sz="2000" b="1" spc="-10" dirty="0" smtClean="0">
                <a:latin typeface="Arial"/>
                <a:cs typeface="Arial"/>
              </a:rPr>
              <a:t>P</a:t>
            </a:r>
            <a:r>
              <a:rPr sz="2000" b="1" spc="0" dirty="0" smtClean="0">
                <a:latin typeface="Arial"/>
                <a:cs typeface="Arial"/>
              </a:rPr>
              <a:t>rogra</a:t>
            </a:r>
            <a:r>
              <a:rPr sz="2000" b="1" spc="-15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s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3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i</a:t>
            </a:r>
            <a:r>
              <a:rPr sz="2000" b="1" spc="-15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l</a:t>
            </a:r>
            <a:r>
              <a:rPr sz="2000" b="1" spc="-6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often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use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classes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&amp; functio</a:t>
            </a:r>
            <a:r>
              <a:rPr sz="2000" b="1" spc="-10" dirty="0" smtClean="0">
                <a:latin typeface="Arial"/>
                <a:cs typeface="Arial"/>
              </a:rPr>
              <a:t>n</a:t>
            </a:r>
            <a:r>
              <a:rPr sz="2000" b="1" spc="0" dirty="0" smtClean="0">
                <a:latin typeface="Arial"/>
                <a:cs typeface="Arial"/>
              </a:rPr>
              <a:t>s</a:t>
            </a:r>
            <a:r>
              <a:rPr sz="2000" b="1" spc="-4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defined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</a:t>
            </a:r>
            <a:endParaRPr sz="2000">
              <a:latin typeface="Arial"/>
              <a:cs typeface="Arial"/>
            </a:endParaRPr>
          </a:p>
          <a:p>
            <a:pPr marL="335915">
              <a:lnSpc>
                <a:spcPts val="2360"/>
              </a:lnSpc>
            </a:pPr>
            <a:r>
              <a:rPr sz="2000" b="1" dirty="0" smtClean="0">
                <a:latin typeface="Arial"/>
                <a:cs typeface="Arial"/>
              </a:rPr>
              <a:t>another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file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850"/>
              </a:lnSpc>
              <a:spcBef>
                <a:spcPts val="33"/>
              </a:spcBef>
            </a:pPr>
            <a:endParaRPr sz="850"/>
          </a:p>
          <a:p>
            <a:pPr marL="335915" marR="109220" indent="-323850">
              <a:lnSpc>
                <a:spcPts val="24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35915" algn="l"/>
              </a:tabLst>
            </a:pPr>
            <a:r>
              <a:rPr sz="2000" b="1" dirty="0" smtClean="0">
                <a:latin typeface="Arial"/>
                <a:cs typeface="Arial"/>
              </a:rPr>
              <a:t>A P</a:t>
            </a:r>
            <a:r>
              <a:rPr sz="2000" b="1" spc="-40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thon</a:t>
            </a:r>
            <a:r>
              <a:rPr sz="2000" b="1" spc="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mo</a:t>
            </a:r>
            <a:r>
              <a:rPr sz="2000" b="1" spc="-10" dirty="0" smtClean="0">
                <a:latin typeface="Arial"/>
                <a:cs typeface="Arial"/>
              </a:rPr>
              <a:t>d</a:t>
            </a:r>
            <a:r>
              <a:rPr sz="2000" b="1" spc="0" dirty="0" smtClean="0">
                <a:latin typeface="Arial"/>
                <a:cs typeface="Arial"/>
              </a:rPr>
              <a:t>ule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is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 s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ngle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file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2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i</a:t>
            </a:r>
            <a:r>
              <a:rPr sz="2000" b="1" spc="-1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h</a:t>
            </a:r>
            <a:r>
              <a:rPr sz="2000" b="1" spc="-4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same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name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(plus the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i="1" spc="-10" dirty="0" smtClean="0">
                <a:solidFill>
                  <a:srgbClr val="C00000"/>
                </a:solidFill>
                <a:latin typeface="Arial"/>
                <a:cs typeface="Arial"/>
              </a:rPr>
              <a:t>.</a:t>
            </a:r>
            <a:r>
              <a:rPr sz="2000" b="1" i="1" spc="-5" dirty="0" smtClean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20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y</a:t>
            </a:r>
            <a:r>
              <a:rPr sz="2000" b="1" i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ex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ension)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500"/>
              </a:lnSpc>
              <a:spcBef>
                <a:spcPts val="15"/>
              </a:spcBef>
              <a:buClr>
                <a:srgbClr val="FF0000"/>
              </a:buClr>
              <a:buFont typeface="Wingdings"/>
              <a:buChar char=""/>
            </a:pPr>
            <a:endParaRPr sz="500"/>
          </a:p>
          <a:p>
            <a:pPr marL="335915" indent="-32385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35915" algn="l"/>
              </a:tabLst>
            </a:pPr>
            <a:r>
              <a:rPr sz="2000" b="1" i="1" spc="-15" dirty="0" smtClean="0">
                <a:latin typeface="Arial"/>
                <a:cs typeface="Arial"/>
              </a:rPr>
              <a:t>M</a:t>
            </a:r>
            <a:r>
              <a:rPr sz="2000" b="1" i="1" spc="0" dirty="0" smtClean="0">
                <a:latin typeface="Arial"/>
                <a:cs typeface="Arial"/>
              </a:rPr>
              <a:t>odu</a:t>
            </a:r>
            <a:r>
              <a:rPr sz="2000" b="1" i="1" spc="-10" dirty="0" smtClean="0">
                <a:latin typeface="Arial"/>
                <a:cs typeface="Arial"/>
              </a:rPr>
              <a:t>l</a:t>
            </a:r>
            <a:r>
              <a:rPr sz="2000" b="1" i="1" spc="0" dirty="0" smtClean="0">
                <a:latin typeface="Arial"/>
                <a:cs typeface="Arial"/>
              </a:rPr>
              <a:t>es can</a:t>
            </a:r>
            <a:r>
              <a:rPr sz="2000" b="1" i="1" spc="-15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latin typeface="Arial"/>
                <a:cs typeface="Arial"/>
              </a:rPr>
              <a:t>cont</a:t>
            </a:r>
            <a:r>
              <a:rPr sz="2000" b="1" i="1" spc="5" dirty="0" smtClean="0">
                <a:latin typeface="Arial"/>
                <a:cs typeface="Arial"/>
              </a:rPr>
              <a:t>a</a:t>
            </a:r>
            <a:r>
              <a:rPr sz="2000" b="1" i="1" spc="0" dirty="0" smtClean="0">
                <a:latin typeface="Arial"/>
                <a:cs typeface="Arial"/>
              </a:rPr>
              <a:t>in</a:t>
            </a:r>
            <a:r>
              <a:rPr sz="2000" b="1" i="1" spc="-25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latin typeface="Arial"/>
                <a:cs typeface="Arial"/>
              </a:rPr>
              <a:t>many</a:t>
            </a:r>
            <a:r>
              <a:rPr sz="2000" b="1" i="1" spc="-20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latin typeface="Arial"/>
                <a:cs typeface="Arial"/>
              </a:rPr>
              <a:t>classes</a:t>
            </a:r>
            <a:r>
              <a:rPr sz="2000" b="1" i="1" spc="-25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latin typeface="Arial"/>
                <a:cs typeface="Arial"/>
              </a:rPr>
              <a:t>and functions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550"/>
              </a:lnSpc>
              <a:spcBef>
                <a:spcPts val="14"/>
              </a:spcBef>
              <a:buClr>
                <a:srgbClr val="FF0000"/>
              </a:buClr>
              <a:buFont typeface="Wingdings"/>
              <a:buChar char=""/>
            </a:pPr>
            <a:endParaRPr sz="550"/>
          </a:p>
          <a:p>
            <a:pPr marL="335915" indent="-32385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35915" algn="l"/>
              </a:tabLst>
            </a:pPr>
            <a:r>
              <a:rPr sz="2000" b="1" dirty="0" smtClean="0">
                <a:latin typeface="Arial"/>
                <a:cs typeface="Arial"/>
              </a:rPr>
              <a:t>Access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using</a:t>
            </a:r>
            <a:r>
              <a:rPr sz="2000" b="1" spc="-5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import</a:t>
            </a:r>
            <a:r>
              <a:rPr sz="2000" b="1" i="1" spc="-3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(like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Ja</a:t>
            </a:r>
            <a:r>
              <a:rPr sz="2000" b="1" spc="-20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a)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650"/>
              </a:lnSpc>
              <a:spcBef>
                <a:spcPts val="29"/>
              </a:spcBef>
              <a:buClr>
                <a:srgbClr val="FF0000"/>
              </a:buClr>
              <a:buFont typeface="Wingdings"/>
              <a:buChar char=""/>
            </a:pPr>
            <a:endParaRPr sz="650"/>
          </a:p>
          <a:p>
            <a:pPr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 marL="12700">
              <a:lnSpc>
                <a:spcPct val="100000"/>
              </a:lnSpc>
            </a:pPr>
            <a:r>
              <a:rPr sz="2400" b="1" i="1" dirty="0" smtClean="0">
                <a:latin typeface="Arial"/>
                <a:cs typeface="Arial"/>
              </a:rPr>
              <a:t>Where do</a:t>
            </a:r>
            <a:r>
              <a:rPr sz="2400" b="1" i="1" spc="-10" dirty="0" smtClean="0">
                <a:latin typeface="Arial"/>
                <a:cs typeface="Arial"/>
              </a:rPr>
              <a:t>e</a:t>
            </a:r>
            <a:r>
              <a:rPr sz="2400" b="1" i="1" spc="0" dirty="0" smtClean="0">
                <a:latin typeface="Arial"/>
                <a:cs typeface="Arial"/>
              </a:rPr>
              <a:t>s P</a:t>
            </a:r>
            <a:r>
              <a:rPr sz="2400" b="1" i="1" spc="-10" dirty="0" smtClean="0">
                <a:latin typeface="Arial"/>
                <a:cs typeface="Arial"/>
              </a:rPr>
              <a:t>y</a:t>
            </a:r>
            <a:r>
              <a:rPr sz="2400" b="1" i="1" spc="0" dirty="0" smtClean="0">
                <a:latin typeface="Arial"/>
                <a:cs typeface="Arial"/>
              </a:rPr>
              <a:t>thon</a:t>
            </a:r>
            <a:r>
              <a:rPr sz="2400" b="1" i="1" spc="-10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look</a:t>
            </a:r>
            <a:r>
              <a:rPr sz="2400" b="1" i="1" spc="-25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for module</a:t>
            </a:r>
            <a:r>
              <a:rPr sz="2400" b="1" i="1" spc="-15" dirty="0" smtClean="0">
                <a:latin typeface="Arial"/>
                <a:cs typeface="Arial"/>
              </a:rPr>
              <a:t> </a:t>
            </a:r>
            <a:r>
              <a:rPr sz="2400" b="1" i="1" spc="0" dirty="0" smtClean="0">
                <a:latin typeface="Arial"/>
                <a:cs typeface="Arial"/>
              </a:rPr>
              <a:t>files?</a:t>
            </a:r>
            <a:endParaRPr sz="2400">
              <a:latin typeface="Arial"/>
              <a:cs typeface="Arial"/>
            </a:endParaRPr>
          </a:p>
          <a:p>
            <a:pPr marL="335915" indent="-323850">
              <a:lnSpc>
                <a:spcPct val="100000"/>
              </a:lnSpc>
              <a:spcBef>
                <a:spcPts val="20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335915" algn="l"/>
                <a:tab pos="5592445" algn="l"/>
              </a:tabLst>
            </a:pPr>
            <a:r>
              <a:rPr sz="2000" b="1" dirty="0" smtClean="0">
                <a:latin typeface="Arial"/>
                <a:cs typeface="Arial"/>
              </a:rPr>
              <a:t>The</a:t>
            </a:r>
            <a:r>
              <a:rPr sz="2000" b="1" spc="-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l</a:t>
            </a:r>
            <a:r>
              <a:rPr sz="2000" b="1" spc="-10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st</a:t>
            </a:r>
            <a:r>
              <a:rPr sz="2000" b="1" spc="-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directories</a:t>
            </a:r>
            <a:r>
              <a:rPr sz="2000" b="1" spc="-40" dirty="0" smtClean="0">
                <a:latin typeface="Arial"/>
                <a:cs typeface="Arial"/>
              </a:rPr>
              <a:t> </a:t>
            </a:r>
            <a:r>
              <a:rPr sz="2000" b="1" spc="2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here</a:t>
            </a:r>
            <a:r>
              <a:rPr sz="2000" b="1" spc="-5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P</a:t>
            </a:r>
            <a:r>
              <a:rPr sz="2000" b="1" spc="-40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thon</a:t>
            </a:r>
            <a:r>
              <a:rPr sz="2000" b="1" spc="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looks:	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000" b="1" spc="-35" dirty="0" smtClean="0">
                <a:solidFill>
                  <a:srgbClr val="C00000"/>
                </a:solidFill>
                <a:latin typeface="Arial"/>
                <a:cs typeface="Arial"/>
              </a:rPr>
              <a:t>y</a:t>
            </a:r>
            <a:r>
              <a:rPr sz="2000" b="1" spc="0" dirty="0" smtClean="0">
                <a:solidFill>
                  <a:srgbClr val="C00000"/>
                </a:solidFill>
                <a:latin typeface="Arial"/>
                <a:cs typeface="Arial"/>
              </a:rPr>
              <a:t>s.path</a:t>
            </a:r>
            <a:endParaRPr sz="2000">
              <a:latin typeface="Arial"/>
              <a:cs typeface="Arial"/>
            </a:endParaRPr>
          </a:p>
          <a:p>
            <a:pPr marL="335915" indent="-323850">
              <a:lnSpc>
                <a:spcPct val="100000"/>
              </a:lnSpc>
              <a:spcBef>
                <a:spcPts val="145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335915" algn="l"/>
              </a:tabLst>
            </a:pPr>
            <a:r>
              <a:rPr sz="2000" b="1" dirty="0" smtClean="0">
                <a:latin typeface="Arial"/>
                <a:cs typeface="Arial"/>
              </a:rPr>
              <a:t>When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P</a:t>
            </a:r>
            <a:r>
              <a:rPr sz="2000" b="1" spc="-40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thon</a:t>
            </a:r>
            <a:r>
              <a:rPr sz="2000" b="1" spc="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starts</a:t>
            </a:r>
            <a:r>
              <a:rPr sz="2000" b="1" spc="-4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up,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this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-25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ariab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e 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tial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z</a:t>
            </a:r>
            <a:r>
              <a:rPr sz="2000" b="1" spc="5" dirty="0" smtClean="0">
                <a:latin typeface="Arial"/>
                <a:cs typeface="Arial"/>
              </a:rPr>
              <a:t>e</a:t>
            </a:r>
            <a:r>
              <a:rPr sz="2000" b="1" spc="0" dirty="0" smtClean="0">
                <a:latin typeface="Arial"/>
                <a:cs typeface="Arial"/>
              </a:rPr>
              <a:t>d</a:t>
            </a:r>
            <a:r>
              <a:rPr sz="2000" b="1" spc="-4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from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endParaRPr sz="2000">
              <a:latin typeface="Arial"/>
              <a:cs typeface="Arial"/>
            </a:endParaRPr>
          </a:p>
          <a:p>
            <a:pPr marL="335915">
              <a:lnSpc>
                <a:spcPts val="2050"/>
              </a:lnSpc>
            </a:pPr>
            <a:r>
              <a:rPr sz="2000" b="1" dirty="0" smtClean="0">
                <a:solidFill>
                  <a:srgbClr val="FF6600"/>
                </a:solidFill>
                <a:latin typeface="Arial"/>
                <a:cs typeface="Arial"/>
              </a:rPr>
              <a:t>P</a:t>
            </a:r>
            <a:r>
              <a:rPr sz="2000" b="1" spc="-10" dirty="0" smtClean="0">
                <a:solidFill>
                  <a:srgbClr val="FF6600"/>
                </a:solidFill>
                <a:latin typeface="Arial"/>
                <a:cs typeface="Arial"/>
              </a:rPr>
              <a:t>Y</a:t>
            </a:r>
            <a:r>
              <a:rPr sz="2000" b="1" spc="0" dirty="0" smtClean="0">
                <a:solidFill>
                  <a:srgbClr val="FF6600"/>
                </a:solidFill>
                <a:latin typeface="Arial"/>
                <a:cs typeface="Arial"/>
              </a:rPr>
              <a:t>THO</a:t>
            </a:r>
            <a:r>
              <a:rPr sz="2000" b="1" spc="5" dirty="0" smtClean="0">
                <a:solidFill>
                  <a:srgbClr val="FF6600"/>
                </a:solidFill>
                <a:latin typeface="Arial"/>
                <a:cs typeface="Arial"/>
              </a:rPr>
              <a:t>N</a:t>
            </a:r>
            <a:r>
              <a:rPr sz="2000" b="1" spc="0" dirty="0" smtClean="0">
                <a:solidFill>
                  <a:srgbClr val="FF6600"/>
                </a:solidFill>
                <a:latin typeface="Arial"/>
                <a:cs typeface="Arial"/>
              </a:rPr>
              <a:t>PATH</a:t>
            </a:r>
            <a:r>
              <a:rPr sz="2000" b="1" spc="5" dirty="0" smtClean="0">
                <a:solidFill>
                  <a:srgbClr val="FF66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en</a:t>
            </a:r>
            <a:r>
              <a:rPr sz="2000" b="1" spc="-20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iron</a:t>
            </a:r>
            <a:r>
              <a:rPr sz="2000" b="1" spc="-15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ent </a:t>
            </a:r>
            <a:r>
              <a:rPr sz="2000" b="1" spc="-25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ariab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e</a:t>
            </a:r>
            <a:endParaRPr sz="2000">
              <a:latin typeface="Arial"/>
              <a:cs typeface="Arial"/>
            </a:endParaRPr>
          </a:p>
          <a:p>
            <a:pPr marL="335915" indent="-323850">
              <a:lnSpc>
                <a:spcPct val="100000"/>
              </a:lnSpc>
              <a:spcBef>
                <a:spcPts val="185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335915" algn="l"/>
              </a:tabLst>
            </a:pPr>
            <a:r>
              <a:rPr sz="2000" b="1" dirty="0" smtClean="0">
                <a:latin typeface="Arial"/>
                <a:cs typeface="Arial"/>
              </a:rPr>
              <a:t>To add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directory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-35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our</a:t>
            </a:r>
            <a:r>
              <a:rPr sz="2000" b="1" spc="15" dirty="0" smtClean="0">
                <a:latin typeface="Arial"/>
                <a:cs typeface="Arial"/>
              </a:rPr>
              <a:t> </a:t>
            </a:r>
            <a:r>
              <a:rPr sz="2000" b="1" spc="-15" dirty="0" smtClean="0">
                <a:latin typeface="Arial"/>
                <a:cs typeface="Arial"/>
              </a:rPr>
              <a:t>o</a:t>
            </a:r>
            <a:r>
              <a:rPr sz="2000" b="1" spc="3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n</a:t>
            </a:r>
            <a:r>
              <a:rPr sz="2000" b="1" spc="-4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to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this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l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st,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append 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t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to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this</a:t>
            </a:r>
            <a:endParaRPr sz="2000">
              <a:latin typeface="Arial"/>
              <a:cs typeface="Arial"/>
            </a:endParaRPr>
          </a:p>
          <a:p>
            <a:pPr marL="335915">
              <a:lnSpc>
                <a:spcPts val="2050"/>
              </a:lnSpc>
            </a:pPr>
            <a:r>
              <a:rPr sz="2000" b="1" dirty="0" smtClean="0">
                <a:latin typeface="Arial"/>
                <a:cs typeface="Arial"/>
              </a:rPr>
              <a:t>l</a:t>
            </a:r>
            <a:r>
              <a:rPr sz="2000" b="1" spc="-15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st.</a:t>
            </a:r>
            <a:endParaRPr sz="2000">
              <a:latin typeface="Arial"/>
              <a:cs typeface="Arial"/>
            </a:endParaRPr>
          </a:p>
          <a:p>
            <a:pPr marL="628650">
              <a:lnSpc>
                <a:spcPct val="100000"/>
              </a:lnSpc>
              <a:spcBef>
                <a:spcPts val="275"/>
              </a:spcBef>
            </a:pPr>
            <a:r>
              <a:rPr sz="1800" b="1" dirty="0" smtClean="0">
                <a:latin typeface="Courier New"/>
                <a:cs typeface="Courier New"/>
              </a:rPr>
              <a:t>sy</a:t>
            </a:r>
            <a:r>
              <a:rPr sz="1800" b="1" spc="-15" dirty="0" smtClean="0">
                <a:latin typeface="Courier New"/>
                <a:cs typeface="Courier New"/>
              </a:rPr>
              <a:t>s</a:t>
            </a:r>
            <a:r>
              <a:rPr sz="1800" b="1" spc="0" dirty="0" smtClean="0">
                <a:latin typeface="Courier New"/>
                <a:cs typeface="Courier New"/>
              </a:rPr>
              <a:t>.</a:t>
            </a:r>
            <a:r>
              <a:rPr sz="1800" b="1" spc="-15" dirty="0" smtClean="0">
                <a:latin typeface="Courier New"/>
                <a:cs typeface="Courier New"/>
              </a:rPr>
              <a:t>p</a:t>
            </a:r>
            <a:r>
              <a:rPr sz="1800" b="1" spc="0" dirty="0" smtClean="0">
                <a:latin typeface="Courier New"/>
                <a:cs typeface="Courier New"/>
              </a:rPr>
              <a:t>at</a:t>
            </a:r>
            <a:r>
              <a:rPr sz="1800" b="1" spc="-15" dirty="0" smtClean="0">
                <a:latin typeface="Courier New"/>
                <a:cs typeface="Courier New"/>
              </a:rPr>
              <a:t>h</a:t>
            </a:r>
            <a:r>
              <a:rPr sz="1800" b="1" spc="0" dirty="0" smtClean="0">
                <a:latin typeface="Courier New"/>
                <a:cs typeface="Courier New"/>
              </a:rPr>
              <a:t>.</a:t>
            </a:r>
            <a:r>
              <a:rPr sz="1800" b="1" spc="-15" dirty="0" smtClean="0">
                <a:latin typeface="Courier New"/>
                <a:cs typeface="Courier New"/>
              </a:rPr>
              <a:t>ap</a:t>
            </a:r>
            <a:r>
              <a:rPr sz="1800" b="1" spc="0" dirty="0" smtClean="0">
                <a:latin typeface="Courier New"/>
                <a:cs typeface="Courier New"/>
              </a:rPr>
              <a:t>pe</a:t>
            </a:r>
            <a:r>
              <a:rPr sz="1800" b="1" spc="-15" dirty="0" smtClean="0">
                <a:latin typeface="Courier New"/>
                <a:cs typeface="Courier New"/>
              </a:rPr>
              <a:t>n</a:t>
            </a:r>
            <a:r>
              <a:rPr sz="1800" b="1" spc="5" dirty="0" smtClean="0">
                <a:latin typeface="Courier New"/>
                <a:cs typeface="Courier New"/>
              </a:rPr>
              <a:t>d</a:t>
            </a:r>
            <a:r>
              <a:rPr sz="1800" b="1" spc="-15" dirty="0" smtClean="0">
                <a:latin typeface="Courier New"/>
                <a:cs typeface="Courier New"/>
              </a:rPr>
              <a:t>(</a:t>
            </a:r>
            <a:r>
              <a:rPr sz="1800" b="1" spc="0" dirty="0" smtClean="0">
                <a:latin typeface="Courier New"/>
                <a:cs typeface="Courier New"/>
              </a:rPr>
              <a:t>‘/</a:t>
            </a:r>
            <a:r>
              <a:rPr sz="1800" b="1" spc="-15" dirty="0" smtClean="0">
                <a:latin typeface="Courier New"/>
                <a:cs typeface="Courier New"/>
              </a:rPr>
              <a:t>m</a:t>
            </a:r>
            <a:r>
              <a:rPr sz="1800" b="1" spc="0" dirty="0" smtClean="0">
                <a:latin typeface="Courier New"/>
                <a:cs typeface="Courier New"/>
              </a:rPr>
              <a:t>y</a:t>
            </a:r>
            <a:r>
              <a:rPr sz="1800" b="1" spc="-15" dirty="0" smtClean="0">
                <a:latin typeface="Courier New"/>
                <a:cs typeface="Courier New"/>
              </a:rPr>
              <a:t>/n</a:t>
            </a:r>
            <a:r>
              <a:rPr sz="1800" b="1" spc="0" dirty="0" smtClean="0">
                <a:latin typeface="Courier New"/>
                <a:cs typeface="Courier New"/>
              </a:rPr>
              <a:t>ew</a:t>
            </a:r>
            <a:r>
              <a:rPr sz="1800" b="1" spc="-15" dirty="0" smtClean="0">
                <a:latin typeface="Courier New"/>
                <a:cs typeface="Courier New"/>
              </a:rPr>
              <a:t>/</a:t>
            </a:r>
            <a:r>
              <a:rPr sz="1800" b="1" spc="0" dirty="0" smtClean="0">
                <a:latin typeface="Courier New"/>
                <a:cs typeface="Courier New"/>
              </a:rPr>
              <a:t>p</a:t>
            </a:r>
            <a:r>
              <a:rPr sz="1800" b="1" spc="-15" dirty="0" smtClean="0">
                <a:latin typeface="Courier New"/>
                <a:cs typeface="Courier New"/>
              </a:rPr>
              <a:t>a</a:t>
            </a:r>
            <a:r>
              <a:rPr sz="1800" b="1" spc="0" dirty="0" smtClean="0">
                <a:latin typeface="Courier New"/>
                <a:cs typeface="Courier New"/>
              </a:rPr>
              <a:t>th</a:t>
            </a:r>
            <a:r>
              <a:rPr sz="1800" b="1" spc="-15" dirty="0" smtClean="0">
                <a:latin typeface="Courier New"/>
                <a:cs typeface="Courier New"/>
              </a:rPr>
              <a:t>’</a:t>
            </a:r>
            <a:r>
              <a:rPr sz="1800" b="1" spc="0" dirty="0" smtClean="0"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  <a:p>
            <a:pPr marL="646430" lvl="1" indent="-285115">
              <a:lnSpc>
                <a:spcPct val="100000"/>
              </a:lnSpc>
              <a:spcBef>
                <a:spcPts val="220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646430" algn="l"/>
              </a:tabLst>
            </a:pPr>
            <a:r>
              <a:rPr sz="1800" b="1" dirty="0" smtClean="0">
                <a:latin typeface="Arial"/>
                <a:cs typeface="Arial"/>
              </a:rPr>
              <a:t>O</a:t>
            </a:r>
            <a:r>
              <a:rPr sz="1800" b="1" spc="5" dirty="0" smtClean="0">
                <a:latin typeface="Arial"/>
                <a:cs typeface="Arial"/>
              </a:rPr>
              <a:t>o</a:t>
            </a:r>
            <a:r>
              <a:rPr sz="1800" b="1" spc="0" dirty="0" smtClean="0">
                <a:latin typeface="Arial"/>
                <a:cs typeface="Arial"/>
              </a:rPr>
              <a:t>ps! </a:t>
            </a:r>
            <a:r>
              <a:rPr sz="1800" b="1" spc="-10" dirty="0" smtClean="0">
                <a:latin typeface="Arial"/>
                <a:cs typeface="Arial"/>
              </a:rPr>
              <a:t> </a:t>
            </a:r>
            <a:r>
              <a:rPr sz="1800" b="1" spc="5" dirty="0" smtClean="0">
                <a:latin typeface="Arial"/>
                <a:cs typeface="Arial"/>
              </a:rPr>
              <a:t>O</a:t>
            </a:r>
            <a:r>
              <a:rPr sz="1800" b="1" spc="0" dirty="0" smtClean="0">
                <a:latin typeface="Arial"/>
                <a:cs typeface="Arial"/>
              </a:rPr>
              <a:t>per</a:t>
            </a:r>
            <a:r>
              <a:rPr sz="1800" b="1" spc="-10" dirty="0" smtClean="0">
                <a:latin typeface="Arial"/>
                <a:cs typeface="Arial"/>
              </a:rPr>
              <a:t>a</a:t>
            </a:r>
            <a:r>
              <a:rPr sz="1800" b="1" spc="0" dirty="0" smtClean="0">
                <a:latin typeface="Arial"/>
                <a:cs typeface="Arial"/>
              </a:rPr>
              <a:t>ti</a:t>
            </a:r>
            <a:r>
              <a:rPr sz="1800" b="1" spc="5" dirty="0" smtClean="0">
                <a:latin typeface="Arial"/>
                <a:cs typeface="Arial"/>
              </a:rPr>
              <a:t>n</a:t>
            </a:r>
            <a:r>
              <a:rPr sz="1800" b="1" spc="0" dirty="0" smtClean="0">
                <a:latin typeface="Arial"/>
                <a:cs typeface="Arial"/>
              </a:rPr>
              <a:t>g </a:t>
            </a:r>
            <a:r>
              <a:rPr sz="1800" b="1" spc="-10" dirty="0" smtClean="0">
                <a:latin typeface="Arial"/>
                <a:cs typeface="Arial"/>
              </a:rPr>
              <a:t>s</a:t>
            </a:r>
            <a:r>
              <a:rPr sz="1800" b="1" spc="-20" dirty="0" smtClean="0">
                <a:latin typeface="Arial"/>
                <a:cs typeface="Arial"/>
              </a:rPr>
              <a:t>y</a:t>
            </a:r>
            <a:r>
              <a:rPr sz="1800" b="1" spc="0" dirty="0" smtClean="0">
                <a:latin typeface="Arial"/>
                <a:cs typeface="Arial"/>
              </a:rPr>
              <a:t>st</a:t>
            </a:r>
            <a:r>
              <a:rPr sz="1800" b="1" spc="-10" dirty="0" smtClean="0">
                <a:latin typeface="Arial"/>
                <a:cs typeface="Arial"/>
              </a:rPr>
              <a:t>e</a:t>
            </a:r>
            <a:r>
              <a:rPr sz="1800" b="1" spc="0" dirty="0" smtClean="0">
                <a:latin typeface="Arial"/>
                <a:cs typeface="Arial"/>
              </a:rPr>
              <a:t>m</a:t>
            </a:r>
            <a:r>
              <a:rPr sz="1800" b="1" spc="20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depen</a:t>
            </a:r>
            <a:r>
              <a:rPr sz="1800" b="1" spc="5" dirty="0" smtClean="0">
                <a:latin typeface="Arial"/>
                <a:cs typeface="Arial"/>
              </a:rPr>
              <a:t>d</a:t>
            </a:r>
            <a:r>
              <a:rPr sz="1800" b="1" spc="0" dirty="0" smtClean="0">
                <a:latin typeface="Arial"/>
                <a:cs typeface="Arial"/>
              </a:rPr>
              <a:t>ent….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86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87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9408" rIns="0" bIns="0" rtlCol="0">
            <a:noAutofit/>
          </a:bodyPr>
          <a:lstStyle/>
          <a:p>
            <a:pPr marL="351155">
              <a:lnSpc>
                <a:spcPct val="100000"/>
              </a:lnSpc>
            </a:pPr>
            <a:r>
              <a:rPr sz="4000" b="1" spc="-25" dirty="0" smtClean="0">
                <a:solidFill>
                  <a:srgbClr val="003366"/>
                </a:solidFill>
                <a:latin typeface="Arial"/>
                <a:cs typeface="Arial"/>
              </a:rPr>
              <a:t>Import</a:t>
            </a:r>
            <a:r>
              <a:rPr sz="4000" b="1" spc="10" dirty="0" smtClean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4000" b="1" spc="-15" dirty="0" smtClean="0">
                <a:solidFill>
                  <a:srgbClr val="003366"/>
                </a:solidFill>
                <a:latin typeface="Arial"/>
                <a:cs typeface="Arial"/>
              </a:rPr>
              <a:t>I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7458" y="1478279"/>
            <a:ext cx="6483350" cy="13773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 smtClean="0">
                <a:solidFill>
                  <a:srgbClr val="FF6600"/>
                </a:solidFill>
                <a:latin typeface="Courier New"/>
                <a:cs typeface="Courier New"/>
              </a:rPr>
              <a:t>import</a:t>
            </a:r>
            <a:r>
              <a:rPr sz="24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2400" b="1" spc="-15" dirty="0" smtClean="0">
                <a:latin typeface="Courier New"/>
                <a:cs typeface="Courier New"/>
              </a:rPr>
              <a:t>s</a:t>
            </a:r>
            <a:r>
              <a:rPr sz="2400" b="1" spc="0" dirty="0" smtClean="0">
                <a:latin typeface="Courier New"/>
                <a:cs typeface="Courier New"/>
              </a:rPr>
              <a:t>omefile</a:t>
            </a:r>
            <a:endParaRPr sz="2400">
              <a:latin typeface="Courier New"/>
              <a:cs typeface="Courier New"/>
            </a:endParaRPr>
          </a:p>
          <a:p>
            <a:pPr marL="735965" indent="-325120">
              <a:lnSpc>
                <a:spcPct val="100000"/>
              </a:lnSpc>
              <a:spcBef>
                <a:spcPts val="3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735965" algn="l"/>
              </a:tabLst>
            </a:pPr>
            <a:r>
              <a:rPr sz="2000" b="1" i="1" dirty="0" smtClean="0">
                <a:latin typeface="Arial"/>
                <a:cs typeface="Arial"/>
              </a:rPr>
              <a:t>Everything</a:t>
            </a:r>
            <a:r>
              <a:rPr sz="2000" b="1" i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somefi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e.py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can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be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referred</a:t>
            </a:r>
            <a:r>
              <a:rPr sz="2000" b="1" spc="-4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to b</a:t>
            </a:r>
            <a:r>
              <a:rPr sz="2000" b="1" spc="-40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411480">
              <a:lnSpc>
                <a:spcPct val="100000"/>
              </a:lnSpc>
              <a:spcBef>
                <a:spcPts val="90"/>
              </a:spcBef>
            </a:pPr>
            <a:r>
              <a:rPr sz="2000" b="1" spc="-5" dirty="0" smtClean="0">
                <a:latin typeface="Courier New"/>
                <a:cs typeface="Courier New"/>
              </a:rPr>
              <a:t>somefile.className.method(</a:t>
            </a:r>
            <a:r>
              <a:rPr sz="2000" b="1" spc="-5" dirty="0" smtClean="0">
                <a:solidFill>
                  <a:srgbClr val="008000"/>
                </a:solidFill>
                <a:latin typeface="Courier New"/>
                <a:cs typeface="Courier New"/>
              </a:rPr>
              <a:t>“abc”</a:t>
            </a:r>
            <a:r>
              <a:rPr sz="2000" b="1" spc="0" dirty="0" smtClean="0"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  <a:p>
            <a:pPr marL="411480">
              <a:lnSpc>
                <a:spcPct val="100000"/>
              </a:lnSpc>
              <a:spcBef>
                <a:spcPts val="165"/>
              </a:spcBef>
            </a:pPr>
            <a:r>
              <a:rPr sz="2000" b="1" spc="-5" dirty="0" smtClean="0">
                <a:latin typeface="Courier New"/>
                <a:cs typeface="Courier New"/>
              </a:rPr>
              <a:t>somefile.myFunction(34)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7458" y="3249929"/>
            <a:ext cx="1080135" cy="42418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35280" indent="-323215">
              <a:lnSpc>
                <a:spcPct val="100000"/>
              </a:lnSpc>
              <a:buClr>
                <a:srgbClr val="FF0000"/>
              </a:buClr>
              <a:buSzPct val="108333"/>
              <a:buFont typeface="Wingdings"/>
              <a:buChar char=""/>
              <a:tabLst>
                <a:tab pos="335280" algn="l"/>
              </a:tabLst>
            </a:pPr>
            <a:r>
              <a:rPr sz="2400" b="1" dirty="0" smtClean="0">
                <a:solidFill>
                  <a:srgbClr val="FF6600"/>
                </a:solidFill>
                <a:latin typeface="Courier New"/>
                <a:cs typeface="Courier New"/>
              </a:rPr>
              <a:t>from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34920" y="3275329"/>
            <a:ext cx="3129280" cy="39878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400" b="1" dirty="0" smtClean="0">
                <a:latin typeface="Courier New"/>
                <a:cs typeface="Courier New"/>
              </a:rPr>
              <a:t>s</a:t>
            </a:r>
            <a:r>
              <a:rPr sz="2400" b="1" spc="-15" dirty="0" smtClean="0">
                <a:latin typeface="Courier New"/>
                <a:cs typeface="Courier New"/>
              </a:rPr>
              <a:t>om</a:t>
            </a:r>
            <a:r>
              <a:rPr sz="2400" b="1" spc="0" dirty="0" smtClean="0">
                <a:latin typeface="Courier New"/>
                <a:cs typeface="Courier New"/>
              </a:rPr>
              <a:t>efile </a:t>
            </a:r>
            <a:r>
              <a:rPr sz="24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im</a:t>
            </a:r>
            <a:r>
              <a:rPr sz="24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port </a:t>
            </a:r>
            <a:r>
              <a:rPr sz="2400" b="1" spc="0" dirty="0" smtClean="0">
                <a:latin typeface="Courier New"/>
                <a:cs typeface="Courier New"/>
              </a:rPr>
              <a:t>*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6746" y="3706114"/>
            <a:ext cx="6513830" cy="1819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37185" indent="-32512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37185" algn="l"/>
              </a:tabLst>
            </a:pPr>
            <a:r>
              <a:rPr sz="2000" b="1" i="1" dirty="0" smtClean="0">
                <a:latin typeface="Arial"/>
                <a:cs typeface="Arial"/>
              </a:rPr>
              <a:t>Everything</a:t>
            </a:r>
            <a:r>
              <a:rPr sz="2000" b="1" i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somefi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e.py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can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be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referred</a:t>
            </a:r>
            <a:r>
              <a:rPr sz="2000" b="1" spc="-4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to b</a:t>
            </a:r>
            <a:r>
              <a:rPr sz="2000" b="1" spc="-40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0"/>
              </a:spcBef>
            </a:pPr>
            <a:r>
              <a:rPr sz="2000" b="1" spc="-5" dirty="0" smtClean="0">
                <a:latin typeface="Courier New"/>
                <a:cs typeface="Courier New"/>
              </a:rPr>
              <a:t>className.method(</a:t>
            </a:r>
            <a:r>
              <a:rPr sz="2000" b="1" spc="-5" dirty="0" smtClean="0">
                <a:solidFill>
                  <a:srgbClr val="008000"/>
                </a:solidFill>
                <a:latin typeface="Courier New"/>
                <a:cs typeface="Courier New"/>
              </a:rPr>
              <a:t>“abc”</a:t>
            </a:r>
            <a:r>
              <a:rPr sz="2000" b="1" spc="0" dirty="0" smtClean="0"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ts val="500"/>
              </a:lnSpc>
              <a:spcBef>
                <a:spcPts val="15"/>
              </a:spcBef>
            </a:pPr>
            <a:endParaRPr sz="500"/>
          </a:p>
          <a:p>
            <a:pPr marL="12700">
              <a:lnSpc>
                <a:spcPct val="100000"/>
              </a:lnSpc>
            </a:pPr>
            <a:r>
              <a:rPr sz="2000" b="1" spc="-5" dirty="0" smtClean="0">
                <a:latin typeface="Courier New"/>
                <a:cs typeface="Courier New"/>
              </a:rPr>
              <a:t>myFunction(34)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ts val="1000"/>
              </a:lnSpc>
              <a:spcBef>
                <a:spcPts val="24"/>
              </a:spcBef>
            </a:pPr>
            <a:endParaRPr sz="1000"/>
          </a:p>
          <a:p>
            <a:pPr marL="337185" indent="-32512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37185" algn="l"/>
                <a:tab pos="1365250" algn="l"/>
              </a:tabLst>
            </a:pPr>
            <a:r>
              <a:rPr sz="2000" dirty="0" smtClean="0">
                <a:latin typeface="Arial"/>
                <a:cs typeface="Arial"/>
              </a:rPr>
              <a:t>Careful!	This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c</a:t>
            </a:r>
            <a:r>
              <a:rPr sz="2000" spc="5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over</a:t>
            </a:r>
            <a:r>
              <a:rPr sz="2000" spc="5" dirty="0" smtClean="0">
                <a:latin typeface="Arial"/>
                <a:cs typeface="Arial"/>
              </a:rPr>
              <a:t>w</a:t>
            </a:r>
            <a:r>
              <a:rPr sz="2000" spc="0" dirty="0" smtClean="0">
                <a:latin typeface="Arial"/>
                <a:cs typeface="Arial"/>
              </a:rPr>
              <a:t>rite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the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defini</a:t>
            </a:r>
            <a:r>
              <a:rPr sz="2000" spc="-10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ion of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an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existing</a:t>
            </a:r>
            <a:endParaRPr sz="2000">
              <a:latin typeface="Arial"/>
              <a:cs typeface="Arial"/>
            </a:endParaRPr>
          </a:p>
          <a:p>
            <a:pPr marL="337185">
              <a:lnSpc>
                <a:spcPts val="2360"/>
              </a:lnSpc>
            </a:pPr>
            <a:r>
              <a:rPr sz="2000" dirty="0" smtClean="0">
                <a:latin typeface="Arial"/>
                <a:cs typeface="Arial"/>
              </a:rPr>
              <a:t>funct</a:t>
            </a:r>
            <a:r>
              <a:rPr sz="2000" spc="-10" dirty="0" smtClean="0">
                <a:latin typeface="Arial"/>
                <a:cs typeface="Arial"/>
              </a:rPr>
              <a:t>i</a:t>
            </a:r>
            <a:r>
              <a:rPr sz="2000" spc="0" dirty="0" smtClean="0">
                <a:latin typeface="Arial"/>
                <a:cs typeface="Arial"/>
              </a:rPr>
              <a:t>on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or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-10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ariable!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43762" y="348741"/>
            <a:ext cx="1829435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562100" algn="l"/>
              </a:tabLst>
            </a:pPr>
            <a:r>
              <a:rPr sz="3600" b="1" dirty="0" smtClean="0">
                <a:solidFill>
                  <a:srgbClr val="003366"/>
                </a:solidFill>
                <a:latin typeface="Arial"/>
                <a:cs typeface="Arial"/>
              </a:rPr>
              <a:t>Import	II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3658" y="1359027"/>
            <a:ext cx="6930390" cy="294894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fro</a:t>
            </a:r>
            <a:r>
              <a:rPr sz="20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m</a:t>
            </a:r>
            <a:r>
              <a:rPr sz="20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latin typeface="Courier New"/>
                <a:cs typeface="Courier New"/>
              </a:rPr>
              <a:t>somefil</a:t>
            </a:r>
            <a:r>
              <a:rPr sz="2000" b="1" spc="0" dirty="0" smtClean="0">
                <a:latin typeface="Courier New"/>
                <a:cs typeface="Courier New"/>
              </a:rPr>
              <a:t>e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impor</a:t>
            </a:r>
            <a:r>
              <a:rPr sz="20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t</a:t>
            </a:r>
            <a:r>
              <a:rPr sz="20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latin typeface="Courier New"/>
                <a:cs typeface="Courier New"/>
              </a:rPr>
              <a:t>className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ts val="600"/>
              </a:lnSpc>
              <a:spcBef>
                <a:spcPts val="33"/>
              </a:spcBef>
            </a:pPr>
            <a:endParaRPr sz="6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335280" indent="-323215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35280" algn="l"/>
              </a:tabLst>
            </a:pPr>
            <a:r>
              <a:rPr sz="2000" b="1" dirty="0" smtClean="0">
                <a:latin typeface="Arial"/>
                <a:cs typeface="Arial"/>
              </a:rPr>
              <a:t>Only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item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class</a:t>
            </a:r>
            <a:r>
              <a:rPr sz="2000" b="1" i="1" spc="5" dirty="0" smtClean="0">
                <a:solidFill>
                  <a:srgbClr val="C00000"/>
                </a:solidFill>
                <a:latin typeface="Arial"/>
                <a:cs typeface="Arial"/>
              </a:rPr>
              <a:t>N</a:t>
            </a:r>
            <a:r>
              <a:rPr sz="2000" b="1" i="1" spc="0" dirty="0" smtClean="0">
                <a:solidFill>
                  <a:srgbClr val="C00000"/>
                </a:solidFill>
                <a:latin typeface="Arial"/>
                <a:cs typeface="Arial"/>
              </a:rPr>
              <a:t>ame</a:t>
            </a:r>
            <a:r>
              <a:rPr sz="2000" b="1" i="1" spc="-3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somefi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e.py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gets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ported.</a:t>
            </a:r>
            <a:endParaRPr sz="2000">
              <a:latin typeface="Arial"/>
              <a:cs typeface="Arial"/>
            </a:endParaRPr>
          </a:p>
          <a:p>
            <a:pPr marL="335280" indent="-323215">
              <a:lnSpc>
                <a:spcPts val="257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35280" algn="l"/>
              </a:tabLst>
            </a:pPr>
            <a:r>
              <a:rPr sz="2000" b="1" dirty="0" smtClean="0">
                <a:latin typeface="Arial"/>
                <a:cs typeface="Arial"/>
              </a:rPr>
              <a:t>Refer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to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it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3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i</a:t>
            </a:r>
            <a:r>
              <a:rPr sz="2000" b="1" spc="-1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hout</a:t>
            </a:r>
            <a:r>
              <a:rPr sz="2000" b="1" spc="-5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 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odu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prefix.</a:t>
            </a:r>
            <a:endParaRPr sz="2000">
              <a:latin typeface="Arial"/>
              <a:cs typeface="Arial"/>
            </a:endParaRPr>
          </a:p>
          <a:p>
            <a:pPr marL="335280" indent="-323215">
              <a:lnSpc>
                <a:spcPts val="257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35280" algn="l"/>
              </a:tabLst>
            </a:pPr>
            <a:r>
              <a:rPr sz="2000" b="1" i="1" dirty="0" smtClean="0">
                <a:latin typeface="Arial"/>
                <a:cs typeface="Arial"/>
              </a:rPr>
              <a:t>Cavea</a:t>
            </a:r>
            <a:r>
              <a:rPr sz="2000" b="1" i="1" spc="10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!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This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can o</a:t>
            </a:r>
            <a:r>
              <a:rPr sz="2000" b="1" spc="-25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e</a:t>
            </a:r>
            <a:r>
              <a:rPr sz="2000" b="1" spc="-10" dirty="0" smtClean="0">
                <a:latin typeface="Arial"/>
                <a:cs typeface="Arial"/>
              </a:rPr>
              <a:t>r</a:t>
            </a:r>
            <a:r>
              <a:rPr sz="2000" b="1" spc="45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r</a:t>
            </a:r>
            <a:r>
              <a:rPr sz="2000" b="1" spc="-2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te</a:t>
            </a:r>
            <a:r>
              <a:rPr sz="2000" b="1" spc="-4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an existing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definition.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600"/>
              </a:lnSpc>
              <a:spcBef>
                <a:spcPts val="39"/>
              </a:spcBef>
            </a:pPr>
            <a:endParaRPr sz="6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12700">
              <a:lnSpc>
                <a:spcPct val="100000"/>
              </a:lnSpc>
            </a:pPr>
            <a:r>
              <a:rPr sz="2000" b="1" spc="-5" dirty="0" smtClean="0">
                <a:latin typeface="Courier New"/>
                <a:cs typeface="Courier New"/>
              </a:rPr>
              <a:t>className.method(</a:t>
            </a:r>
            <a:r>
              <a:rPr sz="2000" b="1" spc="-5" dirty="0" smtClean="0">
                <a:solidFill>
                  <a:srgbClr val="008000"/>
                </a:solidFill>
                <a:latin typeface="Courier New"/>
                <a:cs typeface="Courier New"/>
              </a:rPr>
              <a:t>“abc”</a:t>
            </a:r>
            <a:r>
              <a:rPr sz="2000" b="1" spc="0" dirty="0" smtClean="0">
                <a:latin typeface="Courier New"/>
                <a:cs typeface="Courier New"/>
              </a:rPr>
              <a:t>)</a:t>
            </a:r>
            <a:r>
              <a:rPr sz="2000" b="1" spc="-855" dirty="0" smtClean="0">
                <a:latin typeface="Courier New"/>
                <a:cs typeface="Courier New"/>
              </a:rPr>
              <a:t> </a:t>
            </a:r>
            <a:r>
              <a:rPr sz="2000" spc="0" dirty="0" smtClean="0">
                <a:latin typeface="Wingdings"/>
                <a:cs typeface="Wingdings"/>
              </a:rPr>
              <a:t></a:t>
            </a:r>
            <a:r>
              <a:rPr sz="2000" spc="50" dirty="0" smtClean="0">
                <a:latin typeface="Times New Roman"/>
                <a:cs typeface="Times New Roman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This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was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imported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700"/>
              </a:lnSpc>
              <a:spcBef>
                <a:spcPts val="36"/>
              </a:spcBef>
            </a:pPr>
            <a:endParaRPr sz="7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12700">
              <a:lnSpc>
                <a:spcPct val="100000"/>
              </a:lnSpc>
              <a:tabLst>
                <a:tab pos="3562350" algn="l"/>
              </a:tabLst>
            </a:pPr>
            <a:r>
              <a:rPr sz="2000" b="1" spc="-5" dirty="0" smtClean="0">
                <a:latin typeface="Courier New"/>
                <a:cs typeface="Courier New"/>
              </a:rPr>
              <a:t>myFunction(34</a:t>
            </a:r>
            <a:r>
              <a:rPr sz="2000" b="1" spc="0" dirty="0" smtClean="0">
                <a:latin typeface="Courier New"/>
                <a:cs typeface="Courier New"/>
              </a:rPr>
              <a:t>)	</a:t>
            </a:r>
            <a:r>
              <a:rPr sz="2000" spc="0" dirty="0" smtClean="0">
                <a:latin typeface="Wingdings"/>
                <a:cs typeface="Wingdings"/>
              </a:rPr>
              <a:t></a:t>
            </a:r>
            <a:r>
              <a:rPr sz="2000" spc="50" dirty="0" smtClean="0">
                <a:latin typeface="Times New Roman"/>
                <a:cs typeface="Times New Roman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Not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this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one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38961" y="4039361"/>
            <a:ext cx="2286000" cy="228600"/>
          </a:xfrm>
          <a:custGeom>
            <a:avLst/>
            <a:gdLst/>
            <a:ahLst/>
            <a:cxnLst/>
            <a:rect l="l" t="t" r="r" b="b"/>
            <a:pathLst>
              <a:path w="2286000" h="228600">
                <a:moveTo>
                  <a:pt x="0" y="0"/>
                </a:moveTo>
                <a:lnTo>
                  <a:pt x="2286000" y="228600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88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89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54786" y="551941"/>
            <a:ext cx="5612765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2501900" algn="l"/>
                <a:tab pos="3746500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Commonly	Used	Mod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u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les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2990" y="1982723"/>
            <a:ext cx="6494780" cy="8947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35915" indent="-323850">
              <a:lnSpc>
                <a:spcPct val="100000"/>
              </a:lnSpc>
              <a:buClr>
                <a:srgbClr val="FF0000"/>
              </a:buClr>
              <a:buSzPct val="108928"/>
              <a:buFont typeface="Wingdings"/>
              <a:buChar char=""/>
              <a:tabLst>
                <a:tab pos="335915" algn="l"/>
              </a:tabLst>
            </a:pPr>
            <a:r>
              <a:rPr sz="2800" b="1" spc="-20" dirty="0" smtClean="0">
                <a:latin typeface="Arial"/>
                <a:cs typeface="Arial"/>
              </a:rPr>
              <a:t>S</a:t>
            </a:r>
            <a:r>
              <a:rPr sz="2800" b="1" spc="-30" dirty="0" smtClean="0">
                <a:latin typeface="Arial"/>
                <a:cs typeface="Arial"/>
              </a:rPr>
              <a:t>o</a:t>
            </a:r>
            <a:r>
              <a:rPr sz="2800" b="1" spc="-25" dirty="0" smtClean="0">
                <a:latin typeface="Arial"/>
                <a:cs typeface="Arial"/>
              </a:rPr>
              <a:t>me</a:t>
            </a:r>
            <a:r>
              <a:rPr sz="2800" b="1" spc="15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use</a:t>
            </a:r>
            <a:r>
              <a:rPr sz="2800" b="1" spc="-5" dirty="0" smtClean="0">
                <a:latin typeface="Arial"/>
                <a:cs typeface="Arial"/>
              </a:rPr>
              <a:t>f</a:t>
            </a:r>
            <a:r>
              <a:rPr sz="2800" b="1" spc="-15" dirty="0" smtClean="0">
                <a:latin typeface="Arial"/>
                <a:cs typeface="Arial"/>
              </a:rPr>
              <a:t>ul</a:t>
            </a:r>
            <a:r>
              <a:rPr sz="2800" b="1" spc="10" dirty="0" smtClean="0">
                <a:latin typeface="Arial"/>
                <a:cs typeface="Arial"/>
              </a:rPr>
              <a:t> </a:t>
            </a:r>
            <a:r>
              <a:rPr sz="2800" b="1" spc="-25" dirty="0" smtClean="0">
                <a:latin typeface="Arial"/>
                <a:cs typeface="Arial"/>
              </a:rPr>
              <a:t>mo</a:t>
            </a:r>
            <a:r>
              <a:rPr sz="2800" b="1" spc="-35" dirty="0" smtClean="0">
                <a:latin typeface="Arial"/>
                <a:cs typeface="Arial"/>
              </a:rPr>
              <a:t>d</a:t>
            </a:r>
            <a:r>
              <a:rPr sz="2800" b="1" spc="-15" dirty="0" smtClean="0">
                <a:latin typeface="Arial"/>
                <a:cs typeface="Arial"/>
              </a:rPr>
              <a:t>ules</a:t>
            </a:r>
            <a:r>
              <a:rPr sz="2800" b="1" spc="-10" dirty="0" smtClean="0">
                <a:latin typeface="Arial"/>
                <a:cs typeface="Arial"/>
              </a:rPr>
              <a:t>,</a:t>
            </a:r>
            <a:r>
              <a:rPr sz="2800" b="1" spc="25" dirty="0" smtClean="0">
                <a:latin typeface="Arial"/>
                <a:cs typeface="Arial"/>
              </a:rPr>
              <a:t> </a:t>
            </a:r>
            <a:r>
              <a:rPr sz="2800" b="1" spc="-15" dirty="0" smtClean="0">
                <a:latin typeface="Arial"/>
                <a:cs typeface="Arial"/>
              </a:rPr>
              <a:t>included</a:t>
            </a:r>
            <a:r>
              <a:rPr sz="2800" b="1" spc="20" dirty="0" smtClean="0">
                <a:latin typeface="Arial"/>
                <a:cs typeface="Arial"/>
              </a:rPr>
              <a:t> </a:t>
            </a:r>
            <a:r>
              <a:rPr sz="2800" b="1" spc="-15" dirty="0" smtClean="0">
                <a:latin typeface="Arial"/>
                <a:cs typeface="Arial"/>
              </a:rPr>
              <a:t>with</a:t>
            </a:r>
            <a:endParaRPr sz="2800">
              <a:latin typeface="Arial"/>
              <a:cs typeface="Arial"/>
            </a:endParaRPr>
          </a:p>
          <a:p>
            <a:pPr marL="335915">
              <a:lnSpc>
                <a:spcPts val="3310"/>
              </a:lnSpc>
            </a:pPr>
            <a:r>
              <a:rPr sz="2800" b="1" spc="-20" dirty="0" smtClean="0">
                <a:latin typeface="Arial"/>
                <a:cs typeface="Arial"/>
              </a:rPr>
              <a:t>P</a:t>
            </a:r>
            <a:r>
              <a:rPr sz="2800" b="1" spc="-60" dirty="0" smtClean="0">
                <a:latin typeface="Arial"/>
                <a:cs typeface="Arial"/>
              </a:rPr>
              <a:t>y</a:t>
            </a:r>
            <a:r>
              <a:rPr sz="2800" b="1" spc="-15" dirty="0" smtClean="0">
                <a:latin typeface="Arial"/>
                <a:cs typeface="Arial"/>
              </a:rPr>
              <a:t>thon: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2990" y="3465957"/>
            <a:ext cx="3075305" cy="14992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35915" indent="-323850">
              <a:lnSpc>
                <a:spcPct val="100000"/>
              </a:lnSpc>
              <a:buClr>
                <a:srgbClr val="FF0000"/>
              </a:buClr>
              <a:buSzPct val="108928"/>
              <a:buFont typeface="Wingdings"/>
              <a:buChar char=""/>
              <a:tabLst>
                <a:tab pos="335915" algn="l"/>
              </a:tabLst>
            </a:pPr>
            <a:r>
              <a:rPr sz="2800" b="1" spc="-25" dirty="0" smtClean="0">
                <a:latin typeface="Arial"/>
                <a:cs typeface="Arial"/>
              </a:rPr>
              <a:t>Mo</a:t>
            </a:r>
            <a:r>
              <a:rPr sz="2800" b="1" spc="-30" dirty="0" smtClean="0">
                <a:latin typeface="Arial"/>
                <a:cs typeface="Arial"/>
              </a:rPr>
              <a:t>d</a:t>
            </a:r>
            <a:r>
              <a:rPr sz="2800" b="1" spc="-15" dirty="0" smtClean="0">
                <a:latin typeface="Arial"/>
                <a:cs typeface="Arial"/>
              </a:rPr>
              <a:t>ule:</a:t>
            </a:r>
            <a:r>
              <a:rPr sz="2800" b="1" spc="25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s</a:t>
            </a:r>
            <a:r>
              <a:rPr sz="2800" b="1" spc="-50" dirty="0" smtClean="0">
                <a:latin typeface="Arial"/>
                <a:cs typeface="Arial"/>
              </a:rPr>
              <a:t>y</a:t>
            </a:r>
            <a:r>
              <a:rPr sz="2800" b="1" spc="-20" dirty="0" smtClean="0"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  <a:p>
            <a:pPr marL="335915" indent="-323850">
              <a:lnSpc>
                <a:spcPct val="100000"/>
              </a:lnSpc>
              <a:spcBef>
                <a:spcPts val="370"/>
              </a:spcBef>
              <a:buClr>
                <a:srgbClr val="FF0000"/>
              </a:buClr>
              <a:buSzPct val="108928"/>
              <a:buFont typeface="Wingdings"/>
              <a:buChar char=""/>
              <a:tabLst>
                <a:tab pos="335915" algn="l"/>
                <a:tab pos="1898014" algn="l"/>
              </a:tabLst>
            </a:pPr>
            <a:r>
              <a:rPr sz="2800" b="1" spc="-25" dirty="0" smtClean="0">
                <a:latin typeface="Arial"/>
                <a:cs typeface="Arial"/>
              </a:rPr>
              <a:t>Mo</a:t>
            </a:r>
            <a:r>
              <a:rPr sz="2800" b="1" spc="-30" dirty="0" smtClean="0">
                <a:latin typeface="Arial"/>
                <a:cs typeface="Arial"/>
              </a:rPr>
              <a:t>d</a:t>
            </a:r>
            <a:r>
              <a:rPr sz="2800" b="1" spc="-15" dirty="0" smtClean="0">
                <a:latin typeface="Arial"/>
                <a:cs typeface="Arial"/>
              </a:rPr>
              <a:t>ule:	</a:t>
            </a:r>
            <a:r>
              <a:rPr sz="2800" b="1" spc="-25" dirty="0" smtClean="0">
                <a:latin typeface="Arial"/>
                <a:cs typeface="Arial"/>
              </a:rPr>
              <a:t>os</a:t>
            </a:r>
            <a:endParaRPr sz="2800">
              <a:latin typeface="Arial"/>
              <a:cs typeface="Arial"/>
            </a:endParaRPr>
          </a:p>
          <a:p>
            <a:pPr marL="335915" indent="-323850">
              <a:lnSpc>
                <a:spcPct val="100000"/>
              </a:lnSpc>
              <a:spcBef>
                <a:spcPts val="370"/>
              </a:spcBef>
              <a:buClr>
                <a:srgbClr val="FF0000"/>
              </a:buClr>
              <a:buSzPct val="108928"/>
              <a:buFont typeface="Wingdings"/>
              <a:buChar char=""/>
              <a:tabLst>
                <a:tab pos="335915" algn="l"/>
              </a:tabLst>
            </a:pPr>
            <a:r>
              <a:rPr sz="2800" b="1" spc="-25" dirty="0" smtClean="0">
                <a:latin typeface="Arial"/>
                <a:cs typeface="Arial"/>
              </a:rPr>
              <a:t>Mo</a:t>
            </a:r>
            <a:r>
              <a:rPr sz="2800" b="1" spc="-30" dirty="0" smtClean="0">
                <a:latin typeface="Arial"/>
                <a:cs typeface="Arial"/>
              </a:rPr>
              <a:t>d</a:t>
            </a:r>
            <a:r>
              <a:rPr sz="2800" b="1" spc="-15" dirty="0" smtClean="0">
                <a:latin typeface="Arial"/>
                <a:cs typeface="Arial"/>
              </a:rPr>
              <a:t>ule:</a:t>
            </a:r>
            <a:r>
              <a:rPr sz="2800" b="1" spc="30" dirty="0" smtClean="0">
                <a:latin typeface="Arial"/>
                <a:cs typeface="Arial"/>
              </a:rPr>
              <a:t> </a:t>
            </a:r>
            <a:r>
              <a:rPr sz="2800" b="1" spc="-15" dirty="0" smtClean="0">
                <a:latin typeface="Arial"/>
                <a:cs typeface="Arial"/>
              </a:rPr>
              <a:t>os.pa</a:t>
            </a:r>
            <a:r>
              <a:rPr sz="2800" b="1" spc="-5" dirty="0" smtClean="0">
                <a:latin typeface="Arial"/>
                <a:cs typeface="Arial"/>
              </a:rPr>
              <a:t>t</a:t>
            </a:r>
            <a:r>
              <a:rPr sz="2800" b="1" spc="-20" dirty="0" smtClean="0">
                <a:latin typeface="Arial"/>
                <a:cs typeface="Arial"/>
              </a:rPr>
              <a:t>h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374896" y="3497707"/>
            <a:ext cx="3897629" cy="14605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30504" indent="-218440">
              <a:lnSpc>
                <a:spcPct val="100000"/>
              </a:lnSpc>
              <a:buFont typeface="Arial"/>
              <a:buChar char="-"/>
              <a:tabLst>
                <a:tab pos="230504" algn="l"/>
              </a:tabLst>
            </a:pPr>
            <a:r>
              <a:rPr sz="2800" b="1" spc="-20" dirty="0" smtClean="0">
                <a:latin typeface="Arial"/>
                <a:cs typeface="Arial"/>
              </a:rPr>
              <a:t>L</a:t>
            </a:r>
            <a:r>
              <a:rPr sz="2800" b="1" spc="-30" dirty="0" smtClean="0">
                <a:latin typeface="Arial"/>
                <a:cs typeface="Arial"/>
              </a:rPr>
              <a:t>o</a:t>
            </a:r>
            <a:r>
              <a:rPr sz="2800" b="1" spc="-15" dirty="0" smtClean="0">
                <a:latin typeface="Arial"/>
                <a:cs typeface="Arial"/>
              </a:rPr>
              <a:t>ts</a:t>
            </a:r>
            <a:r>
              <a:rPr sz="2800" b="1" spc="15" dirty="0" smtClean="0">
                <a:latin typeface="Arial"/>
                <a:cs typeface="Arial"/>
              </a:rPr>
              <a:t> </a:t>
            </a:r>
            <a:r>
              <a:rPr sz="2800" b="1" spc="-15" dirty="0" smtClean="0">
                <a:latin typeface="Arial"/>
                <a:cs typeface="Arial"/>
              </a:rPr>
              <a:t>of</a:t>
            </a:r>
            <a:r>
              <a:rPr sz="2800" b="1" spc="-5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handy</a:t>
            </a:r>
            <a:r>
              <a:rPr sz="2800" b="1" spc="35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s</a:t>
            </a:r>
            <a:r>
              <a:rPr sz="2800" b="1" spc="-5" dirty="0" smtClean="0">
                <a:latin typeface="Arial"/>
                <a:cs typeface="Arial"/>
              </a:rPr>
              <a:t>t</a:t>
            </a:r>
            <a:r>
              <a:rPr sz="2800" b="1" spc="-15" dirty="0" smtClean="0">
                <a:latin typeface="Arial"/>
                <a:cs typeface="Arial"/>
              </a:rPr>
              <a:t>uff.</a:t>
            </a:r>
            <a:endParaRPr sz="2800">
              <a:latin typeface="Arial"/>
              <a:cs typeface="Arial"/>
            </a:endParaRPr>
          </a:p>
          <a:p>
            <a:pPr>
              <a:lnSpc>
                <a:spcPts val="650"/>
              </a:lnSpc>
              <a:spcBef>
                <a:spcPts val="23"/>
              </a:spcBef>
              <a:buFont typeface="Arial"/>
              <a:buChar char="-"/>
            </a:pPr>
            <a:endParaRPr sz="650"/>
          </a:p>
          <a:p>
            <a:pPr marL="230504" indent="-218440">
              <a:lnSpc>
                <a:spcPct val="100000"/>
              </a:lnSpc>
              <a:buFont typeface="Arial"/>
              <a:buChar char="-"/>
              <a:tabLst>
                <a:tab pos="230504" algn="l"/>
              </a:tabLst>
            </a:pPr>
            <a:r>
              <a:rPr sz="2800" b="1" spc="-25" dirty="0" smtClean="0">
                <a:latin typeface="Arial"/>
                <a:cs typeface="Arial"/>
              </a:rPr>
              <a:t>OS</a:t>
            </a:r>
            <a:r>
              <a:rPr sz="2800" b="1" spc="-5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spec</a:t>
            </a:r>
            <a:r>
              <a:rPr sz="2800" b="1" spc="-5" dirty="0" smtClean="0">
                <a:latin typeface="Arial"/>
                <a:cs typeface="Arial"/>
              </a:rPr>
              <a:t>i</a:t>
            </a:r>
            <a:r>
              <a:rPr sz="2800" b="1" spc="-15" dirty="0" smtClean="0">
                <a:latin typeface="Arial"/>
                <a:cs typeface="Arial"/>
              </a:rPr>
              <a:t>fic</a:t>
            </a:r>
            <a:r>
              <a:rPr sz="2800" b="1" spc="10" dirty="0" smtClean="0">
                <a:latin typeface="Arial"/>
                <a:cs typeface="Arial"/>
              </a:rPr>
              <a:t> </a:t>
            </a:r>
            <a:r>
              <a:rPr sz="2800" b="1" spc="-15" dirty="0" smtClean="0">
                <a:latin typeface="Arial"/>
                <a:cs typeface="Arial"/>
              </a:rPr>
              <a:t>code.</a:t>
            </a:r>
            <a:endParaRPr sz="2800">
              <a:latin typeface="Arial"/>
              <a:cs typeface="Arial"/>
            </a:endParaRPr>
          </a:p>
          <a:p>
            <a:pPr>
              <a:lnSpc>
                <a:spcPts val="650"/>
              </a:lnSpc>
              <a:spcBef>
                <a:spcPts val="22"/>
              </a:spcBef>
              <a:buFont typeface="Arial"/>
              <a:buChar char="-"/>
            </a:pPr>
            <a:endParaRPr sz="650"/>
          </a:p>
          <a:p>
            <a:pPr marL="230504" indent="-218440">
              <a:lnSpc>
                <a:spcPct val="100000"/>
              </a:lnSpc>
              <a:buFont typeface="Arial"/>
              <a:buChar char="-"/>
              <a:tabLst>
                <a:tab pos="230504" algn="l"/>
              </a:tabLst>
            </a:pPr>
            <a:r>
              <a:rPr sz="2800" b="1" spc="-15" dirty="0" smtClean="0">
                <a:latin typeface="Arial"/>
                <a:cs typeface="Arial"/>
              </a:rPr>
              <a:t>Dire</a:t>
            </a:r>
            <a:r>
              <a:rPr sz="2800" b="1" spc="-20" dirty="0" smtClean="0">
                <a:latin typeface="Arial"/>
                <a:cs typeface="Arial"/>
              </a:rPr>
              <a:t>c</a:t>
            </a:r>
            <a:r>
              <a:rPr sz="2800" b="1" spc="-5" dirty="0" smtClean="0">
                <a:latin typeface="Arial"/>
                <a:cs typeface="Arial"/>
              </a:rPr>
              <a:t>t</a:t>
            </a:r>
            <a:r>
              <a:rPr sz="2800" b="1" spc="-15" dirty="0" smtClean="0">
                <a:latin typeface="Arial"/>
                <a:cs typeface="Arial"/>
              </a:rPr>
              <a:t>ory </a:t>
            </a:r>
            <a:r>
              <a:rPr sz="2800" b="1" spc="-20" dirty="0" smtClean="0">
                <a:latin typeface="Arial"/>
                <a:cs typeface="Arial"/>
              </a:rPr>
              <a:t>proce</a:t>
            </a:r>
            <a:r>
              <a:rPr sz="2800" b="1" spc="-15" dirty="0" smtClean="0">
                <a:latin typeface="Arial"/>
                <a:cs typeface="Arial"/>
              </a:rPr>
              <a:t>ssing.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62990" y="5560771"/>
            <a:ext cx="6956425" cy="8483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35915" marR="12700" indent="-323850">
              <a:lnSpc>
                <a:spcPts val="3360"/>
              </a:lnSpc>
              <a:buClr>
                <a:srgbClr val="FF0000"/>
              </a:buClr>
              <a:buSzPct val="108928"/>
              <a:buFont typeface="Wingdings"/>
              <a:buChar char=""/>
              <a:tabLst>
                <a:tab pos="335915" algn="l"/>
              </a:tabLst>
            </a:pPr>
            <a:r>
              <a:rPr sz="2800" b="1" spc="-20" dirty="0" smtClean="0">
                <a:latin typeface="Arial"/>
                <a:cs typeface="Arial"/>
              </a:rPr>
              <a:t>T</a:t>
            </a:r>
            <a:r>
              <a:rPr sz="2800" b="1" spc="-30" dirty="0" smtClean="0">
                <a:latin typeface="Arial"/>
                <a:cs typeface="Arial"/>
              </a:rPr>
              <a:t>h</a:t>
            </a:r>
            <a:r>
              <a:rPr sz="2800" b="1" spc="-20" dirty="0" smtClean="0">
                <a:latin typeface="Arial"/>
                <a:cs typeface="Arial"/>
              </a:rPr>
              <a:t>e</a:t>
            </a:r>
            <a:r>
              <a:rPr sz="2800" b="1" spc="15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P</a:t>
            </a:r>
            <a:r>
              <a:rPr sz="2800" b="1" spc="-60" dirty="0" smtClean="0">
                <a:latin typeface="Arial"/>
                <a:cs typeface="Arial"/>
              </a:rPr>
              <a:t>y</a:t>
            </a:r>
            <a:r>
              <a:rPr sz="2800" b="1" spc="-20" dirty="0" smtClean="0">
                <a:latin typeface="Arial"/>
                <a:cs typeface="Arial"/>
              </a:rPr>
              <a:t>thon</a:t>
            </a:r>
            <a:r>
              <a:rPr sz="2800" b="1" spc="50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s</a:t>
            </a:r>
            <a:r>
              <a:rPr sz="2800" b="1" spc="-5" dirty="0" smtClean="0">
                <a:latin typeface="Arial"/>
                <a:cs typeface="Arial"/>
              </a:rPr>
              <a:t>t</a:t>
            </a:r>
            <a:r>
              <a:rPr sz="2800" b="1" spc="-20" dirty="0" smtClean="0">
                <a:latin typeface="Arial"/>
                <a:cs typeface="Arial"/>
              </a:rPr>
              <a:t>andard</a:t>
            </a:r>
            <a:r>
              <a:rPr sz="2800" b="1" spc="35" dirty="0" smtClean="0">
                <a:latin typeface="Arial"/>
                <a:cs typeface="Arial"/>
              </a:rPr>
              <a:t> </a:t>
            </a:r>
            <a:r>
              <a:rPr sz="2800" b="1" spc="-15" dirty="0" smtClean="0">
                <a:latin typeface="Arial"/>
                <a:cs typeface="Arial"/>
              </a:rPr>
              <a:t>library</a:t>
            </a:r>
            <a:r>
              <a:rPr sz="2800" b="1" spc="-5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has</a:t>
            </a:r>
            <a:r>
              <a:rPr sz="2800" b="1" spc="20" dirty="0" smtClean="0">
                <a:latin typeface="Arial"/>
                <a:cs typeface="Arial"/>
              </a:rPr>
              <a:t> </a:t>
            </a:r>
            <a:r>
              <a:rPr sz="2800" b="1" i="1" spc="-15" dirty="0" smtClean="0">
                <a:latin typeface="Arial"/>
                <a:cs typeface="Arial"/>
              </a:rPr>
              <a:t>lots</a:t>
            </a:r>
            <a:r>
              <a:rPr sz="2800" b="1" i="1" spc="25" dirty="0" smtClean="0">
                <a:latin typeface="Arial"/>
                <a:cs typeface="Arial"/>
              </a:rPr>
              <a:t> </a:t>
            </a:r>
            <a:r>
              <a:rPr sz="2800" b="1" spc="-15" dirty="0" smtClean="0">
                <a:latin typeface="Arial"/>
                <a:cs typeface="Arial"/>
              </a:rPr>
              <a:t>of other</a:t>
            </a:r>
            <a:r>
              <a:rPr sz="2800" b="1" spc="15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use</a:t>
            </a:r>
            <a:r>
              <a:rPr sz="2800" b="1" spc="-5" dirty="0" smtClean="0">
                <a:latin typeface="Arial"/>
                <a:cs typeface="Arial"/>
              </a:rPr>
              <a:t>f</a:t>
            </a:r>
            <a:r>
              <a:rPr sz="2800" b="1" spc="-15" dirty="0" smtClean="0">
                <a:latin typeface="Arial"/>
                <a:cs typeface="Arial"/>
              </a:rPr>
              <a:t>ul</a:t>
            </a:r>
            <a:r>
              <a:rPr sz="2800" b="1" spc="10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s</a:t>
            </a:r>
            <a:r>
              <a:rPr sz="2800" b="1" spc="-5" dirty="0" smtClean="0">
                <a:latin typeface="Arial"/>
                <a:cs typeface="Arial"/>
              </a:rPr>
              <a:t>t</a:t>
            </a:r>
            <a:r>
              <a:rPr sz="2800" b="1" spc="-15" dirty="0" smtClean="0">
                <a:latin typeface="Arial"/>
                <a:cs typeface="Arial"/>
              </a:rPr>
              <a:t>uff.</a:t>
            </a:r>
            <a:r>
              <a:rPr sz="2800" b="1" spc="-5" dirty="0" smtClean="0">
                <a:latin typeface="Arial"/>
                <a:cs typeface="Arial"/>
              </a:rPr>
              <a:t>.</a:t>
            </a:r>
            <a:r>
              <a:rPr sz="2800" b="1" spc="-10" dirty="0" smtClean="0"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90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1808" rIns="0" bIns="0" rtlCol="0">
            <a:noAutofit/>
          </a:bodyPr>
          <a:lstStyle/>
          <a:p>
            <a:pPr marL="1905">
              <a:lnSpc>
                <a:spcPct val="100000"/>
              </a:lnSpc>
            </a:pPr>
            <a:r>
              <a:rPr sz="4000" b="1" spc="-25" dirty="0" smtClean="0">
                <a:solidFill>
                  <a:srgbClr val="000066"/>
                </a:solidFill>
                <a:latin typeface="Arial"/>
                <a:cs typeface="Arial"/>
              </a:rPr>
              <a:t>More</a:t>
            </a:r>
            <a:r>
              <a:rPr sz="4000" b="1" spc="1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4000" b="1" spc="-35" dirty="0" smtClean="0">
                <a:solidFill>
                  <a:srgbClr val="000066"/>
                </a:solidFill>
                <a:latin typeface="Arial"/>
                <a:cs typeface="Arial"/>
              </a:rPr>
              <a:t>Comm</a:t>
            </a:r>
            <a:r>
              <a:rPr sz="4000" b="1" spc="-40" dirty="0" smtClean="0">
                <a:solidFill>
                  <a:srgbClr val="000066"/>
                </a:solidFill>
                <a:latin typeface="Arial"/>
                <a:cs typeface="Arial"/>
              </a:rPr>
              <a:t>o</a:t>
            </a:r>
            <a:r>
              <a:rPr sz="4000" b="1" spc="-20" dirty="0" smtClean="0">
                <a:solidFill>
                  <a:srgbClr val="000066"/>
                </a:solidFill>
                <a:latin typeface="Arial"/>
                <a:cs typeface="Arial"/>
              </a:rPr>
              <a:t>nly</a:t>
            </a:r>
            <a:r>
              <a:rPr sz="4000" b="1" spc="20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4000" b="1" spc="-25" dirty="0" smtClean="0">
                <a:solidFill>
                  <a:srgbClr val="000066"/>
                </a:solidFill>
                <a:latin typeface="Arial"/>
                <a:cs typeface="Arial"/>
              </a:rPr>
              <a:t>Used</a:t>
            </a:r>
            <a:r>
              <a:rPr sz="4000" b="1" spc="-10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4000" b="1" spc="-30" dirty="0" smtClean="0">
                <a:solidFill>
                  <a:srgbClr val="000066"/>
                </a:solidFill>
                <a:latin typeface="Arial"/>
                <a:cs typeface="Arial"/>
              </a:rPr>
              <a:t>Mo</a:t>
            </a:r>
            <a:r>
              <a:rPr sz="4000" b="1" spc="-40" dirty="0" smtClean="0">
                <a:solidFill>
                  <a:srgbClr val="000066"/>
                </a:solidFill>
                <a:latin typeface="Arial"/>
                <a:cs typeface="Arial"/>
              </a:rPr>
              <a:t>d</a:t>
            </a:r>
            <a:r>
              <a:rPr sz="4000" b="1" spc="-20" dirty="0" smtClean="0">
                <a:solidFill>
                  <a:srgbClr val="000066"/>
                </a:solidFill>
                <a:latin typeface="Arial"/>
                <a:cs typeface="Arial"/>
              </a:rPr>
              <a:t>ules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7316" y="1356105"/>
            <a:ext cx="5861050" cy="9499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35280" indent="-323215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35280" algn="l"/>
                <a:tab pos="2800350" algn="l"/>
              </a:tabLst>
            </a:pPr>
            <a:r>
              <a:rPr sz="2000" b="1" dirty="0" smtClean="0">
                <a:latin typeface="Arial"/>
                <a:cs typeface="Arial"/>
              </a:rPr>
              <a:t>Module: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math	-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Mathematic</a:t>
            </a:r>
            <a:r>
              <a:rPr sz="2000" b="1" spc="-15" dirty="0" smtClean="0">
                <a:latin typeface="Arial"/>
                <a:cs typeface="Arial"/>
              </a:rPr>
              <a:t>a</a:t>
            </a:r>
            <a:r>
              <a:rPr sz="2000" b="1" spc="0" dirty="0" smtClean="0">
                <a:latin typeface="Arial"/>
                <a:cs typeface="Arial"/>
              </a:rPr>
              <a:t>l</a:t>
            </a:r>
            <a:r>
              <a:rPr sz="2000" b="1" spc="-4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func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ions.</a:t>
            </a:r>
            <a:endParaRPr sz="2000">
              <a:latin typeface="Arial"/>
              <a:cs typeface="Arial"/>
            </a:endParaRPr>
          </a:p>
          <a:p>
            <a:pPr marL="768350" lvl="1" indent="-288290">
              <a:lnSpc>
                <a:spcPct val="100000"/>
              </a:lnSpc>
              <a:spcBef>
                <a:spcPts val="30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768350" algn="l"/>
              </a:tabLst>
            </a:pPr>
            <a:r>
              <a:rPr sz="1800" dirty="0" smtClean="0">
                <a:latin typeface="Arial"/>
                <a:cs typeface="Arial"/>
              </a:rPr>
              <a:t>E</a:t>
            </a:r>
            <a:r>
              <a:rPr sz="1800" spc="-20" dirty="0" smtClean="0">
                <a:latin typeface="Arial"/>
                <a:cs typeface="Arial"/>
              </a:rPr>
              <a:t>x</a:t>
            </a:r>
            <a:r>
              <a:rPr sz="1800" spc="-10" dirty="0" smtClean="0">
                <a:latin typeface="Arial"/>
                <a:cs typeface="Arial"/>
              </a:rPr>
              <a:t>ponen</a:t>
            </a:r>
            <a:r>
              <a:rPr sz="1800" spc="0" dirty="0" smtClean="0">
                <a:latin typeface="Arial"/>
                <a:cs typeface="Arial"/>
              </a:rPr>
              <a:t>ts</a:t>
            </a:r>
            <a:endParaRPr sz="1800">
              <a:latin typeface="Arial"/>
              <a:cs typeface="Arial"/>
            </a:endParaRPr>
          </a:p>
          <a:p>
            <a:pPr marL="768350" lvl="1" indent="-288290">
              <a:lnSpc>
                <a:spcPct val="100000"/>
              </a:lnSpc>
              <a:spcBef>
                <a:spcPts val="40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768350" algn="l"/>
              </a:tabLst>
            </a:pPr>
            <a:r>
              <a:rPr sz="1800" dirty="0" smtClean="0">
                <a:latin typeface="Arial"/>
                <a:cs typeface="Arial"/>
              </a:rPr>
              <a:t>sqrt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7316" y="2336419"/>
            <a:ext cx="2410460" cy="34544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35280" indent="-323215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35280" algn="l"/>
              </a:tabLst>
            </a:pPr>
            <a:r>
              <a:rPr sz="2000" b="1" dirty="0" smtClean="0">
                <a:latin typeface="Arial"/>
                <a:cs typeface="Arial"/>
              </a:rPr>
              <a:t>Module: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5" dirty="0" smtClean="0">
                <a:latin typeface="Arial"/>
                <a:cs typeface="Arial"/>
              </a:rPr>
              <a:t>R</a:t>
            </a:r>
            <a:r>
              <a:rPr sz="2000" b="1" spc="0" dirty="0" smtClean="0">
                <a:latin typeface="Arial"/>
                <a:cs typeface="Arial"/>
              </a:rPr>
              <a:t>andom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65346" y="2361819"/>
            <a:ext cx="3644265" cy="6184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 smtClean="0">
                <a:latin typeface="Arial"/>
                <a:cs typeface="Arial"/>
              </a:rPr>
              <a:t>-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Random</a:t>
            </a:r>
            <a:r>
              <a:rPr sz="2000" b="1" spc="-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nu</a:t>
            </a:r>
            <a:r>
              <a:rPr sz="2000" b="1" spc="-15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bers</a:t>
            </a:r>
            <a:endParaRPr sz="2000">
              <a:latin typeface="Arial"/>
              <a:cs typeface="Arial"/>
            </a:endParaRPr>
          </a:p>
          <a:p>
            <a:pPr marL="266700">
              <a:lnSpc>
                <a:spcPct val="100000"/>
              </a:lnSpc>
              <a:spcBef>
                <a:spcPts val="220"/>
              </a:spcBef>
            </a:pPr>
            <a:r>
              <a:rPr sz="1800" dirty="0" smtClean="0">
                <a:latin typeface="Arial"/>
                <a:cs typeface="Arial"/>
              </a:rPr>
              <a:t>(g</a:t>
            </a:r>
            <a:r>
              <a:rPr sz="1800" spc="-10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od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for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sim</a:t>
            </a:r>
            <a:r>
              <a:rPr sz="1800" spc="-10" dirty="0" smtClean="0">
                <a:latin typeface="Arial"/>
                <a:cs typeface="Arial"/>
              </a:rPr>
              <a:t>u</a:t>
            </a:r>
            <a:r>
              <a:rPr sz="1800" spc="0" dirty="0" smtClean="0">
                <a:latin typeface="Arial"/>
                <a:cs typeface="Arial"/>
              </a:rPr>
              <a:t>l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tio</a:t>
            </a:r>
            <a:r>
              <a:rPr sz="1800" spc="-10" dirty="0" smtClean="0">
                <a:latin typeface="Arial"/>
                <a:cs typeface="Arial"/>
              </a:rPr>
              <a:t>n</a:t>
            </a:r>
            <a:r>
              <a:rPr sz="1800" spc="0" dirty="0" smtClean="0">
                <a:latin typeface="Arial"/>
                <a:cs typeface="Arial"/>
              </a:rPr>
              <a:t>s,</a:t>
            </a:r>
            <a:r>
              <a:rPr sz="1800" spc="2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g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mes, …)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45183" y="2676016"/>
            <a:ext cx="1441450" cy="12141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00990" indent="-288290">
              <a:lnSpc>
                <a:spcPct val="100000"/>
              </a:lnSpc>
              <a:buClr>
                <a:srgbClr val="FF0000"/>
              </a:buClr>
              <a:buSzPct val="108333"/>
              <a:buFont typeface="Wingdings"/>
              <a:buChar char=""/>
              <a:tabLst>
                <a:tab pos="300355" algn="l"/>
              </a:tabLst>
            </a:pPr>
            <a:r>
              <a:rPr sz="1800" dirty="0" smtClean="0">
                <a:latin typeface="Arial"/>
                <a:cs typeface="Arial"/>
              </a:rPr>
              <a:t>R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n</a:t>
            </a:r>
            <a:r>
              <a:rPr sz="1800" spc="-10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ra</a:t>
            </a:r>
            <a:r>
              <a:rPr sz="1800" spc="-10" dirty="0" smtClean="0">
                <a:latin typeface="Arial"/>
                <a:cs typeface="Arial"/>
              </a:rPr>
              <a:t>n</a:t>
            </a:r>
            <a:r>
              <a:rPr sz="1800" spc="0" dirty="0" smtClean="0">
                <a:latin typeface="Arial"/>
                <a:cs typeface="Arial"/>
              </a:rPr>
              <a:t>ge</a:t>
            </a:r>
            <a:endParaRPr sz="1800">
              <a:latin typeface="Arial"/>
              <a:cs typeface="Arial"/>
            </a:endParaRPr>
          </a:p>
          <a:p>
            <a:pPr marL="300990" indent="-288290">
              <a:lnSpc>
                <a:spcPct val="100000"/>
              </a:lnSpc>
              <a:spcBef>
                <a:spcPts val="35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300355" algn="l"/>
              </a:tabLst>
            </a:pPr>
            <a:r>
              <a:rPr sz="1800" dirty="0" smtClean="0">
                <a:latin typeface="Arial"/>
                <a:cs typeface="Arial"/>
              </a:rPr>
              <a:t>U</a:t>
            </a:r>
            <a:r>
              <a:rPr sz="1800" spc="-10" dirty="0" smtClean="0">
                <a:latin typeface="Arial"/>
                <a:cs typeface="Arial"/>
              </a:rPr>
              <a:t>n</a:t>
            </a:r>
            <a:r>
              <a:rPr sz="1800" spc="0" dirty="0" smtClean="0">
                <a:latin typeface="Arial"/>
                <a:cs typeface="Arial"/>
              </a:rPr>
              <a:t>iform</a:t>
            </a:r>
            <a:endParaRPr sz="1800">
              <a:latin typeface="Arial"/>
              <a:cs typeface="Arial"/>
            </a:endParaRPr>
          </a:p>
          <a:p>
            <a:pPr marL="300990" indent="-288290">
              <a:lnSpc>
                <a:spcPct val="100000"/>
              </a:lnSpc>
              <a:spcBef>
                <a:spcPts val="35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300355" algn="l"/>
              </a:tabLst>
            </a:pPr>
            <a:r>
              <a:rPr sz="1800" dirty="0" smtClean="0">
                <a:latin typeface="Arial"/>
                <a:cs typeface="Arial"/>
              </a:rPr>
              <a:t>C</a:t>
            </a:r>
            <a:r>
              <a:rPr sz="1800" spc="-10" dirty="0" smtClean="0">
                <a:latin typeface="Arial"/>
                <a:cs typeface="Arial"/>
              </a:rPr>
              <a:t>h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-10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ce</a:t>
            </a:r>
            <a:endParaRPr sz="1800">
              <a:latin typeface="Arial"/>
              <a:cs typeface="Arial"/>
            </a:endParaRPr>
          </a:p>
          <a:p>
            <a:pPr marL="300990" indent="-288290">
              <a:lnSpc>
                <a:spcPct val="100000"/>
              </a:lnSpc>
              <a:spcBef>
                <a:spcPts val="35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300355" algn="l"/>
              </a:tabLst>
            </a:pPr>
            <a:r>
              <a:rPr sz="1800" dirty="0" smtClean="0">
                <a:latin typeface="Arial"/>
                <a:cs typeface="Arial"/>
              </a:rPr>
              <a:t>S</a:t>
            </a:r>
            <a:r>
              <a:rPr sz="1800" spc="-10" dirty="0" smtClean="0">
                <a:latin typeface="Arial"/>
                <a:cs typeface="Arial"/>
              </a:rPr>
              <a:t>h</a:t>
            </a:r>
            <a:r>
              <a:rPr sz="1800" spc="0" dirty="0" smtClean="0">
                <a:latin typeface="Arial"/>
                <a:cs typeface="Arial"/>
              </a:rPr>
              <a:t>uffle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7316" y="3938904"/>
            <a:ext cx="7030084" cy="86233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35280" marR="12700" indent="-323215">
              <a:lnSpc>
                <a:spcPts val="216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35280" algn="l"/>
              </a:tabLst>
            </a:pPr>
            <a:r>
              <a:rPr sz="2000" b="1" dirty="0" smtClean="0">
                <a:latin typeface="Arial"/>
                <a:cs typeface="Arial"/>
              </a:rPr>
              <a:t>To see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35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hat</a:t>
            </a:r>
            <a:r>
              <a:rPr sz="2000" b="1" spc="-15" dirty="0" smtClean="0">
                <a:latin typeface="Arial"/>
                <a:cs typeface="Arial"/>
              </a:rPr>
              <a:t>’</a:t>
            </a:r>
            <a:r>
              <a:rPr sz="2000" b="1" spc="0" dirty="0" smtClean="0">
                <a:latin typeface="Arial"/>
                <a:cs typeface="Arial"/>
              </a:rPr>
              <a:t>s</a:t>
            </a:r>
            <a:r>
              <a:rPr sz="2000" b="1" spc="-4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standard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l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brary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modu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es,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check out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P</a:t>
            </a:r>
            <a:r>
              <a:rPr sz="2000" b="1" spc="-40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thon</a:t>
            </a:r>
            <a:r>
              <a:rPr sz="2000" b="1" spc="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Library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5" dirty="0" smtClean="0">
                <a:latin typeface="Arial"/>
                <a:cs typeface="Arial"/>
              </a:rPr>
              <a:t>R</a:t>
            </a:r>
            <a:r>
              <a:rPr sz="2000" b="1" spc="0" dirty="0" smtClean="0">
                <a:latin typeface="Arial"/>
                <a:cs typeface="Arial"/>
              </a:rPr>
              <a:t>eferenc</a:t>
            </a:r>
            <a:r>
              <a:rPr sz="2000" b="1" spc="5" dirty="0" smtClean="0">
                <a:latin typeface="Arial"/>
                <a:cs typeface="Arial"/>
              </a:rPr>
              <a:t>e</a:t>
            </a:r>
            <a:r>
              <a:rPr sz="2000" b="1" spc="0" dirty="0" smtClean="0">
                <a:latin typeface="Arial"/>
                <a:cs typeface="Arial"/>
              </a:rPr>
              <a:t>:</a:t>
            </a:r>
            <a:endParaRPr sz="2000">
              <a:latin typeface="Arial"/>
              <a:cs typeface="Arial"/>
            </a:endParaRPr>
          </a:p>
          <a:p>
            <a:pPr marL="768350" lvl="1" indent="-288290">
              <a:lnSpc>
                <a:spcPct val="100000"/>
              </a:lnSpc>
              <a:spcBef>
                <a:spcPts val="40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768350" algn="l"/>
              </a:tabLst>
            </a:pPr>
            <a:r>
              <a:rPr sz="1800" u="heavy" spc="-1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h</a:t>
            </a:r>
            <a:r>
              <a:rPr sz="18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tt</a:t>
            </a:r>
            <a:r>
              <a:rPr sz="1800" u="heavy" spc="-1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p</a:t>
            </a:r>
            <a:r>
              <a:rPr sz="18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://d</a:t>
            </a:r>
            <a:r>
              <a:rPr sz="1800" u="heavy" spc="-1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o</a:t>
            </a:r>
            <a:r>
              <a:rPr sz="18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cs.</a:t>
            </a:r>
            <a:r>
              <a:rPr sz="1800" u="heavy" spc="-1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p</a:t>
            </a:r>
            <a:r>
              <a:rPr sz="1800" u="heavy" spc="-3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y</a:t>
            </a:r>
            <a:r>
              <a:rPr sz="18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th</a:t>
            </a:r>
            <a:r>
              <a:rPr sz="1800" u="heavy" spc="-1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on</a:t>
            </a:r>
            <a:r>
              <a:rPr sz="18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.or</a:t>
            </a:r>
            <a:r>
              <a:rPr sz="1800" u="heavy" spc="-1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g</a:t>
            </a:r>
            <a:r>
              <a:rPr sz="18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/li</a:t>
            </a:r>
            <a:r>
              <a:rPr sz="1800" u="heavy" spc="-15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b</a:t>
            </a:r>
            <a:r>
              <a:rPr sz="18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/li</a:t>
            </a:r>
            <a:r>
              <a:rPr sz="1800" u="heavy" spc="-15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b</a:t>
            </a:r>
            <a:r>
              <a:rPr sz="1800" u="heavy" spc="0" dirty="0" smtClean="0">
                <a:solidFill>
                  <a:srgbClr val="CC00CC"/>
                </a:solidFill>
                <a:latin typeface="Arial"/>
                <a:cs typeface="Arial"/>
                <a:hlinkClick r:id="rId2"/>
              </a:rPr>
              <a:t>.html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5454" y="2602610"/>
            <a:ext cx="3459479" cy="4965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 smtClean="0">
                <a:solidFill>
                  <a:srgbClr val="000066"/>
                </a:solidFill>
                <a:latin typeface="Arial"/>
                <a:cs typeface="Arial"/>
              </a:rPr>
              <a:t>String</a:t>
            </a:r>
            <a:r>
              <a:rPr sz="3200" b="1" spc="-30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Oper</a:t>
            </a:r>
            <a:r>
              <a:rPr sz="3200" b="1" spc="-20" dirty="0" smtClean="0">
                <a:solidFill>
                  <a:srgbClr val="000066"/>
                </a:solidFill>
                <a:latin typeface="Arial"/>
                <a:cs typeface="Arial"/>
              </a:rPr>
              <a:t>a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tions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90142" y="3802455"/>
            <a:ext cx="2106469" cy="2424266"/>
          </a:xfrm>
          <a:custGeom>
            <a:avLst/>
            <a:gdLst/>
            <a:ahLst/>
            <a:cxnLst/>
            <a:rect l="l" t="t" r="r" b="b"/>
            <a:pathLst>
              <a:path w="2106469" h="2424266">
                <a:moveTo>
                  <a:pt x="2105165" y="2412544"/>
                </a:moveTo>
                <a:lnTo>
                  <a:pt x="529389" y="2412544"/>
                </a:lnTo>
                <a:lnTo>
                  <a:pt x="1536753" y="2424266"/>
                </a:lnTo>
                <a:lnTo>
                  <a:pt x="2059049" y="2414888"/>
                </a:lnTo>
                <a:lnTo>
                  <a:pt x="2105661" y="2414888"/>
                </a:lnTo>
                <a:lnTo>
                  <a:pt x="2105165" y="2412544"/>
                </a:lnTo>
                <a:close/>
              </a:path>
              <a:path w="2106469" h="2424266">
                <a:moveTo>
                  <a:pt x="579633" y="0"/>
                </a:moveTo>
                <a:lnTo>
                  <a:pt x="56094" y="0"/>
                </a:lnTo>
                <a:lnTo>
                  <a:pt x="9348" y="3579"/>
                </a:lnTo>
                <a:lnTo>
                  <a:pt x="12854" y="47997"/>
                </a:lnTo>
                <a:lnTo>
                  <a:pt x="19865" y="600206"/>
                </a:lnTo>
                <a:lnTo>
                  <a:pt x="16361" y="1172282"/>
                </a:lnTo>
                <a:lnTo>
                  <a:pt x="0" y="1764272"/>
                </a:lnTo>
                <a:lnTo>
                  <a:pt x="9349" y="2365653"/>
                </a:lnTo>
                <a:lnTo>
                  <a:pt x="10518" y="2413715"/>
                </a:lnTo>
                <a:lnTo>
                  <a:pt x="51420" y="2416060"/>
                </a:lnTo>
                <a:lnTo>
                  <a:pt x="2105165" y="2412544"/>
                </a:lnTo>
                <a:lnTo>
                  <a:pt x="2096473" y="2371514"/>
                </a:lnTo>
                <a:lnTo>
                  <a:pt x="2096472" y="1819379"/>
                </a:lnTo>
                <a:lnTo>
                  <a:pt x="2111767" y="1247303"/>
                </a:lnTo>
                <a:lnTo>
                  <a:pt x="2115184" y="655362"/>
                </a:lnTo>
                <a:lnTo>
                  <a:pt x="2112905" y="52715"/>
                </a:lnTo>
                <a:lnTo>
                  <a:pt x="2106469" y="17571"/>
                </a:lnTo>
                <a:lnTo>
                  <a:pt x="1586997" y="17571"/>
                </a:lnTo>
                <a:lnTo>
                  <a:pt x="579633" y="0"/>
                </a:lnTo>
                <a:close/>
              </a:path>
              <a:path w="2106469" h="2424266">
                <a:moveTo>
                  <a:pt x="2105661" y="2414888"/>
                </a:moveTo>
                <a:lnTo>
                  <a:pt x="2059049" y="2414888"/>
                </a:lnTo>
                <a:lnTo>
                  <a:pt x="2105910" y="2416060"/>
                </a:lnTo>
                <a:lnTo>
                  <a:pt x="2105661" y="2414888"/>
                </a:lnTo>
                <a:close/>
              </a:path>
              <a:path w="2106469" h="2424266">
                <a:moveTo>
                  <a:pt x="2064906" y="0"/>
                </a:moveTo>
                <a:lnTo>
                  <a:pt x="1586997" y="17571"/>
                </a:lnTo>
                <a:lnTo>
                  <a:pt x="2106469" y="17571"/>
                </a:lnTo>
                <a:lnTo>
                  <a:pt x="2104770" y="8297"/>
                </a:lnTo>
                <a:lnTo>
                  <a:pt x="20649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128707" y="3836460"/>
            <a:ext cx="2028880" cy="2342198"/>
          </a:xfrm>
          <a:custGeom>
            <a:avLst/>
            <a:gdLst/>
            <a:ahLst/>
            <a:cxnLst/>
            <a:rect l="l" t="t" r="r" b="b"/>
            <a:pathLst>
              <a:path w="2028880" h="2342198">
                <a:moveTo>
                  <a:pt x="2022377" y="2324615"/>
                </a:moveTo>
                <a:lnTo>
                  <a:pt x="500180" y="2324615"/>
                </a:lnTo>
                <a:lnTo>
                  <a:pt x="2022925" y="2342198"/>
                </a:lnTo>
                <a:lnTo>
                  <a:pt x="2022377" y="2324615"/>
                </a:lnTo>
                <a:close/>
              </a:path>
              <a:path w="2028880" h="2342198">
                <a:moveTo>
                  <a:pt x="531729" y="0"/>
                </a:moveTo>
                <a:lnTo>
                  <a:pt x="19866" y="13992"/>
                </a:lnTo>
                <a:lnTo>
                  <a:pt x="29215" y="573198"/>
                </a:lnTo>
                <a:lnTo>
                  <a:pt x="14023" y="1149992"/>
                </a:lnTo>
                <a:lnTo>
                  <a:pt x="0" y="1738484"/>
                </a:lnTo>
                <a:lnTo>
                  <a:pt x="8181" y="2333993"/>
                </a:lnTo>
                <a:lnTo>
                  <a:pt x="500180" y="2324615"/>
                </a:lnTo>
                <a:lnTo>
                  <a:pt x="2022377" y="2324615"/>
                </a:lnTo>
                <a:lnTo>
                  <a:pt x="2005353" y="1778329"/>
                </a:lnTo>
                <a:lnTo>
                  <a:pt x="2025203" y="1203927"/>
                </a:lnTo>
                <a:lnTo>
                  <a:pt x="2036918" y="613060"/>
                </a:lnTo>
                <a:lnTo>
                  <a:pt x="2028880" y="27008"/>
                </a:lnTo>
                <a:lnTo>
                  <a:pt x="1539077" y="27008"/>
                </a:lnTo>
                <a:lnTo>
                  <a:pt x="531729" y="0"/>
                </a:lnTo>
                <a:close/>
              </a:path>
              <a:path w="2028880" h="2342198">
                <a:moveTo>
                  <a:pt x="2028782" y="19849"/>
                </a:moveTo>
                <a:lnTo>
                  <a:pt x="1539077" y="27008"/>
                </a:lnTo>
                <a:lnTo>
                  <a:pt x="2028880" y="27008"/>
                </a:lnTo>
                <a:lnTo>
                  <a:pt x="2028782" y="19849"/>
                </a:lnTo>
                <a:close/>
              </a:path>
            </a:pathLst>
          </a:custGeom>
          <a:solidFill>
            <a:srgbClr val="7EFF33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223412" y="4005312"/>
            <a:ext cx="1776250" cy="20337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6152" y="2720339"/>
            <a:ext cx="4445508" cy="952500"/>
          </a:xfrm>
          <a:custGeom>
            <a:avLst/>
            <a:gdLst/>
            <a:ahLst/>
            <a:cxnLst/>
            <a:rect l="l" t="t" r="r" b="b"/>
            <a:pathLst>
              <a:path w="4445508" h="952500">
                <a:moveTo>
                  <a:pt x="0" y="952500"/>
                </a:moveTo>
                <a:lnTo>
                  <a:pt x="4445508" y="952500"/>
                </a:lnTo>
                <a:lnTo>
                  <a:pt x="4445508" y="0"/>
                </a:lnTo>
                <a:lnTo>
                  <a:pt x="0" y="0"/>
                </a:lnTo>
                <a:lnTo>
                  <a:pt x="0" y="9525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16152" y="2720339"/>
            <a:ext cx="4445508" cy="952500"/>
          </a:xfrm>
          <a:custGeom>
            <a:avLst/>
            <a:gdLst/>
            <a:ahLst/>
            <a:cxnLst/>
            <a:rect l="l" t="t" r="r" b="b"/>
            <a:pathLst>
              <a:path w="4445508" h="952500">
                <a:moveTo>
                  <a:pt x="0" y="952500"/>
                </a:moveTo>
                <a:lnTo>
                  <a:pt x="4445508" y="952500"/>
                </a:lnTo>
                <a:lnTo>
                  <a:pt x="4445508" y="0"/>
                </a:lnTo>
                <a:lnTo>
                  <a:pt x="0" y="0"/>
                </a:lnTo>
                <a:lnTo>
                  <a:pt x="0" y="9525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5454" y="551941"/>
            <a:ext cx="3885565" cy="5441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ts val="4285"/>
              </a:lnSpc>
              <a:tabLst>
                <a:tab pos="1460500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String	Operatio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n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92</a:t>
            </a:r>
            <a:endParaRPr sz="1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5454" y="1257680"/>
            <a:ext cx="7463155" cy="390080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08928"/>
              <a:buFont typeface="Wingdings"/>
              <a:buChar char=""/>
              <a:tabLst>
                <a:tab pos="354965" algn="l"/>
              </a:tabLst>
            </a:pPr>
            <a:r>
              <a:rPr sz="2800" b="1" spc="-20" dirty="0" smtClean="0">
                <a:latin typeface="Arial"/>
                <a:cs typeface="Arial"/>
              </a:rPr>
              <a:t>T</a:t>
            </a:r>
            <a:r>
              <a:rPr sz="2800" b="1" spc="-35" dirty="0" smtClean="0">
                <a:latin typeface="Arial"/>
                <a:cs typeface="Arial"/>
              </a:rPr>
              <a:t>h</a:t>
            </a:r>
            <a:r>
              <a:rPr sz="2800" b="1" spc="-20" dirty="0" smtClean="0">
                <a:latin typeface="Arial"/>
                <a:cs typeface="Arial"/>
              </a:rPr>
              <a:t>e</a:t>
            </a:r>
            <a:r>
              <a:rPr sz="2800" b="1" spc="10" dirty="0" smtClean="0">
                <a:latin typeface="Arial"/>
                <a:cs typeface="Arial"/>
              </a:rPr>
              <a:t> </a:t>
            </a:r>
            <a:r>
              <a:rPr sz="2800" b="1" spc="-15" dirty="0" smtClean="0">
                <a:latin typeface="Arial"/>
                <a:cs typeface="Arial"/>
              </a:rPr>
              <a:t>st</a:t>
            </a:r>
            <a:r>
              <a:rPr sz="2800" b="1" spc="-10" dirty="0" smtClean="0">
                <a:latin typeface="Arial"/>
                <a:cs typeface="Arial"/>
              </a:rPr>
              <a:t>r</a:t>
            </a:r>
            <a:r>
              <a:rPr sz="2800" b="1" spc="-15" dirty="0" smtClean="0">
                <a:latin typeface="Arial"/>
                <a:cs typeface="Arial"/>
              </a:rPr>
              <a:t>ing cla</a:t>
            </a:r>
            <a:r>
              <a:rPr sz="2800" b="1" spc="-20" dirty="0" smtClean="0">
                <a:latin typeface="Arial"/>
                <a:cs typeface="Arial"/>
              </a:rPr>
              <a:t>ss</a:t>
            </a:r>
            <a:r>
              <a:rPr sz="2800" b="1" spc="5" dirty="0" smtClean="0">
                <a:latin typeface="Arial"/>
                <a:cs typeface="Arial"/>
              </a:rPr>
              <a:t> </a:t>
            </a:r>
            <a:r>
              <a:rPr sz="2800" b="1" spc="-15" dirty="0" smtClean="0">
                <a:latin typeface="Arial"/>
                <a:cs typeface="Arial"/>
              </a:rPr>
              <a:t>provides</a:t>
            </a:r>
            <a:r>
              <a:rPr sz="2800" b="1" spc="10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a</a:t>
            </a:r>
            <a:r>
              <a:rPr sz="2800" b="1" spc="-5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nu</a:t>
            </a:r>
            <a:r>
              <a:rPr sz="2800" b="1" spc="-35" dirty="0" smtClean="0">
                <a:latin typeface="Arial"/>
                <a:cs typeface="Arial"/>
              </a:rPr>
              <a:t>m</a:t>
            </a:r>
            <a:r>
              <a:rPr sz="2800" b="1" spc="-15" dirty="0" smtClean="0">
                <a:latin typeface="Arial"/>
                <a:cs typeface="Arial"/>
              </a:rPr>
              <a:t>ber</a:t>
            </a:r>
            <a:r>
              <a:rPr sz="2800" b="1" spc="20" dirty="0" smtClean="0">
                <a:latin typeface="Arial"/>
                <a:cs typeface="Arial"/>
              </a:rPr>
              <a:t> </a:t>
            </a:r>
            <a:r>
              <a:rPr sz="2800" b="1" spc="-15" dirty="0" smtClean="0">
                <a:latin typeface="Arial"/>
                <a:cs typeface="Arial"/>
              </a:rPr>
              <a:t>of</a:t>
            </a:r>
            <a:endParaRPr sz="2800">
              <a:latin typeface="Arial"/>
              <a:cs typeface="Arial"/>
            </a:endParaRPr>
          </a:p>
          <a:p>
            <a:pPr marL="355600">
              <a:lnSpc>
                <a:spcPts val="2975"/>
              </a:lnSpc>
            </a:pPr>
            <a:r>
              <a:rPr sz="2800" b="1" spc="-25" dirty="0" smtClean="0">
                <a:latin typeface="Arial"/>
                <a:cs typeface="Arial"/>
              </a:rPr>
              <a:t>me</a:t>
            </a:r>
            <a:r>
              <a:rPr sz="2800" b="1" spc="-5" dirty="0" smtClean="0">
                <a:latin typeface="Arial"/>
                <a:cs typeface="Arial"/>
              </a:rPr>
              <a:t>t</a:t>
            </a:r>
            <a:r>
              <a:rPr sz="2800" b="1" spc="-20" dirty="0" smtClean="0">
                <a:latin typeface="Arial"/>
                <a:cs typeface="Arial"/>
              </a:rPr>
              <a:t>h</a:t>
            </a:r>
            <a:r>
              <a:rPr sz="2800" b="1" spc="-30" dirty="0" smtClean="0">
                <a:latin typeface="Arial"/>
                <a:cs typeface="Arial"/>
              </a:rPr>
              <a:t>o</a:t>
            </a:r>
            <a:r>
              <a:rPr sz="2800" b="1" spc="-20" dirty="0" smtClean="0">
                <a:latin typeface="Arial"/>
                <a:cs typeface="Arial"/>
              </a:rPr>
              <a:t>ds</a:t>
            </a:r>
            <a:r>
              <a:rPr sz="2800" b="1" spc="35" dirty="0" smtClean="0">
                <a:latin typeface="Arial"/>
                <a:cs typeface="Arial"/>
              </a:rPr>
              <a:t> </a:t>
            </a:r>
            <a:r>
              <a:rPr sz="2800" b="1" spc="-15" dirty="0" smtClean="0">
                <a:latin typeface="Arial"/>
                <a:cs typeface="Arial"/>
              </a:rPr>
              <a:t>for</a:t>
            </a:r>
            <a:r>
              <a:rPr sz="2800" b="1" spc="-5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u</a:t>
            </a:r>
            <a:r>
              <a:rPr sz="2800" b="1" spc="-15" dirty="0" smtClean="0">
                <a:latin typeface="Arial"/>
                <a:cs typeface="Arial"/>
              </a:rPr>
              <a:t>s</a:t>
            </a:r>
            <a:r>
              <a:rPr sz="2800" b="1" spc="-20" dirty="0" smtClean="0">
                <a:latin typeface="Arial"/>
                <a:cs typeface="Arial"/>
              </a:rPr>
              <a:t>e</a:t>
            </a:r>
            <a:r>
              <a:rPr sz="2800" b="1" spc="-5" dirty="0" smtClean="0">
                <a:latin typeface="Arial"/>
                <a:cs typeface="Arial"/>
              </a:rPr>
              <a:t>f</a:t>
            </a:r>
            <a:r>
              <a:rPr sz="2800" b="1" spc="-15" dirty="0" smtClean="0">
                <a:latin typeface="Arial"/>
                <a:cs typeface="Arial"/>
              </a:rPr>
              <a:t>ul</a:t>
            </a:r>
            <a:r>
              <a:rPr sz="2800" b="1" spc="10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form</a:t>
            </a:r>
            <a:r>
              <a:rPr sz="2800" b="1" spc="-15" dirty="0" smtClean="0">
                <a:latin typeface="Arial"/>
                <a:cs typeface="Arial"/>
              </a:rPr>
              <a:t>a</a:t>
            </a:r>
            <a:r>
              <a:rPr sz="2800" b="1" spc="-10" dirty="0" smtClean="0">
                <a:latin typeface="Arial"/>
                <a:cs typeface="Arial"/>
              </a:rPr>
              <a:t>t</a:t>
            </a:r>
            <a:r>
              <a:rPr sz="2800" b="1" spc="-5" dirty="0" smtClean="0">
                <a:latin typeface="Arial"/>
                <a:cs typeface="Arial"/>
              </a:rPr>
              <a:t>t</a:t>
            </a:r>
            <a:r>
              <a:rPr sz="2800" b="1" spc="-15" dirty="0" smtClean="0">
                <a:latin typeface="Arial"/>
                <a:cs typeface="Arial"/>
              </a:rPr>
              <a:t>ing</a:t>
            </a:r>
            <a:r>
              <a:rPr sz="2800" b="1" spc="15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o</a:t>
            </a:r>
            <a:r>
              <a:rPr sz="2800" b="1" spc="-30" dirty="0" smtClean="0">
                <a:latin typeface="Arial"/>
                <a:cs typeface="Arial"/>
              </a:rPr>
              <a:t>p</a:t>
            </a:r>
            <a:r>
              <a:rPr sz="2800" b="1" spc="-20" dirty="0" smtClean="0">
                <a:latin typeface="Arial"/>
                <a:cs typeface="Arial"/>
              </a:rPr>
              <a:t>e</a:t>
            </a:r>
            <a:r>
              <a:rPr sz="2800" b="1" spc="-10" dirty="0" smtClean="0">
                <a:latin typeface="Arial"/>
                <a:cs typeface="Arial"/>
              </a:rPr>
              <a:t>r</a:t>
            </a:r>
            <a:r>
              <a:rPr sz="2800" b="1" spc="-20" dirty="0" smtClean="0">
                <a:latin typeface="Arial"/>
                <a:cs typeface="Arial"/>
              </a:rPr>
              <a:t>a</a:t>
            </a:r>
            <a:r>
              <a:rPr sz="2800" b="1" spc="-5" dirty="0" smtClean="0">
                <a:latin typeface="Arial"/>
                <a:cs typeface="Arial"/>
              </a:rPr>
              <a:t>t</a:t>
            </a:r>
            <a:r>
              <a:rPr sz="2800" b="1" spc="-15" dirty="0" smtClean="0">
                <a:latin typeface="Arial"/>
                <a:cs typeface="Arial"/>
              </a:rPr>
              <a:t>ions:</a:t>
            </a:r>
            <a:endParaRPr sz="28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145"/>
              </a:spcBef>
            </a:pPr>
            <a:r>
              <a:rPr sz="24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2400" b="1" spc="-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24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“h</a:t>
            </a:r>
            <a:r>
              <a:rPr sz="24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el</a:t>
            </a:r>
            <a:r>
              <a:rPr sz="24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lo”</a:t>
            </a:r>
            <a:r>
              <a:rPr sz="2400" b="1" spc="0" dirty="0" smtClean="0">
                <a:latin typeface="Courier New"/>
                <a:cs typeface="Courier New"/>
              </a:rPr>
              <a:t>.up</a:t>
            </a:r>
            <a:r>
              <a:rPr sz="2400" b="1" spc="-15" dirty="0" smtClean="0">
                <a:latin typeface="Courier New"/>
                <a:cs typeface="Courier New"/>
              </a:rPr>
              <a:t>pe</a:t>
            </a:r>
            <a:r>
              <a:rPr sz="2400" b="1" spc="-5" dirty="0" smtClean="0">
                <a:latin typeface="Courier New"/>
                <a:cs typeface="Courier New"/>
              </a:rPr>
              <a:t>r</a:t>
            </a:r>
            <a:r>
              <a:rPr sz="2400" b="1" spc="0" dirty="0" smtClean="0">
                <a:latin typeface="Courier New"/>
                <a:cs typeface="Courier New"/>
              </a:rPr>
              <a:t>()</a:t>
            </a:r>
            <a:endParaRPr sz="24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285"/>
              </a:spcBef>
            </a:pPr>
            <a:r>
              <a:rPr sz="2400" b="1" dirty="0" smtClean="0">
                <a:solidFill>
                  <a:srgbClr val="003366"/>
                </a:solidFill>
                <a:latin typeface="Courier New"/>
                <a:cs typeface="Courier New"/>
              </a:rPr>
              <a:t>‘HELLO’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ts val="1400"/>
              </a:lnSpc>
              <a:spcBef>
                <a:spcPts val="63"/>
              </a:spcBef>
            </a:pPr>
            <a:endParaRPr sz="1400"/>
          </a:p>
          <a:p>
            <a:pPr marL="355600" marR="878205" indent="-342900">
              <a:lnSpc>
                <a:spcPts val="3020"/>
              </a:lnSpc>
              <a:buClr>
                <a:srgbClr val="FF0000"/>
              </a:buClr>
              <a:buSzPct val="108928"/>
              <a:buFont typeface="Wingdings"/>
              <a:buChar char=""/>
              <a:tabLst>
                <a:tab pos="354965" algn="l"/>
              </a:tabLst>
            </a:pPr>
            <a:r>
              <a:rPr sz="2800" b="1" spc="-20" dirty="0" smtClean="0">
                <a:solidFill>
                  <a:srgbClr val="C00000"/>
                </a:solidFill>
                <a:latin typeface="Arial"/>
                <a:cs typeface="Arial"/>
              </a:rPr>
              <a:t>Check</a:t>
            </a:r>
            <a:r>
              <a:rPr sz="2800" b="1" spc="2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15" dirty="0" smtClean="0">
                <a:solidFill>
                  <a:srgbClr val="C00000"/>
                </a:solidFill>
                <a:latin typeface="Arial"/>
                <a:cs typeface="Arial"/>
              </a:rPr>
              <a:t>the </a:t>
            </a:r>
            <a:r>
              <a:rPr sz="2800" b="1" spc="-20" dirty="0" smtClean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2800" b="1" spc="-60" dirty="0" smtClean="0">
                <a:solidFill>
                  <a:srgbClr val="C00000"/>
                </a:solidFill>
                <a:latin typeface="Arial"/>
                <a:cs typeface="Arial"/>
              </a:rPr>
              <a:t>y</a:t>
            </a:r>
            <a:r>
              <a:rPr sz="2800" b="1" spc="-20" dirty="0" smtClean="0">
                <a:solidFill>
                  <a:srgbClr val="C00000"/>
                </a:solidFill>
                <a:latin typeface="Arial"/>
                <a:cs typeface="Arial"/>
              </a:rPr>
              <a:t>thon</a:t>
            </a:r>
            <a:r>
              <a:rPr sz="2800" b="1" spc="6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20" dirty="0" smtClean="0">
                <a:solidFill>
                  <a:srgbClr val="C00000"/>
                </a:solidFill>
                <a:latin typeface="Arial"/>
                <a:cs typeface="Arial"/>
              </a:rPr>
              <a:t>d</a:t>
            </a:r>
            <a:r>
              <a:rPr sz="2800" b="1" spc="-30" dirty="0" smtClean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800" b="1" spc="-20" dirty="0" smtClean="0">
                <a:solidFill>
                  <a:srgbClr val="C00000"/>
                </a:solidFill>
                <a:latin typeface="Arial"/>
                <a:cs typeface="Arial"/>
              </a:rPr>
              <a:t>cument</a:t>
            </a:r>
            <a:r>
              <a:rPr sz="2800" b="1" spc="-15" dirty="0" smtClean="0">
                <a:solidFill>
                  <a:srgbClr val="C00000"/>
                </a:solidFill>
                <a:latin typeface="Arial"/>
                <a:cs typeface="Arial"/>
              </a:rPr>
              <a:t>ation</a:t>
            </a:r>
            <a:r>
              <a:rPr sz="2800" b="1" spc="4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15" dirty="0" smtClean="0">
                <a:solidFill>
                  <a:srgbClr val="C00000"/>
                </a:solidFill>
                <a:latin typeface="Arial"/>
                <a:cs typeface="Arial"/>
              </a:rPr>
              <a:t>for</a:t>
            </a:r>
            <a:r>
              <a:rPr sz="2800" b="1" spc="-20" dirty="0" smtClean="0">
                <a:solidFill>
                  <a:srgbClr val="C00000"/>
                </a:solidFill>
                <a:latin typeface="Arial"/>
                <a:cs typeface="Arial"/>
              </a:rPr>
              <a:t> many</a:t>
            </a:r>
            <a:r>
              <a:rPr sz="2800" b="1" spc="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15" dirty="0" smtClean="0">
                <a:solidFill>
                  <a:srgbClr val="C00000"/>
                </a:solidFill>
                <a:latin typeface="Arial"/>
                <a:cs typeface="Arial"/>
              </a:rPr>
              <a:t>other</a:t>
            </a:r>
            <a:r>
              <a:rPr sz="2800" b="1" spc="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20" dirty="0" smtClean="0">
                <a:solidFill>
                  <a:srgbClr val="C00000"/>
                </a:solidFill>
                <a:latin typeface="Arial"/>
                <a:cs typeface="Arial"/>
              </a:rPr>
              <a:t>handy</a:t>
            </a:r>
            <a:r>
              <a:rPr sz="2800" b="1" spc="2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20" dirty="0" smtClean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r>
              <a:rPr sz="2800" b="1" spc="-5" dirty="0" smtClean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800" b="1" spc="-15" dirty="0" smtClean="0">
                <a:solidFill>
                  <a:srgbClr val="C00000"/>
                </a:solidFill>
                <a:latin typeface="Arial"/>
                <a:cs typeface="Arial"/>
              </a:rPr>
              <a:t>ring</a:t>
            </a:r>
            <a:r>
              <a:rPr sz="2800" b="1" spc="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20" dirty="0" smtClean="0">
                <a:solidFill>
                  <a:srgbClr val="C00000"/>
                </a:solidFill>
                <a:latin typeface="Arial"/>
                <a:cs typeface="Arial"/>
              </a:rPr>
              <a:t>o</a:t>
            </a:r>
            <a:r>
              <a:rPr sz="2800" b="1" spc="-30" dirty="0" smtClean="0">
                <a:solidFill>
                  <a:srgbClr val="C00000"/>
                </a:solidFill>
                <a:latin typeface="Arial"/>
                <a:cs typeface="Arial"/>
              </a:rPr>
              <a:t>p</a:t>
            </a:r>
            <a:r>
              <a:rPr sz="2800" b="1" spc="-20" dirty="0" smtClean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800" b="1" spc="-10" dirty="0" smtClean="0">
                <a:solidFill>
                  <a:srgbClr val="C00000"/>
                </a:solidFill>
                <a:latin typeface="Arial"/>
                <a:cs typeface="Arial"/>
              </a:rPr>
              <a:t>r</a:t>
            </a:r>
            <a:r>
              <a:rPr sz="2800" b="1" spc="-20" dirty="0" smtClean="0">
                <a:solidFill>
                  <a:srgbClr val="C00000"/>
                </a:solidFill>
                <a:latin typeface="Arial"/>
                <a:cs typeface="Arial"/>
              </a:rPr>
              <a:t>a</a:t>
            </a:r>
            <a:r>
              <a:rPr sz="2800" b="1" spc="-5" dirty="0" smtClean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800" b="1" spc="-15" dirty="0" smtClean="0">
                <a:solidFill>
                  <a:srgbClr val="C00000"/>
                </a:solidFill>
                <a:latin typeface="Arial"/>
                <a:cs typeface="Arial"/>
              </a:rPr>
              <a:t>ions.</a:t>
            </a:r>
            <a:endParaRPr sz="2800">
              <a:latin typeface="Arial"/>
              <a:cs typeface="Arial"/>
            </a:endParaRPr>
          </a:p>
          <a:p>
            <a:pPr>
              <a:lnSpc>
                <a:spcPts val="800"/>
              </a:lnSpc>
              <a:spcBef>
                <a:spcPts val="36"/>
              </a:spcBef>
              <a:buClr>
                <a:srgbClr val="FF0000"/>
              </a:buClr>
              <a:buFont typeface="Wingdings"/>
              <a:buChar char=""/>
            </a:pPr>
            <a:endParaRPr sz="800"/>
          </a:p>
          <a:p>
            <a:pPr marL="355600" marR="283210" indent="-342900">
              <a:lnSpc>
                <a:spcPct val="91400"/>
              </a:lnSpc>
              <a:buClr>
                <a:srgbClr val="FF0000"/>
              </a:buClr>
              <a:buSzPct val="108928"/>
              <a:buFont typeface="Wingdings"/>
              <a:buChar char=""/>
              <a:tabLst>
                <a:tab pos="354965" algn="l"/>
                <a:tab pos="2628265" algn="l"/>
              </a:tabLst>
            </a:pPr>
            <a:r>
              <a:rPr sz="2800" b="1" spc="-15" dirty="0" smtClean="0">
                <a:solidFill>
                  <a:srgbClr val="C00000"/>
                </a:solidFill>
                <a:latin typeface="Arial"/>
                <a:cs typeface="Arial"/>
              </a:rPr>
              <a:t>Helpful</a:t>
            </a:r>
            <a:r>
              <a:rPr sz="2800" b="1" spc="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15" dirty="0" smtClean="0">
                <a:solidFill>
                  <a:srgbClr val="C00000"/>
                </a:solidFill>
                <a:latin typeface="Arial"/>
                <a:cs typeface="Arial"/>
              </a:rPr>
              <a:t>hint:	</a:t>
            </a:r>
            <a:r>
              <a:rPr sz="2800" b="1" spc="-20" dirty="0" smtClean="0">
                <a:solidFill>
                  <a:srgbClr val="C00000"/>
                </a:solidFill>
                <a:latin typeface="Arial"/>
                <a:cs typeface="Arial"/>
              </a:rPr>
              <a:t>use</a:t>
            </a:r>
            <a:r>
              <a:rPr sz="2800" b="1" spc="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20" dirty="0" smtClean="0">
                <a:solidFill>
                  <a:srgbClr val="C00000"/>
                </a:solidFill>
                <a:latin typeface="Courier New"/>
                <a:cs typeface="Courier New"/>
              </a:rPr>
              <a:t>&lt;string&gt;.</a:t>
            </a:r>
            <a:r>
              <a:rPr sz="2800" b="1" spc="-35" dirty="0" smtClean="0">
                <a:solidFill>
                  <a:srgbClr val="C00000"/>
                </a:solidFill>
                <a:latin typeface="Courier New"/>
                <a:cs typeface="Courier New"/>
              </a:rPr>
              <a:t>s</a:t>
            </a:r>
            <a:r>
              <a:rPr sz="2800" b="1" spc="-20" dirty="0" smtClean="0">
                <a:solidFill>
                  <a:srgbClr val="C00000"/>
                </a:solidFill>
                <a:latin typeface="Courier New"/>
                <a:cs typeface="Courier New"/>
              </a:rPr>
              <a:t>t</a:t>
            </a:r>
            <a:r>
              <a:rPr sz="2800" b="1" spc="-30" dirty="0" smtClean="0">
                <a:solidFill>
                  <a:srgbClr val="C00000"/>
                </a:solidFill>
                <a:latin typeface="Courier New"/>
                <a:cs typeface="Courier New"/>
              </a:rPr>
              <a:t>r</a:t>
            </a:r>
            <a:r>
              <a:rPr sz="2800" b="1" spc="-20" dirty="0" smtClean="0">
                <a:solidFill>
                  <a:srgbClr val="C00000"/>
                </a:solidFill>
                <a:latin typeface="Courier New"/>
                <a:cs typeface="Courier New"/>
              </a:rPr>
              <a:t>ip</a:t>
            </a:r>
            <a:r>
              <a:rPr sz="2800" b="1" spc="-30" dirty="0" smtClean="0">
                <a:solidFill>
                  <a:srgbClr val="C00000"/>
                </a:solidFill>
                <a:latin typeface="Courier New"/>
                <a:cs typeface="Courier New"/>
              </a:rPr>
              <a:t>(</a:t>
            </a:r>
            <a:r>
              <a:rPr sz="2800" b="1" spc="-20" dirty="0" smtClean="0">
                <a:solidFill>
                  <a:srgbClr val="C00000"/>
                </a:solidFill>
                <a:latin typeface="Courier New"/>
                <a:cs typeface="Courier New"/>
              </a:rPr>
              <a:t>)</a:t>
            </a:r>
            <a:r>
              <a:rPr sz="2800" b="1" spc="-944" dirty="0" smtClean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2800" b="1" spc="-15" dirty="0" smtClean="0">
                <a:solidFill>
                  <a:srgbClr val="C00000"/>
                </a:solidFill>
                <a:latin typeface="Arial"/>
                <a:cs typeface="Arial"/>
              </a:rPr>
              <a:t>to s</a:t>
            </a:r>
            <a:r>
              <a:rPr sz="2800" b="1" spc="-5" dirty="0" smtClean="0">
                <a:solidFill>
                  <a:srgbClr val="C00000"/>
                </a:solidFill>
                <a:latin typeface="Arial"/>
                <a:cs typeface="Arial"/>
              </a:rPr>
              <a:t>t</a:t>
            </a:r>
            <a:r>
              <a:rPr sz="2800" b="1" spc="-15" dirty="0" smtClean="0">
                <a:solidFill>
                  <a:srgbClr val="C00000"/>
                </a:solidFill>
                <a:latin typeface="Arial"/>
                <a:cs typeface="Arial"/>
              </a:rPr>
              <a:t>rip</a:t>
            </a:r>
            <a:r>
              <a:rPr sz="2800" b="1" spc="-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15" dirty="0" smtClean="0">
                <a:solidFill>
                  <a:srgbClr val="C00000"/>
                </a:solidFill>
                <a:latin typeface="Arial"/>
                <a:cs typeface="Arial"/>
              </a:rPr>
              <a:t>off</a:t>
            </a:r>
            <a:r>
              <a:rPr sz="2800" b="1" spc="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10" dirty="0" smtClean="0">
                <a:solidFill>
                  <a:srgbClr val="C00000"/>
                </a:solidFill>
                <a:latin typeface="Arial"/>
                <a:cs typeface="Arial"/>
              </a:rPr>
              <a:t>f</a:t>
            </a:r>
            <a:r>
              <a:rPr sz="2800" b="1" spc="-5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800" b="1" spc="-15" dirty="0" smtClean="0">
                <a:solidFill>
                  <a:srgbClr val="C00000"/>
                </a:solidFill>
                <a:latin typeface="Arial"/>
                <a:cs typeface="Arial"/>
              </a:rPr>
              <a:t>nal</a:t>
            </a:r>
            <a:r>
              <a:rPr sz="2800" b="1" spc="-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20" dirty="0" smtClean="0">
                <a:solidFill>
                  <a:srgbClr val="C00000"/>
                </a:solidFill>
                <a:latin typeface="Arial"/>
                <a:cs typeface="Arial"/>
              </a:rPr>
              <a:t>newl</a:t>
            </a:r>
            <a:r>
              <a:rPr sz="2800" b="1" spc="-5" dirty="0" smtClean="0">
                <a:solidFill>
                  <a:srgbClr val="C00000"/>
                </a:solidFill>
                <a:latin typeface="Arial"/>
                <a:cs typeface="Arial"/>
              </a:rPr>
              <a:t>i</a:t>
            </a:r>
            <a:r>
              <a:rPr sz="2800" b="1" spc="-20" dirty="0" smtClean="0">
                <a:solidFill>
                  <a:srgbClr val="C00000"/>
                </a:solidFill>
                <a:latin typeface="Arial"/>
                <a:cs typeface="Arial"/>
              </a:rPr>
              <a:t>nes</a:t>
            </a:r>
            <a:r>
              <a:rPr sz="2800" b="1" spc="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10" dirty="0" smtClean="0">
                <a:solidFill>
                  <a:srgbClr val="C00000"/>
                </a:solidFill>
                <a:latin typeface="Arial"/>
                <a:cs typeface="Arial"/>
              </a:rPr>
              <a:t>fr</a:t>
            </a:r>
            <a:r>
              <a:rPr sz="2800" b="1" spc="-25" dirty="0" smtClean="0">
                <a:solidFill>
                  <a:srgbClr val="C00000"/>
                </a:solidFill>
                <a:latin typeface="Arial"/>
                <a:cs typeface="Arial"/>
              </a:rPr>
              <a:t>om </a:t>
            </a:r>
            <a:r>
              <a:rPr sz="2800" b="1" spc="-15" dirty="0" smtClean="0">
                <a:solidFill>
                  <a:srgbClr val="C00000"/>
                </a:solidFill>
                <a:latin typeface="Arial"/>
                <a:cs typeface="Arial"/>
              </a:rPr>
              <a:t>lines</a:t>
            </a:r>
            <a:r>
              <a:rPr sz="2800" b="1" spc="-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15" dirty="0" smtClean="0">
                <a:solidFill>
                  <a:srgbClr val="C00000"/>
                </a:solidFill>
                <a:latin typeface="Arial"/>
                <a:cs typeface="Arial"/>
              </a:rPr>
              <a:t>re</a:t>
            </a:r>
            <a:r>
              <a:rPr sz="2800" b="1" spc="-20" dirty="0" smtClean="0">
                <a:solidFill>
                  <a:srgbClr val="C00000"/>
                </a:solidFill>
                <a:latin typeface="Arial"/>
                <a:cs typeface="Arial"/>
              </a:rPr>
              <a:t>ad</a:t>
            </a:r>
            <a:r>
              <a:rPr sz="2800" b="1" spc="-10" dirty="0" smtClean="0">
                <a:solidFill>
                  <a:srgbClr val="C00000"/>
                </a:solidFill>
                <a:latin typeface="Arial"/>
                <a:cs typeface="Arial"/>
              </a:rPr>
              <a:t> fr</a:t>
            </a:r>
            <a:r>
              <a:rPr sz="2800" b="1" spc="-25" dirty="0" smtClean="0">
                <a:solidFill>
                  <a:srgbClr val="C00000"/>
                </a:solidFill>
                <a:latin typeface="Arial"/>
                <a:cs typeface="Arial"/>
              </a:rPr>
              <a:t>om</a:t>
            </a:r>
            <a:r>
              <a:rPr sz="2800" b="1" spc="-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2800" b="1" spc="-10" dirty="0" smtClean="0">
                <a:solidFill>
                  <a:srgbClr val="C00000"/>
                </a:solidFill>
                <a:latin typeface="Arial"/>
                <a:cs typeface="Arial"/>
              </a:rPr>
              <a:t>fil</a:t>
            </a:r>
            <a:r>
              <a:rPr sz="2800" b="1" spc="-15" dirty="0" smtClean="0">
                <a:solidFill>
                  <a:srgbClr val="C00000"/>
                </a:solidFill>
                <a:latin typeface="Arial"/>
                <a:cs typeface="Arial"/>
              </a:rPr>
              <a:t>e</a:t>
            </a:r>
            <a:r>
              <a:rPr sz="2800" b="1" spc="-20" dirty="0" smtClean="0">
                <a:solidFill>
                  <a:srgbClr val="C00000"/>
                </a:solidFill>
                <a:latin typeface="Arial"/>
                <a:cs typeface="Arial"/>
              </a:rPr>
              <a:t>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8177" y="259079"/>
            <a:ext cx="6605270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460500" algn="l"/>
                <a:tab pos="3975100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String	Formatting	Operator: </a:t>
            </a:r>
            <a:r>
              <a:rPr sz="3600" b="1" i="1" dirty="0" smtClean="0">
                <a:solidFill>
                  <a:srgbClr val="003366"/>
                </a:solidFill>
                <a:latin typeface="Arial"/>
                <a:cs typeface="Arial"/>
              </a:rPr>
              <a:t>%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949" y="1248283"/>
            <a:ext cx="7359650" cy="202183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3535">
              <a:lnSpc>
                <a:spcPts val="2565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5600" algn="l"/>
              </a:tabLst>
            </a:pPr>
            <a:r>
              <a:rPr sz="2000" b="1" dirty="0" smtClean="0">
                <a:latin typeface="Arial"/>
                <a:cs typeface="Arial"/>
              </a:rPr>
              <a:t>The operator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solidFill>
                  <a:srgbClr val="003366"/>
                </a:solidFill>
                <a:latin typeface="Arial"/>
                <a:cs typeface="Arial"/>
              </a:rPr>
              <a:t>%</a:t>
            </a:r>
            <a:r>
              <a:rPr sz="2000" b="1" i="1" spc="-25" dirty="0" smtClean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al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-15" dirty="0" smtClean="0">
                <a:latin typeface="Arial"/>
                <a:cs typeface="Arial"/>
              </a:rPr>
              <a:t>o</a:t>
            </a:r>
            <a:r>
              <a:rPr sz="2000" b="1" spc="3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s</a:t>
            </a:r>
            <a:r>
              <a:rPr sz="2000" b="1" spc="-4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strings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to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be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bui</a:t>
            </a:r>
            <a:r>
              <a:rPr sz="2000" b="1" spc="-15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t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out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 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any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data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ts val="1955"/>
              </a:lnSpc>
            </a:pPr>
            <a:r>
              <a:rPr sz="2000" b="1" dirty="0" smtClean="0">
                <a:latin typeface="Arial"/>
                <a:cs typeface="Arial"/>
              </a:rPr>
              <a:t>ite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s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“</a:t>
            </a:r>
            <a:r>
              <a:rPr sz="2000" b="1" spc="5" dirty="0" smtClean="0">
                <a:latin typeface="Arial"/>
                <a:cs typeface="Arial"/>
              </a:rPr>
              <a:t>f</a:t>
            </a:r>
            <a:r>
              <a:rPr sz="2000" b="1" spc="0" dirty="0" smtClean="0">
                <a:latin typeface="Arial"/>
                <a:cs typeface="Arial"/>
              </a:rPr>
              <a:t>i</a:t>
            </a:r>
            <a:r>
              <a:rPr sz="2000" b="1" spc="-15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l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b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anks”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fashio</a:t>
            </a:r>
            <a:r>
              <a:rPr sz="2000" b="1" spc="-10" dirty="0" smtClean="0">
                <a:latin typeface="Arial"/>
                <a:cs typeface="Arial"/>
              </a:rPr>
              <a:t>n</a:t>
            </a:r>
            <a:r>
              <a:rPr sz="2000" b="1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ts val="244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  <a:tab pos="1632585" algn="l"/>
                <a:tab pos="2534920" algn="l"/>
              </a:tabLst>
            </a:pPr>
            <a:r>
              <a:rPr sz="2000" dirty="0" smtClean="0">
                <a:latin typeface="Arial"/>
                <a:cs typeface="Arial"/>
              </a:rPr>
              <a:t>Al</a:t>
            </a:r>
            <a:r>
              <a:rPr sz="2000" spc="-10" dirty="0" smtClean="0">
                <a:latin typeface="Arial"/>
                <a:cs typeface="Arial"/>
              </a:rPr>
              <a:t>l</a:t>
            </a:r>
            <a:r>
              <a:rPr sz="2000" spc="0" dirty="0" smtClean="0">
                <a:latin typeface="Arial"/>
                <a:cs typeface="Arial"/>
              </a:rPr>
              <a:t>ows	control	of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how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the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final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string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output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will</a:t>
            </a:r>
            <a:r>
              <a:rPr sz="2000" spc="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app</a:t>
            </a:r>
            <a:r>
              <a:rPr sz="2000" spc="5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ar.</a:t>
            </a:r>
            <a:endParaRPr sz="2000">
              <a:latin typeface="Arial"/>
              <a:cs typeface="Arial"/>
            </a:endParaRPr>
          </a:p>
          <a:p>
            <a:pPr marL="756285" marR="398145" lvl="1" indent="-287020">
              <a:lnSpc>
                <a:spcPct val="80300"/>
              </a:lnSpc>
              <a:spcBef>
                <a:spcPts val="28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dirty="0" smtClean="0">
                <a:latin typeface="Arial"/>
                <a:cs typeface="Arial"/>
              </a:rPr>
              <a:t>For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example,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we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c</a:t>
            </a:r>
            <a:r>
              <a:rPr sz="2000" spc="5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uld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for</a:t>
            </a:r>
            <a:r>
              <a:rPr sz="2000" spc="5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number</a:t>
            </a:r>
            <a:r>
              <a:rPr sz="2000" spc="-3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to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display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with a s</a:t>
            </a:r>
            <a:r>
              <a:rPr sz="2000" spc="5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5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if</a:t>
            </a:r>
            <a:r>
              <a:rPr sz="2000" spc="-10" dirty="0" smtClean="0">
                <a:latin typeface="Arial"/>
                <a:cs typeface="Arial"/>
              </a:rPr>
              <a:t>i</a:t>
            </a:r>
            <a:r>
              <a:rPr sz="2000" spc="0" dirty="0" smtClean="0">
                <a:latin typeface="Arial"/>
                <a:cs typeface="Arial"/>
              </a:rPr>
              <a:t>c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number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of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digits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af</a:t>
            </a:r>
            <a:r>
              <a:rPr sz="2000" spc="-10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er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the</a:t>
            </a:r>
            <a:r>
              <a:rPr sz="2000" spc="-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</a:t>
            </a:r>
            <a:r>
              <a:rPr sz="2000" spc="5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imal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point.</a:t>
            </a:r>
            <a:endParaRPr sz="2000">
              <a:latin typeface="Arial"/>
              <a:cs typeface="Arial"/>
            </a:endParaRPr>
          </a:p>
          <a:p>
            <a:pPr lvl="1">
              <a:lnSpc>
                <a:spcPts val="950"/>
              </a:lnSpc>
              <a:spcBef>
                <a:spcPts val="10"/>
              </a:spcBef>
              <a:buClr>
                <a:srgbClr val="FF0000"/>
              </a:buClr>
              <a:buFont typeface="Wingdings"/>
              <a:buChar char=""/>
            </a:pPr>
            <a:endParaRPr sz="950"/>
          </a:p>
          <a:p>
            <a:pPr lvl="1"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 marL="355600" indent="-343535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5600" algn="l"/>
              </a:tabLst>
            </a:pPr>
            <a:r>
              <a:rPr sz="2000" b="1" spc="-10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ery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si</a:t>
            </a:r>
            <a:r>
              <a:rPr sz="2000" b="1" spc="-15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i</a:t>
            </a:r>
            <a:r>
              <a:rPr sz="2000" b="1" spc="-15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ar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to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spr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ntf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co</a:t>
            </a:r>
            <a:r>
              <a:rPr sz="2000" b="1" spc="-10" dirty="0" smtClean="0">
                <a:latin typeface="Arial"/>
                <a:cs typeface="Arial"/>
              </a:rPr>
              <a:t>mm</a:t>
            </a:r>
            <a:r>
              <a:rPr sz="2000" b="1" spc="0" dirty="0" smtClean="0">
                <a:latin typeface="Arial"/>
                <a:cs typeface="Arial"/>
              </a:rPr>
              <a:t>and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 C.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9491" y="3331717"/>
            <a:ext cx="3150235" cy="13169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30175">
              <a:lnSpc>
                <a:spcPct val="100000"/>
              </a:lnSpc>
            </a:pPr>
            <a:r>
              <a:rPr sz="2000" b="1" spc="5" dirty="0" smtClean="0">
                <a:solidFill>
                  <a:srgbClr val="660033"/>
                </a:solidFill>
                <a:latin typeface="Arial"/>
                <a:cs typeface="Arial"/>
              </a:rPr>
              <a:t>&gt;&gt;</a:t>
            </a:r>
            <a:r>
              <a:rPr sz="2000" b="1" spc="0" dirty="0" smtClean="0">
                <a:solidFill>
                  <a:srgbClr val="660033"/>
                </a:solidFill>
                <a:latin typeface="Arial"/>
                <a:cs typeface="Arial"/>
              </a:rPr>
              <a:t>&gt;</a:t>
            </a:r>
            <a:r>
              <a:rPr sz="2000" b="1" spc="-35" dirty="0" smtClean="0">
                <a:solidFill>
                  <a:srgbClr val="660033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x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=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5" dirty="0" smtClean="0">
                <a:solidFill>
                  <a:srgbClr val="008000"/>
                </a:solidFill>
                <a:latin typeface="Arial"/>
                <a:cs typeface="Arial"/>
              </a:rPr>
              <a:t>“</a:t>
            </a:r>
            <a:r>
              <a:rPr sz="2000" b="1" spc="0" dirty="0" smtClean="0">
                <a:solidFill>
                  <a:srgbClr val="008000"/>
                </a:solidFill>
                <a:latin typeface="Arial"/>
                <a:cs typeface="Arial"/>
              </a:rPr>
              <a:t>ab</a:t>
            </a:r>
            <a:r>
              <a:rPr sz="2000" b="1" spc="5" dirty="0" smtClean="0">
                <a:solidFill>
                  <a:srgbClr val="008000"/>
                </a:solidFill>
                <a:latin typeface="Arial"/>
                <a:cs typeface="Arial"/>
              </a:rPr>
              <a:t>c</a:t>
            </a:r>
            <a:r>
              <a:rPr sz="2000" b="1" spc="0" dirty="0" smtClean="0">
                <a:solidFill>
                  <a:srgbClr val="008000"/>
                </a:solidFill>
                <a:latin typeface="Arial"/>
                <a:cs typeface="Arial"/>
              </a:rPr>
              <a:t>”</a:t>
            </a:r>
            <a:endParaRPr sz="2000">
              <a:latin typeface="Arial"/>
              <a:cs typeface="Arial"/>
            </a:endParaRPr>
          </a:p>
          <a:p>
            <a:pPr marL="130175">
              <a:lnSpc>
                <a:spcPct val="100000"/>
              </a:lnSpc>
            </a:pPr>
            <a:r>
              <a:rPr sz="2000" b="1" spc="5" dirty="0" smtClean="0">
                <a:solidFill>
                  <a:srgbClr val="660033"/>
                </a:solidFill>
                <a:latin typeface="Arial"/>
                <a:cs typeface="Arial"/>
              </a:rPr>
              <a:t>&gt;&gt;</a:t>
            </a:r>
            <a:r>
              <a:rPr sz="2000" b="1" spc="0" dirty="0" smtClean="0">
                <a:solidFill>
                  <a:srgbClr val="660033"/>
                </a:solidFill>
                <a:latin typeface="Arial"/>
                <a:cs typeface="Arial"/>
              </a:rPr>
              <a:t>&gt;</a:t>
            </a:r>
            <a:r>
              <a:rPr sz="2000" b="1" spc="-35" dirty="0" smtClean="0">
                <a:solidFill>
                  <a:srgbClr val="660033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y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=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34</a:t>
            </a:r>
            <a:endParaRPr sz="2000">
              <a:latin typeface="Arial"/>
              <a:cs typeface="Arial"/>
            </a:endParaRPr>
          </a:p>
          <a:p>
            <a:pPr marL="130175">
              <a:lnSpc>
                <a:spcPct val="100000"/>
              </a:lnSpc>
            </a:pPr>
            <a:r>
              <a:rPr sz="2000" b="1" spc="5" dirty="0" smtClean="0">
                <a:solidFill>
                  <a:srgbClr val="660033"/>
                </a:solidFill>
                <a:latin typeface="Arial"/>
                <a:cs typeface="Arial"/>
              </a:rPr>
              <a:t>&gt;&gt;</a:t>
            </a:r>
            <a:r>
              <a:rPr sz="2000" b="1" spc="0" dirty="0" smtClean="0">
                <a:solidFill>
                  <a:srgbClr val="660033"/>
                </a:solidFill>
                <a:latin typeface="Arial"/>
                <a:cs typeface="Arial"/>
              </a:rPr>
              <a:t>&gt;</a:t>
            </a:r>
            <a:r>
              <a:rPr sz="2000" b="1" spc="-35" dirty="0" smtClean="0">
                <a:solidFill>
                  <a:srgbClr val="660033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008000"/>
                </a:solidFill>
                <a:latin typeface="Arial"/>
                <a:cs typeface="Arial"/>
              </a:rPr>
              <a:t>“</a:t>
            </a:r>
            <a:r>
              <a:rPr sz="2000" b="1" spc="-40" dirty="0" smtClean="0">
                <a:solidFill>
                  <a:srgbClr val="008000"/>
                </a:solidFill>
                <a:latin typeface="Arial"/>
                <a:cs typeface="Arial"/>
              </a:rPr>
              <a:t>%</a:t>
            </a:r>
            <a:r>
              <a:rPr sz="2000" b="1" spc="0" dirty="0" smtClean="0">
                <a:solidFill>
                  <a:srgbClr val="008000"/>
                </a:solidFill>
                <a:latin typeface="Arial"/>
                <a:cs typeface="Arial"/>
              </a:rPr>
              <a:t>s</a:t>
            </a:r>
            <a:r>
              <a:rPr sz="2000" b="1" spc="15" dirty="0" smtClean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008000"/>
                </a:solidFill>
                <a:latin typeface="Arial"/>
                <a:cs typeface="Arial"/>
              </a:rPr>
              <a:t>x</a:t>
            </a:r>
            <a:r>
              <a:rPr sz="2000" b="1" spc="-35" dirty="0" smtClean="0">
                <a:solidFill>
                  <a:srgbClr val="008000"/>
                </a:solidFill>
                <a:latin typeface="Arial"/>
                <a:cs typeface="Arial"/>
              </a:rPr>
              <a:t>y</a:t>
            </a:r>
            <a:r>
              <a:rPr sz="2000" b="1" spc="0" dirty="0" smtClean="0">
                <a:solidFill>
                  <a:srgbClr val="008000"/>
                </a:solidFill>
                <a:latin typeface="Arial"/>
                <a:cs typeface="Arial"/>
              </a:rPr>
              <a:t>z</a:t>
            </a:r>
            <a:r>
              <a:rPr sz="2000" b="1" spc="10" dirty="0" smtClean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2000" b="1" spc="-45" dirty="0" smtClean="0">
                <a:solidFill>
                  <a:srgbClr val="008000"/>
                </a:solidFill>
                <a:latin typeface="Arial"/>
                <a:cs typeface="Arial"/>
              </a:rPr>
              <a:t>%</a:t>
            </a:r>
            <a:r>
              <a:rPr sz="2000" b="1" spc="0" dirty="0" smtClean="0">
                <a:solidFill>
                  <a:srgbClr val="008000"/>
                </a:solidFill>
                <a:latin typeface="Arial"/>
                <a:cs typeface="Arial"/>
              </a:rPr>
              <a:t>d”</a:t>
            </a:r>
            <a:r>
              <a:rPr sz="2000" b="1" spc="30" dirty="0" smtClean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%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(x,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-35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130175">
              <a:lnSpc>
                <a:spcPct val="100000"/>
              </a:lnSpc>
            </a:pPr>
            <a:r>
              <a:rPr sz="2000" b="1" spc="-10" dirty="0" smtClean="0">
                <a:solidFill>
                  <a:srgbClr val="003366"/>
                </a:solidFill>
                <a:latin typeface="Arial"/>
                <a:cs typeface="Arial"/>
              </a:rPr>
              <a:t>‘</a:t>
            </a:r>
            <a:r>
              <a:rPr sz="2000" b="1" spc="0" dirty="0" smtClean="0">
                <a:solidFill>
                  <a:srgbClr val="003366"/>
                </a:solidFill>
                <a:latin typeface="Arial"/>
                <a:cs typeface="Arial"/>
              </a:rPr>
              <a:t>abc</a:t>
            </a:r>
            <a:r>
              <a:rPr sz="2000" b="1" spc="-20" dirty="0" smtClean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003366"/>
                </a:solidFill>
                <a:latin typeface="Arial"/>
                <a:cs typeface="Arial"/>
              </a:rPr>
              <a:t>x</a:t>
            </a:r>
            <a:r>
              <a:rPr sz="2000" b="1" spc="-40" dirty="0" smtClean="0">
                <a:solidFill>
                  <a:srgbClr val="003366"/>
                </a:solidFill>
                <a:latin typeface="Arial"/>
                <a:cs typeface="Arial"/>
              </a:rPr>
              <a:t>y</a:t>
            </a:r>
            <a:r>
              <a:rPr sz="2000" b="1" spc="0" dirty="0" smtClean="0">
                <a:solidFill>
                  <a:srgbClr val="003366"/>
                </a:solidFill>
                <a:latin typeface="Arial"/>
                <a:cs typeface="Arial"/>
              </a:rPr>
              <a:t>z</a:t>
            </a:r>
            <a:r>
              <a:rPr sz="2000" b="1" spc="20" dirty="0" smtClean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solidFill>
                  <a:srgbClr val="003366"/>
                </a:solidFill>
                <a:latin typeface="Arial"/>
                <a:cs typeface="Arial"/>
              </a:rPr>
              <a:t>34’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8949" y="4896622"/>
            <a:ext cx="6891020" cy="82804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marR="12700" indent="-343535">
              <a:lnSpc>
                <a:spcPct val="803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5600" algn="l"/>
              </a:tabLst>
            </a:pPr>
            <a:r>
              <a:rPr sz="2000" b="1" dirty="0" smtClean="0">
                <a:latin typeface="Arial"/>
                <a:cs typeface="Arial"/>
              </a:rPr>
              <a:t>The</a:t>
            </a:r>
            <a:r>
              <a:rPr sz="2000" b="1" spc="-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tuple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foll</a:t>
            </a:r>
            <a:r>
              <a:rPr sz="2000" b="1" spc="-20" dirty="0" smtClean="0">
                <a:latin typeface="Arial"/>
                <a:cs typeface="Arial"/>
              </a:rPr>
              <a:t>o</a:t>
            </a:r>
            <a:r>
              <a:rPr sz="2000" b="1" spc="3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ing</a:t>
            </a:r>
            <a:r>
              <a:rPr sz="2000" b="1" spc="-5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i="1" spc="0" dirty="0" smtClean="0">
                <a:solidFill>
                  <a:srgbClr val="003366"/>
                </a:solidFill>
                <a:latin typeface="Arial"/>
                <a:cs typeface="Arial"/>
              </a:rPr>
              <a:t>%</a:t>
            </a:r>
            <a:r>
              <a:rPr sz="2000" b="1" i="1" spc="-10" dirty="0" smtClean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opera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or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is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used to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fill</a:t>
            </a:r>
            <a:r>
              <a:rPr sz="2000" b="1" spc="-4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 blanks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orig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nal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string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marked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2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ith</a:t>
            </a:r>
            <a:r>
              <a:rPr sz="2000" b="1" spc="-45" dirty="0" smtClean="0">
                <a:latin typeface="Arial"/>
                <a:cs typeface="Arial"/>
              </a:rPr>
              <a:t> </a:t>
            </a:r>
            <a:r>
              <a:rPr sz="2000" b="1" i="1" spc="15" dirty="0" smtClean="0">
                <a:solidFill>
                  <a:srgbClr val="003366"/>
                </a:solidFill>
                <a:latin typeface="Arial"/>
                <a:cs typeface="Arial"/>
              </a:rPr>
              <a:t>%</a:t>
            </a:r>
            <a:r>
              <a:rPr sz="2000" b="1" i="1" spc="0" dirty="0" smtClean="0">
                <a:solidFill>
                  <a:srgbClr val="003366"/>
                </a:solidFill>
                <a:latin typeface="Arial"/>
                <a:cs typeface="Arial"/>
              </a:rPr>
              <a:t>s</a:t>
            </a:r>
            <a:r>
              <a:rPr sz="2000" b="1" i="1" spc="-30" dirty="0" smtClean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or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i="1" spc="15" dirty="0" smtClean="0">
                <a:solidFill>
                  <a:srgbClr val="003366"/>
                </a:solidFill>
                <a:latin typeface="Arial"/>
                <a:cs typeface="Arial"/>
              </a:rPr>
              <a:t>%</a:t>
            </a:r>
            <a:r>
              <a:rPr sz="2000" b="1" i="1" spc="-5" dirty="0" smtClean="0">
                <a:solidFill>
                  <a:srgbClr val="003366"/>
                </a:solidFill>
                <a:latin typeface="Arial"/>
                <a:cs typeface="Arial"/>
              </a:rPr>
              <a:t>d</a:t>
            </a:r>
            <a:r>
              <a:rPr sz="2000" b="1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756285" lvl="1" indent="-287020">
              <a:lnSpc>
                <a:spcPts val="244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dirty="0" smtClean="0">
                <a:latin typeface="Arial"/>
                <a:cs typeface="Arial"/>
              </a:rPr>
              <a:t>Che</a:t>
            </a:r>
            <a:r>
              <a:rPr sz="2000" spc="5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k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</a:t>
            </a:r>
            <a:r>
              <a:rPr sz="2000" spc="-10" dirty="0" smtClean="0">
                <a:latin typeface="Arial"/>
                <a:cs typeface="Arial"/>
              </a:rPr>
              <a:t>y</a:t>
            </a:r>
            <a:r>
              <a:rPr sz="2000" spc="0" dirty="0" smtClean="0">
                <a:latin typeface="Arial"/>
                <a:cs typeface="Arial"/>
              </a:rPr>
              <a:t>thon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do</a:t>
            </a:r>
            <a:r>
              <a:rPr sz="2000" spc="5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umentation</a:t>
            </a:r>
            <a:r>
              <a:rPr sz="2000" spc="-4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for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details.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69491" y="3352800"/>
            <a:ext cx="3150108" cy="1295400"/>
          </a:xfrm>
          <a:custGeom>
            <a:avLst/>
            <a:gdLst/>
            <a:ahLst/>
            <a:cxnLst/>
            <a:rect l="l" t="t" r="r" b="b"/>
            <a:pathLst>
              <a:path w="3150108" h="1295400">
                <a:moveTo>
                  <a:pt x="0" y="1295400"/>
                </a:moveTo>
                <a:lnTo>
                  <a:pt x="3150108" y="1295400"/>
                </a:lnTo>
                <a:lnTo>
                  <a:pt x="3150108" y="0"/>
                </a:lnTo>
                <a:lnTo>
                  <a:pt x="0" y="0"/>
                </a:lnTo>
                <a:lnTo>
                  <a:pt x="0" y="12954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69491" y="3352800"/>
            <a:ext cx="3150108" cy="1295400"/>
          </a:xfrm>
          <a:custGeom>
            <a:avLst/>
            <a:gdLst/>
            <a:ahLst/>
            <a:cxnLst/>
            <a:rect l="l" t="t" r="r" b="b"/>
            <a:pathLst>
              <a:path w="3150108" h="1295400">
                <a:moveTo>
                  <a:pt x="0" y="1295400"/>
                </a:moveTo>
                <a:lnTo>
                  <a:pt x="3150108" y="1295400"/>
                </a:lnTo>
                <a:lnTo>
                  <a:pt x="3150108" y="0"/>
                </a:lnTo>
                <a:lnTo>
                  <a:pt x="0" y="0"/>
                </a:lnTo>
                <a:lnTo>
                  <a:pt x="0" y="1295400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93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19200" y="2971800"/>
            <a:ext cx="5359908" cy="559308"/>
          </a:xfrm>
          <a:custGeom>
            <a:avLst/>
            <a:gdLst/>
            <a:ahLst/>
            <a:cxnLst/>
            <a:rect l="l" t="t" r="r" b="b"/>
            <a:pathLst>
              <a:path w="5359908" h="559308">
                <a:moveTo>
                  <a:pt x="0" y="559308"/>
                </a:moveTo>
                <a:lnTo>
                  <a:pt x="5359908" y="559308"/>
                </a:lnTo>
                <a:lnTo>
                  <a:pt x="5359908" y="0"/>
                </a:lnTo>
                <a:lnTo>
                  <a:pt x="0" y="0"/>
                </a:lnTo>
                <a:lnTo>
                  <a:pt x="0" y="559308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19200" y="2971800"/>
            <a:ext cx="5359908" cy="559308"/>
          </a:xfrm>
          <a:custGeom>
            <a:avLst/>
            <a:gdLst/>
            <a:ahLst/>
            <a:cxnLst/>
            <a:rect l="l" t="t" r="r" b="b"/>
            <a:pathLst>
              <a:path w="5359908" h="559308">
                <a:moveTo>
                  <a:pt x="0" y="559308"/>
                </a:moveTo>
                <a:lnTo>
                  <a:pt x="5359908" y="559308"/>
                </a:lnTo>
                <a:lnTo>
                  <a:pt x="5359908" y="0"/>
                </a:lnTo>
                <a:lnTo>
                  <a:pt x="0" y="0"/>
                </a:lnTo>
                <a:lnTo>
                  <a:pt x="0" y="559308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65454" y="932941"/>
            <a:ext cx="4469130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Printi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n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g</a:t>
            </a:r>
            <a:r>
              <a:rPr sz="3600" b="1" spc="10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with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Python</a:t>
            </a:r>
            <a:endParaRPr sz="3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5454" y="1964816"/>
            <a:ext cx="7667625" cy="26860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print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string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to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standard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output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stream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using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“print”</a:t>
            </a:r>
            <a:endParaRPr sz="2000">
              <a:latin typeface="Arial"/>
              <a:cs typeface="Arial"/>
            </a:endParaRPr>
          </a:p>
          <a:p>
            <a:pPr marL="355600" marR="449580" indent="-342900">
              <a:lnSpc>
                <a:spcPts val="2160"/>
              </a:lnSpc>
              <a:spcBef>
                <a:spcPts val="47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Using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%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string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opera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or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comb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nation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30" dirty="0" smtClean="0">
                <a:latin typeface="Arial"/>
                <a:cs typeface="Arial"/>
              </a:rPr>
              <a:t>w</a:t>
            </a:r>
            <a:r>
              <a:rPr sz="2000" b="1" spc="-2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th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print com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and,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3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e</a:t>
            </a:r>
            <a:r>
              <a:rPr sz="2000" b="1" spc="-4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can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format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our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output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text.</a:t>
            </a:r>
            <a:endParaRPr sz="200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  <a:spcBef>
                <a:spcPts val="85"/>
              </a:spcBef>
              <a:tabLst>
                <a:tab pos="1971039" algn="l"/>
                <a:tab pos="3746500" algn="l"/>
                <a:tab pos="4156075" algn="l"/>
              </a:tabLst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20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FF6600"/>
                </a:solidFill>
                <a:latin typeface="Courier New"/>
                <a:cs typeface="Courier New"/>
              </a:rPr>
              <a:t>p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ri</a:t>
            </a:r>
            <a:r>
              <a:rPr sz="1800" b="1" spc="-20" dirty="0" smtClean="0">
                <a:solidFill>
                  <a:srgbClr val="FF6600"/>
                </a:solidFill>
                <a:latin typeface="Courier New"/>
                <a:cs typeface="Courier New"/>
              </a:rPr>
              <a:t>n</a:t>
            </a:r>
            <a:r>
              <a:rPr sz="18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t	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“%s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 x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yz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%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d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”	</a:t>
            </a:r>
            <a:r>
              <a:rPr sz="1800" b="1" spc="0" dirty="0" smtClean="0">
                <a:latin typeface="Courier New"/>
                <a:cs typeface="Courier New"/>
              </a:rPr>
              <a:t>%	</a:t>
            </a:r>
            <a:r>
              <a:rPr sz="1800" b="1" spc="-10" dirty="0" smtClean="0">
                <a:latin typeface="Courier New"/>
                <a:cs typeface="Courier New"/>
              </a:rPr>
              <a:t>(</a:t>
            </a:r>
            <a:r>
              <a:rPr sz="1800" b="1" spc="-5" dirty="0" smtClean="0">
                <a:solidFill>
                  <a:srgbClr val="008000"/>
                </a:solidFill>
                <a:latin typeface="Courier New"/>
                <a:cs typeface="Courier New"/>
              </a:rPr>
              <a:t>“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a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b</a:t>
            </a:r>
            <a:r>
              <a:rPr sz="1800" b="1" spc="-20" dirty="0" smtClean="0">
                <a:solidFill>
                  <a:srgbClr val="008000"/>
                </a:solidFill>
                <a:latin typeface="Courier New"/>
                <a:cs typeface="Courier New"/>
              </a:rPr>
              <a:t>c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”</a:t>
            </a:r>
            <a:r>
              <a:rPr sz="1800" b="1" spc="0" dirty="0" smtClean="0">
                <a:latin typeface="Courier New"/>
                <a:cs typeface="Courier New"/>
              </a:rPr>
              <a:t>, </a:t>
            </a:r>
            <a:r>
              <a:rPr sz="1800" b="1" spc="-20" dirty="0" smtClean="0">
                <a:latin typeface="Courier New"/>
                <a:cs typeface="Courier New"/>
              </a:rPr>
              <a:t>3</a:t>
            </a:r>
            <a:r>
              <a:rPr sz="1800" b="1" spc="0" dirty="0" smtClean="0">
                <a:latin typeface="Courier New"/>
                <a:cs typeface="Courier New"/>
              </a:rPr>
              <a:t>4)</a:t>
            </a:r>
            <a:endParaRPr sz="1800">
              <a:latin typeface="Courier New"/>
              <a:cs typeface="Courier New"/>
            </a:endParaRPr>
          </a:p>
          <a:p>
            <a:pPr marL="469900">
              <a:lnSpc>
                <a:spcPct val="100000"/>
              </a:lnSpc>
              <a:spcBef>
                <a:spcPts val="219"/>
              </a:spcBef>
            </a:pPr>
            <a:r>
              <a:rPr sz="1800" b="1" dirty="0" smtClean="0">
                <a:solidFill>
                  <a:srgbClr val="003366"/>
                </a:solidFill>
                <a:latin typeface="Courier New"/>
                <a:cs typeface="Courier New"/>
              </a:rPr>
              <a:t>abc</a:t>
            </a:r>
            <a:r>
              <a:rPr sz="1800" b="1" spc="-15" dirty="0" smtClean="0">
                <a:solidFill>
                  <a:srgbClr val="003366"/>
                </a:solidFill>
                <a:latin typeface="Courier New"/>
                <a:cs typeface="Courier New"/>
              </a:rPr>
              <a:t> x</a:t>
            </a:r>
            <a:r>
              <a:rPr sz="1800" b="1" spc="0" dirty="0" smtClean="0">
                <a:solidFill>
                  <a:srgbClr val="003366"/>
                </a:solidFill>
                <a:latin typeface="Courier New"/>
                <a:cs typeface="Courier New"/>
              </a:rPr>
              <a:t>yz</a:t>
            </a:r>
            <a:r>
              <a:rPr sz="1800" b="1" spc="-15" dirty="0" smtClean="0">
                <a:solidFill>
                  <a:srgbClr val="003366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3366"/>
                </a:solidFill>
                <a:latin typeface="Courier New"/>
                <a:cs typeface="Courier New"/>
              </a:rPr>
              <a:t>34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100"/>
              </a:lnSpc>
              <a:spcBef>
                <a:spcPts val="8"/>
              </a:spcBef>
            </a:pPr>
            <a:endParaRPr sz="1100"/>
          </a:p>
          <a:p>
            <a:pPr marL="355600" marR="12700">
              <a:lnSpc>
                <a:spcPct val="91100"/>
              </a:lnSpc>
              <a:tabLst>
                <a:tab pos="7047230" algn="l"/>
              </a:tabLst>
            </a:pPr>
            <a:r>
              <a:rPr sz="1800" b="1" dirty="0" smtClean="0">
                <a:latin typeface="Arial"/>
                <a:cs typeface="Arial"/>
              </a:rPr>
              <a:t>“Print” </a:t>
            </a:r>
            <a:r>
              <a:rPr sz="1800" b="1" spc="-10" dirty="0" smtClean="0">
                <a:latin typeface="Arial"/>
                <a:cs typeface="Arial"/>
              </a:rPr>
              <a:t>a</a:t>
            </a:r>
            <a:r>
              <a:rPr sz="1800" b="1" spc="0" dirty="0" smtClean="0">
                <a:latin typeface="Arial"/>
                <a:cs typeface="Arial"/>
              </a:rPr>
              <a:t>ut</a:t>
            </a:r>
            <a:r>
              <a:rPr sz="1800" b="1" spc="5" dirty="0" smtClean="0">
                <a:latin typeface="Arial"/>
                <a:cs typeface="Arial"/>
              </a:rPr>
              <a:t>o</a:t>
            </a:r>
            <a:r>
              <a:rPr sz="1800" b="1" spc="0" dirty="0" smtClean="0">
                <a:latin typeface="Arial"/>
                <a:cs typeface="Arial"/>
              </a:rPr>
              <a:t>m</a:t>
            </a:r>
            <a:r>
              <a:rPr sz="1800" b="1" spc="-10" dirty="0" smtClean="0">
                <a:latin typeface="Arial"/>
                <a:cs typeface="Arial"/>
              </a:rPr>
              <a:t>a</a:t>
            </a:r>
            <a:r>
              <a:rPr sz="1800" b="1" spc="0" dirty="0" smtClean="0">
                <a:latin typeface="Arial"/>
                <a:cs typeface="Arial"/>
              </a:rPr>
              <a:t>tic</a:t>
            </a:r>
            <a:r>
              <a:rPr sz="1800" b="1" spc="-10" dirty="0" smtClean="0">
                <a:latin typeface="Arial"/>
                <a:cs typeface="Arial"/>
              </a:rPr>
              <a:t>a</a:t>
            </a:r>
            <a:r>
              <a:rPr sz="1800" b="1" spc="0" dirty="0" smtClean="0">
                <a:latin typeface="Arial"/>
                <a:cs typeface="Arial"/>
              </a:rPr>
              <a:t>l</a:t>
            </a:r>
            <a:r>
              <a:rPr sz="1800" b="1" spc="5" dirty="0" smtClean="0">
                <a:latin typeface="Arial"/>
                <a:cs typeface="Arial"/>
              </a:rPr>
              <a:t>l</a:t>
            </a:r>
            <a:r>
              <a:rPr sz="1800" b="1" spc="0" dirty="0" smtClean="0">
                <a:latin typeface="Arial"/>
                <a:cs typeface="Arial"/>
              </a:rPr>
              <a:t>y</a:t>
            </a:r>
            <a:r>
              <a:rPr sz="1800" b="1" spc="-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adds a ne</a:t>
            </a:r>
            <a:r>
              <a:rPr sz="1800" b="1" spc="35" dirty="0" smtClean="0">
                <a:latin typeface="Arial"/>
                <a:cs typeface="Arial"/>
              </a:rPr>
              <a:t>w</a:t>
            </a:r>
            <a:r>
              <a:rPr sz="1800" b="1" spc="-10" dirty="0" smtClean="0">
                <a:latin typeface="Arial"/>
                <a:cs typeface="Arial"/>
              </a:rPr>
              <a:t>l</a:t>
            </a:r>
            <a:r>
              <a:rPr sz="1800" b="1" spc="0" dirty="0" smtClean="0">
                <a:latin typeface="Arial"/>
                <a:cs typeface="Arial"/>
              </a:rPr>
              <a:t>i</a:t>
            </a:r>
            <a:r>
              <a:rPr sz="1800" b="1" spc="5" dirty="0" smtClean="0">
                <a:latin typeface="Arial"/>
                <a:cs typeface="Arial"/>
              </a:rPr>
              <a:t>n</a:t>
            </a:r>
            <a:r>
              <a:rPr sz="1800" b="1" spc="0" dirty="0" smtClean="0">
                <a:latin typeface="Arial"/>
                <a:cs typeface="Arial"/>
              </a:rPr>
              <a:t>e</a:t>
            </a:r>
            <a:r>
              <a:rPr sz="1800" b="1" spc="-40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to the end of</a:t>
            </a:r>
            <a:r>
              <a:rPr sz="1800" b="1" spc="-10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the strin</a:t>
            </a:r>
            <a:r>
              <a:rPr sz="1800" b="1" spc="5" dirty="0" smtClean="0">
                <a:latin typeface="Arial"/>
                <a:cs typeface="Arial"/>
              </a:rPr>
              <a:t>g</a:t>
            </a:r>
            <a:r>
              <a:rPr sz="1800" b="1" spc="0" dirty="0" smtClean="0">
                <a:latin typeface="Arial"/>
                <a:cs typeface="Arial"/>
              </a:rPr>
              <a:t>.	If </a:t>
            </a:r>
            <a:r>
              <a:rPr sz="1800" b="1" spc="-25" dirty="0" smtClean="0">
                <a:latin typeface="Arial"/>
                <a:cs typeface="Arial"/>
              </a:rPr>
              <a:t>y</a:t>
            </a:r>
            <a:r>
              <a:rPr sz="1800" b="1" spc="0" dirty="0" smtClean="0">
                <a:latin typeface="Arial"/>
                <a:cs typeface="Arial"/>
              </a:rPr>
              <a:t>ou i</a:t>
            </a:r>
            <a:r>
              <a:rPr sz="1800" b="1" spc="5" dirty="0" smtClean="0">
                <a:latin typeface="Arial"/>
                <a:cs typeface="Arial"/>
              </a:rPr>
              <a:t>n</a:t>
            </a:r>
            <a:r>
              <a:rPr sz="1800" b="1" spc="0" dirty="0" smtClean="0">
                <a:latin typeface="Arial"/>
                <a:cs typeface="Arial"/>
              </a:rPr>
              <a:t>clu</a:t>
            </a:r>
            <a:r>
              <a:rPr sz="1800" b="1" spc="5" dirty="0" smtClean="0">
                <a:latin typeface="Arial"/>
                <a:cs typeface="Arial"/>
              </a:rPr>
              <a:t>d</a:t>
            </a:r>
            <a:r>
              <a:rPr sz="1800" b="1" spc="0" dirty="0" smtClean="0">
                <a:latin typeface="Arial"/>
                <a:cs typeface="Arial"/>
              </a:rPr>
              <a:t>e</a:t>
            </a:r>
            <a:r>
              <a:rPr sz="1800" b="1" spc="-1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a list</a:t>
            </a:r>
            <a:r>
              <a:rPr sz="1800" b="1" spc="-1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of </a:t>
            </a:r>
            <a:r>
              <a:rPr sz="1800" b="1" spc="-10" dirty="0" smtClean="0">
                <a:latin typeface="Arial"/>
                <a:cs typeface="Arial"/>
              </a:rPr>
              <a:t>s</a:t>
            </a:r>
            <a:r>
              <a:rPr sz="1800" b="1" spc="0" dirty="0" smtClean="0">
                <a:latin typeface="Arial"/>
                <a:cs typeface="Arial"/>
              </a:rPr>
              <a:t>trin</a:t>
            </a:r>
            <a:r>
              <a:rPr sz="1800" b="1" spc="5" dirty="0" smtClean="0">
                <a:latin typeface="Arial"/>
                <a:cs typeface="Arial"/>
              </a:rPr>
              <a:t>g</a:t>
            </a:r>
            <a:r>
              <a:rPr sz="1800" b="1" spc="0" dirty="0" smtClean="0">
                <a:latin typeface="Arial"/>
                <a:cs typeface="Arial"/>
              </a:rPr>
              <a:t>s, it</a:t>
            </a:r>
            <a:r>
              <a:rPr sz="1800" b="1" spc="-10" dirty="0" smtClean="0">
                <a:latin typeface="Arial"/>
                <a:cs typeface="Arial"/>
              </a:rPr>
              <a:t> </a:t>
            </a:r>
            <a:r>
              <a:rPr sz="1800" b="1" spc="35" dirty="0" smtClean="0">
                <a:latin typeface="Arial"/>
                <a:cs typeface="Arial"/>
              </a:rPr>
              <a:t>w</a:t>
            </a:r>
            <a:r>
              <a:rPr sz="1800" b="1" spc="-10" dirty="0" smtClean="0">
                <a:latin typeface="Arial"/>
                <a:cs typeface="Arial"/>
              </a:rPr>
              <a:t>i</a:t>
            </a:r>
            <a:r>
              <a:rPr sz="1800" b="1" spc="0" dirty="0" smtClean="0">
                <a:latin typeface="Arial"/>
                <a:cs typeface="Arial"/>
              </a:rPr>
              <a:t>ll</a:t>
            </a:r>
            <a:r>
              <a:rPr sz="1800" b="1" spc="-40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conc</a:t>
            </a:r>
            <a:r>
              <a:rPr sz="1800" b="1" spc="-10" dirty="0" smtClean="0">
                <a:latin typeface="Arial"/>
                <a:cs typeface="Arial"/>
              </a:rPr>
              <a:t>a</a:t>
            </a:r>
            <a:r>
              <a:rPr sz="1800" b="1" spc="0" dirty="0" smtClean="0">
                <a:latin typeface="Arial"/>
                <a:cs typeface="Arial"/>
              </a:rPr>
              <a:t>tenate</a:t>
            </a:r>
            <a:r>
              <a:rPr sz="1800" b="1" spc="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them </a:t>
            </a:r>
            <a:r>
              <a:rPr sz="1800" b="1" spc="35" dirty="0" smtClean="0">
                <a:latin typeface="Arial"/>
                <a:cs typeface="Arial"/>
              </a:rPr>
              <a:t>w</a:t>
            </a:r>
            <a:r>
              <a:rPr sz="1800" b="1" spc="-10" dirty="0" smtClean="0">
                <a:latin typeface="Arial"/>
                <a:cs typeface="Arial"/>
              </a:rPr>
              <a:t>i</a:t>
            </a:r>
            <a:r>
              <a:rPr sz="1800" b="1" spc="0" dirty="0" smtClean="0">
                <a:latin typeface="Arial"/>
                <a:cs typeface="Arial"/>
              </a:rPr>
              <a:t>th</a:t>
            </a:r>
            <a:r>
              <a:rPr sz="1800" b="1" spc="-30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a </a:t>
            </a:r>
            <a:r>
              <a:rPr sz="1800" b="1" spc="-10" dirty="0" smtClean="0">
                <a:latin typeface="Arial"/>
                <a:cs typeface="Arial"/>
              </a:rPr>
              <a:t>s</a:t>
            </a:r>
            <a:r>
              <a:rPr sz="1800" b="1" spc="0" dirty="0" smtClean="0">
                <a:latin typeface="Arial"/>
                <a:cs typeface="Arial"/>
              </a:rPr>
              <a:t>pa</a:t>
            </a:r>
            <a:r>
              <a:rPr sz="1800" b="1" spc="-10" dirty="0" smtClean="0">
                <a:latin typeface="Arial"/>
                <a:cs typeface="Arial"/>
              </a:rPr>
              <a:t>c</a:t>
            </a:r>
            <a:r>
              <a:rPr sz="1800" b="1" spc="0" dirty="0" smtClean="0">
                <a:latin typeface="Arial"/>
                <a:cs typeface="Arial"/>
              </a:rPr>
              <a:t>e bet</a:t>
            </a:r>
            <a:r>
              <a:rPr sz="1800" b="1" spc="30" dirty="0" smtClean="0">
                <a:latin typeface="Arial"/>
                <a:cs typeface="Arial"/>
              </a:rPr>
              <a:t>w</a:t>
            </a:r>
            <a:r>
              <a:rPr sz="1800" b="1" spc="-10" dirty="0" smtClean="0">
                <a:latin typeface="Arial"/>
                <a:cs typeface="Arial"/>
              </a:rPr>
              <a:t>ee</a:t>
            </a:r>
            <a:r>
              <a:rPr sz="1800" b="1" spc="0" dirty="0" smtClean="0">
                <a:latin typeface="Arial"/>
                <a:cs typeface="Arial"/>
              </a:rPr>
              <a:t>n</a:t>
            </a:r>
            <a:r>
              <a:rPr sz="1800" b="1" spc="-30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Arial"/>
                <a:cs typeface="Arial"/>
              </a:rPr>
              <a:t>the</a:t>
            </a:r>
            <a:r>
              <a:rPr sz="1800" b="1" spc="-15" dirty="0" smtClean="0">
                <a:latin typeface="Arial"/>
                <a:cs typeface="Arial"/>
              </a:rPr>
              <a:t>m</a:t>
            </a:r>
            <a:r>
              <a:rPr sz="1800" b="1" spc="0" dirty="0" smtClean="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5454" y="5444744"/>
            <a:ext cx="1835785" cy="34544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Useful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trick: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53689" y="5520944"/>
            <a:ext cx="1979295" cy="2698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600" b="1" spc="10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FF6600"/>
                </a:solidFill>
                <a:latin typeface="Courier New"/>
                <a:cs typeface="Courier New"/>
              </a:rPr>
              <a:t>print</a:t>
            </a:r>
            <a:r>
              <a:rPr sz="1600" b="1" spc="10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“abc”</a:t>
            </a:r>
            <a:r>
              <a:rPr sz="1600" b="1" spc="-10" dirty="0" smtClean="0">
                <a:latin typeface="Courier New"/>
                <a:cs typeface="Courier New"/>
              </a:rPr>
              <a:t>,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38064" y="5470144"/>
            <a:ext cx="2456180" cy="5943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 smtClean="0">
                <a:latin typeface="Arial"/>
                <a:cs typeface="Arial"/>
              </a:rPr>
              <a:t>doesn’t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add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n</a:t>
            </a:r>
            <a:r>
              <a:rPr sz="2000" b="1" spc="-10" dirty="0" smtClean="0">
                <a:latin typeface="Arial"/>
                <a:cs typeface="Arial"/>
              </a:rPr>
              <a:t>e</a:t>
            </a:r>
            <a:r>
              <a:rPr sz="2000" b="1" spc="3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l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ne</a:t>
            </a:r>
            <a:endParaRPr sz="2000">
              <a:latin typeface="Arial"/>
              <a:cs typeface="Arial"/>
            </a:endParaRPr>
          </a:p>
          <a:p>
            <a:pPr marL="82550">
              <a:lnSpc>
                <a:spcPts val="2195"/>
              </a:lnSpc>
            </a:pPr>
            <a:r>
              <a:rPr sz="2000" b="1" dirty="0" smtClean="0">
                <a:latin typeface="Arial"/>
                <a:cs typeface="Arial"/>
              </a:rPr>
              <a:t>(does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add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space)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099433" y="5791885"/>
            <a:ext cx="397128" cy="619772"/>
          </a:xfrm>
          <a:custGeom>
            <a:avLst/>
            <a:gdLst/>
            <a:ahLst/>
            <a:cxnLst/>
            <a:rect l="l" t="t" r="r" b="b"/>
            <a:pathLst>
              <a:path w="397128" h="619772">
                <a:moveTo>
                  <a:pt x="357230" y="64029"/>
                </a:moveTo>
                <a:lnTo>
                  <a:pt x="323597" y="81721"/>
                </a:lnTo>
                <a:lnTo>
                  <a:pt x="0" y="599579"/>
                </a:lnTo>
                <a:lnTo>
                  <a:pt x="32257" y="619772"/>
                </a:lnTo>
                <a:lnTo>
                  <a:pt x="356181" y="101564"/>
                </a:lnTo>
                <a:lnTo>
                  <a:pt x="357230" y="64029"/>
                </a:lnTo>
                <a:close/>
              </a:path>
              <a:path w="397128" h="619772">
                <a:moveTo>
                  <a:pt x="396469" y="21971"/>
                </a:moveTo>
                <a:lnTo>
                  <a:pt x="360933" y="21971"/>
                </a:lnTo>
                <a:lnTo>
                  <a:pt x="393318" y="42151"/>
                </a:lnTo>
                <a:lnTo>
                  <a:pt x="356181" y="101564"/>
                </a:lnTo>
                <a:lnTo>
                  <a:pt x="354334" y="167616"/>
                </a:lnTo>
                <a:lnTo>
                  <a:pt x="360923" y="178643"/>
                </a:lnTo>
                <a:lnTo>
                  <a:pt x="374807" y="183296"/>
                </a:lnTo>
                <a:lnTo>
                  <a:pt x="386914" y="177436"/>
                </a:lnTo>
                <a:lnTo>
                  <a:pt x="392175" y="164909"/>
                </a:lnTo>
                <a:lnTo>
                  <a:pt x="396469" y="21971"/>
                </a:lnTo>
                <a:close/>
              </a:path>
              <a:path w="397128" h="619772">
                <a:moveTo>
                  <a:pt x="397128" y="0"/>
                </a:moveTo>
                <a:lnTo>
                  <a:pt x="251205" y="76784"/>
                </a:lnTo>
                <a:lnTo>
                  <a:pt x="244268" y="83225"/>
                </a:lnTo>
                <a:lnTo>
                  <a:pt x="241950" y="93810"/>
                </a:lnTo>
                <a:lnTo>
                  <a:pt x="246543" y="107101"/>
                </a:lnTo>
                <a:lnTo>
                  <a:pt x="257014" y="112461"/>
                </a:lnTo>
                <a:lnTo>
                  <a:pt x="268858" y="110515"/>
                </a:lnTo>
                <a:lnTo>
                  <a:pt x="323597" y="81721"/>
                </a:lnTo>
                <a:lnTo>
                  <a:pt x="360933" y="21971"/>
                </a:lnTo>
                <a:lnTo>
                  <a:pt x="396469" y="21971"/>
                </a:lnTo>
                <a:lnTo>
                  <a:pt x="397128" y="0"/>
                </a:lnTo>
                <a:close/>
              </a:path>
              <a:path w="397128" h="619772">
                <a:moveTo>
                  <a:pt x="376199" y="31483"/>
                </a:moveTo>
                <a:lnTo>
                  <a:pt x="358139" y="31483"/>
                </a:lnTo>
                <a:lnTo>
                  <a:pt x="385952" y="48920"/>
                </a:lnTo>
                <a:lnTo>
                  <a:pt x="357230" y="64029"/>
                </a:lnTo>
                <a:lnTo>
                  <a:pt x="356181" y="101564"/>
                </a:lnTo>
                <a:lnTo>
                  <a:pt x="393318" y="42151"/>
                </a:lnTo>
                <a:lnTo>
                  <a:pt x="376199" y="31483"/>
                </a:lnTo>
                <a:close/>
              </a:path>
              <a:path w="397128" h="619772">
                <a:moveTo>
                  <a:pt x="360933" y="21971"/>
                </a:moveTo>
                <a:lnTo>
                  <a:pt x="323597" y="81721"/>
                </a:lnTo>
                <a:lnTo>
                  <a:pt x="357230" y="64029"/>
                </a:lnTo>
                <a:lnTo>
                  <a:pt x="358139" y="31483"/>
                </a:lnTo>
                <a:lnTo>
                  <a:pt x="376199" y="31483"/>
                </a:lnTo>
                <a:lnTo>
                  <a:pt x="360933" y="21971"/>
                </a:lnTo>
                <a:close/>
              </a:path>
              <a:path w="397128" h="619772">
                <a:moveTo>
                  <a:pt x="358139" y="31483"/>
                </a:moveTo>
                <a:lnTo>
                  <a:pt x="357230" y="64029"/>
                </a:lnTo>
                <a:lnTo>
                  <a:pt x="385952" y="48920"/>
                </a:lnTo>
                <a:lnTo>
                  <a:pt x="358139" y="31483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94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09954" y="4652771"/>
          <a:ext cx="6033617" cy="542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4245"/>
                <a:gridCol w="1219200"/>
                <a:gridCol w="520043"/>
                <a:gridCol w="2375556"/>
              </a:tblGrid>
              <a:tr h="290712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600" b="1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&gt;&gt;&gt; </a:t>
                      </a:r>
                      <a:r>
                        <a:rPr sz="1600" b="1" dirty="0" smtClean="0">
                          <a:solidFill>
                            <a:srgbClr val="FF6600"/>
                          </a:solidFill>
                          <a:latin typeface="Courier New"/>
                          <a:cs typeface="Courier New"/>
                        </a:rPr>
                        <a:t>pr</a:t>
                      </a:r>
                      <a:r>
                        <a:rPr sz="1600" b="1" spc="10" dirty="0" smtClean="0">
                          <a:solidFill>
                            <a:srgbClr val="FF6600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600" b="1" spc="0" dirty="0" smtClean="0">
                          <a:solidFill>
                            <a:srgbClr val="FF6600"/>
                          </a:solidFill>
                          <a:latin typeface="Courier New"/>
                          <a:cs typeface="Courier New"/>
                        </a:rPr>
                        <a:t>nt</a:t>
                      </a:r>
                      <a:r>
                        <a:rPr sz="1600" b="1" spc="5" dirty="0" smtClean="0">
                          <a:solidFill>
                            <a:srgbClr val="FF66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“</a:t>
                      </a:r>
                      <a:r>
                        <a:rPr sz="1600" b="1" spc="15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600" b="1" spc="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bc”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9144">
                      <a:solidFill>
                        <a:srgbClr val="000000"/>
                      </a:solidFill>
                      <a:prstDash val="solid"/>
                    </a:lnR>
                    <a:lnT w="9144">
                      <a:solidFill>
                        <a:srgbClr val="000000"/>
                      </a:solidFill>
                      <a:prstDash val="solid"/>
                    </a:lnT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914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600" b="1" dirty="0" smtClean="0">
                          <a:solidFill>
                            <a:srgbClr val="660033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T w="9144">
                      <a:solidFill>
                        <a:srgbClr val="000000"/>
                      </a:solidFill>
                      <a:prstDash val="solid"/>
                    </a:lnT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</a:pPr>
                      <a:r>
                        <a:rPr sz="1600" b="1" dirty="0" smtClean="0">
                          <a:solidFill>
                            <a:srgbClr val="FF6600"/>
                          </a:solidFill>
                          <a:latin typeface="Courier New"/>
                          <a:cs typeface="Courier New"/>
                        </a:rPr>
                        <a:t>pr</a:t>
                      </a:r>
                      <a:r>
                        <a:rPr sz="1600" b="1" spc="10" dirty="0" smtClean="0">
                          <a:solidFill>
                            <a:srgbClr val="FF6600"/>
                          </a:solidFill>
                          <a:latin typeface="Courier New"/>
                          <a:cs typeface="Courier New"/>
                        </a:rPr>
                        <a:t>i</a:t>
                      </a:r>
                      <a:r>
                        <a:rPr sz="1600" b="1" spc="0" dirty="0" smtClean="0">
                          <a:solidFill>
                            <a:srgbClr val="FF6600"/>
                          </a:solidFill>
                          <a:latin typeface="Courier New"/>
                          <a:cs typeface="Courier New"/>
                        </a:rPr>
                        <a:t>nt</a:t>
                      </a:r>
                      <a:r>
                        <a:rPr sz="1600" b="1" spc="5" dirty="0" smtClean="0">
                          <a:solidFill>
                            <a:srgbClr val="FF660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600" b="1" spc="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“</a:t>
                      </a:r>
                      <a:r>
                        <a:rPr sz="1600" b="1" spc="1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600" b="1" spc="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b</a:t>
                      </a:r>
                      <a:r>
                        <a:rPr sz="1600" b="1" spc="5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c</a:t>
                      </a:r>
                      <a:r>
                        <a:rPr sz="1600" b="1" spc="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”</a:t>
                      </a:r>
                      <a:r>
                        <a:rPr sz="1600" b="1" spc="0" dirty="0" smtClean="0">
                          <a:latin typeface="Courier New"/>
                          <a:cs typeface="Courier New"/>
                        </a:rPr>
                        <a:t>, </a:t>
                      </a:r>
                      <a:r>
                        <a:rPr sz="1600" b="1" spc="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“</a:t>
                      </a:r>
                      <a:r>
                        <a:rPr sz="1600" b="1" spc="15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d</a:t>
                      </a:r>
                      <a:r>
                        <a:rPr sz="1600" b="1" spc="0" dirty="0" smtClean="0">
                          <a:solidFill>
                            <a:srgbClr val="008000"/>
                          </a:solidFill>
                          <a:latin typeface="Courier New"/>
                          <a:cs typeface="Courier New"/>
                        </a:rPr>
                        <a:t>ef”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9144">
                      <a:solidFill>
                        <a:srgbClr val="000000"/>
                      </a:solidFill>
                      <a:prstDash val="solid"/>
                    </a:lnR>
                    <a:lnT w="9144">
                      <a:solidFill>
                        <a:srgbClr val="000000"/>
                      </a:solidFill>
                      <a:prstDash val="solid"/>
                    </a:lnT>
                    <a:solidFill>
                      <a:srgbClr val="0000FF"/>
                    </a:solidFill>
                  </a:tcPr>
                </a:tc>
              </a:tr>
              <a:tr h="242687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600" b="1" dirty="0" smtClean="0">
                          <a:solidFill>
                            <a:srgbClr val="003366"/>
                          </a:solidFill>
                          <a:latin typeface="Courier New"/>
                          <a:cs typeface="Courier New"/>
                        </a:rPr>
                        <a:t>abc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9144">
                      <a:solidFill>
                        <a:srgbClr val="000000"/>
                      </a:solidFill>
                      <a:prstDash val="solid"/>
                    </a:lnR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L w="914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87630">
                        <a:lnSpc>
                          <a:spcPct val="100000"/>
                        </a:lnSpc>
                      </a:pPr>
                      <a:r>
                        <a:rPr sz="1600" b="1" dirty="0" smtClean="0">
                          <a:solidFill>
                            <a:srgbClr val="003366"/>
                          </a:solidFill>
                          <a:latin typeface="Courier New"/>
                          <a:cs typeface="Courier New"/>
                        </a:rPr>
                        <a:t>abc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B w="9144">
                      <a:solidFill>
                        <a:srgbClr val="000000"/>
                      </a:solidFill>
                      <a:prstDash val="solid"/>
                    </a:lnB>
                    <a:solidFill>
                      <a:srgbClr val="0000FF"/>
                    </a:solidFill>
                  </a:tcPr>
                </a:tc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</a:pPr>
                      <a:r>
                        <a:rPr sz="1600" b="1" dirty="0" smtClean="0">
                          <a:solidFill>
                            <a:srgbClr val="003366"/>
                          </a:solidFill>
                          <a:latin typeface="Courier New"/>
                          <a:cs typeface="Courier New"/>
                        </a:rPr>
                        <a:t>def</a:t>
                      </a:r>
                      <a:endParaRPr sz="16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lnR w="9144">
                      <a:solidFill>
                        <a:srgbClr val="000000"/>
                      </a:solidFill>
                      <a:prstDash val="solid"/>
                    </a:lnR>
                    <a:lnB w="9144">
                      <a:solidFill>
                        <a:srgbClr val="000000"/>
                      </a:solidFill>
                      <a:prstDash val="solid"/>
                    </a:lnB>
                    <a:solidFill>
                      <a:srgbClr val="0000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5400" y="2362200"/>
            <a:ext cx="6172200" cy="876300"/>
          </a:xfrm>
          <a:custGeom>
            <a:avLst/>
            <a:gdLst/>
            <a:ahLst/>
            <a:cxnLst/>
            <a:rect l="l" t="t" r="r" b="b"/>
            <a:pathLst>
              <a:path w="6172200" h="876300">
                <a:moveTo>
                  <a:pt x="0" y="876300"/>
                </a:moveTo>
                <a:lnTo>
                  <a:pt x="6172200" y="876300"/>
                </a:lnTo>
                <a:lnTo>
                  <a:pt x="6172200" y="0"/>
                </a:lnTo>
                <a:lnTo>
                  <a:pt x="0" y="0"/>
                </a:lnTo>
                <a:lnTo>
                  <a:pt x="0" y="8763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295400" y="2362200"/>
            <a:ext cx="6172200" cy="876300"/>
          </a:xfrm>
          <a:custGeom>
            <a:avLst/>
            <a:gdLst/>
            <a:ahLst/>
            <a:cxnLst/>
            <a:rect l="l" t="t" r="r" b="b"/>
            <a:pathLst>
              <a:path w="6172200" h="876300">
                <a:moveTo>
                  <a:pt x="0" y="876300"/>
                </a:moveTo>
                <a:lnTo>
                  <a:pt x="6172200" y="876300"/>
                </a:lnTo>
                <a:lnTo>
                  <a:pt x="6172200" y="0"/>
                </a:lnTo>
                <a:lnTo>
                  <a:pt x="0" y="0"/>
                </a:lnTo>
                <a:lnTo>
                  <a:pt x="0" y="8763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5454" y="1309242"/>
            <a:ext cx="6418580" cy="28257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Join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turns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 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ist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strings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into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one string.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1200"/>
              </a:lnSpc>
              <a:spcBef>
                <a:spcPts val="21"/>
              </a:spcBef>
              <a:buClr>
                <a:srgbClr val="FF0000"/>
              </a:buClr>
              <a:buFont typeface="Wingdings"/>
              <a:buChar char=""/>
            </a:pPr>
            <a:endParaRPr sz="1200"/>
          </a:p>
          <a:p>
            <a:pPr marL="926465">
              <a:lnSpc>
                <a:spcPct val="100000"/>
              </a:lnSpc>
            </a:pPr>
            <a:r>
              <a:rPr sz="2000" b="1" spc="5" dirty="0" smtClean="0">
                <a:solidFill>
                  <a:srgbClr val="660033"/>
                </a:solidFill>
                <a:latin typeface="Arial"/>
                <a:cs typeface="Arial"/>
              </a:rPr>
              <a:t>&lt;</a:t>
            </a:r>
            <a:r>
              <a:rPr sz="2000" b="1" spc="0" dirty="0" smtClean="0">
                <a:solidFill>
                  <a:srgbClr val="660033"/>
                </a:solidFill>
                <a:latin typeface="Arial"/>
                <a:cs typeface="Arial"/>
              </a:rPr>
              <a:t>separ</a:t>
            </a:r>
            <a:r>
              <a:rPr sz="2000" b="1" spc="5" dirty="0" smtClean="0">
                <a:solidFill>
                  <a:srgbClr val="660033"/>
                </a:solidFill>
                <a:latin typeface="Arial"/>
                <a:cs typeface="Arial"/>
              </a:rPr>
              <a:t>a</a:t>
            </a:r>
            <a:r>
              <a:rPr sz="2000" b="1" spc="0" dirty="0" smtClean="0">
                <a:solidFill>
                  <a:srgbClr val="660033"/>
                </a:solidFill>
                <a:latin typeface="Arial"/>
                <a:cs typeface="Arial"/>
              </a:rPr>
              <a:t>to</a:t>
            </a:r>
            <a:r>
              <a:rPr sz="2000" b="1" spc="-10" dirty="0" smtClean="0">
                <a:solidFill>
                  <a:srgbClr val="660033"/>
                </a:solidFill>
                <a:latin typeface="Arial"/>
                <a:cs typeface="Arial"/>
              </a:rPr>
              <a:t>r</a:t>
            </a:r>
            <a:r>
              <a:rPr sz="2000" b="1" spc="0" dirty="0" smtClean="0">
                <a:solidFill>
                  <a:srgbClr val="660033"/>
                </a:solidFill>
                <a:latin typeface="Arial"/>
                <a:cs typeface="Arial"/>
              </a:rPr>
              <a:t>_st</a:t>
            </a:r>
            <a:r>
              <a:rPr sz="2000" b="1" spc="-20" dirty="0" smtClean="0">
                <a:solidFill>
                  <a:srgbClr val="660033"/>
                </a:solidFill>
                <a:latin typeface="Arial"/>
                <a:cs typeface="Arial"/>
              </a:rPr>
              <a:t>r</a:t>
            </a:r>
            <a:r>
              <a:rPr sz="2000" b="1" spc="0" dirty="0" smtClean="0">
                <a:solidFill>
                  <a:srgbClr val="660033"/>
                </a:solidFill>
                <a:latin typeface="Arial"/>
                <a:cs typeface="Arial"/>
              </a:rPr>
              <a:t>in</a:t>
            </a:r>
            <a:r>
              <a:rPr sz="2000" b="1" spc="-5" dirty="0" smtClean="0">
                <a:solidFill>
                  <a:srgbClr val="660033"/>
                </a:solidFill>
                <a:latin typeface="Arial"/>
                <a:cs typeface="Arial"/>
              </a:rPr>
              <a:t>g</a:t>
            </a:r>
            <a:r>
              <a:rPr sz="2000" b="1" spc="-10" dirty="0" smtClean="0">
                <a:solidFill>
                  <a:srgbClr val="660033"/>
                </a:solidFill>
                <a:latin typeface="Arial"/>
                <a:cs typeface="Arial"/>
              </a:rPr>
              <a:t>&gt;.</a:t>
            </a:r>
            <a:r>
              <a:rPr sz="2000" b="1" spc="0" dirty="0" smtClean="0">
                <a:latin typeface="Arial"/>
                <a:cs typeface="Arial"/>
              </a:rPr>
              <a:t>jo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n(</a:t>
            </a:r>
            <a:r>
              <a:rPr sz="2000" b="1" spc="-50" dirty="0" smtClean="0">
                <a:latin typeface="Arial"/>
                <a:cs typeface="Arial"/>
              </a:rPr>
              <a:t> </a:t>
            </a:r>
            <a:r>
              <a:rPr sz="2000" b="1" spc="5" dirty="0" smtClean="0">
                <a:solidFill>
                  <a:srgbClr val="003366"/>
                </a:solidFill>
                <a:latin typeface="Arial"/>
                <a:cs typeface="Arial"/>
              </a:rPr>
              <a:t>&lt;</a:t>
            </a:r>
            <a:r>
              <a:rPr sz="2000" b="1" spc="0" dirty="0" smtClean="0">
                <a:solidFill>
                  <a:srgbClr val="003366"/>
                </a:solidFill>
                <a:latin typeface="Arial"/>
                <a:cs typeface="Arial"/>
              </a:rPr>
              <a:t>some_l</a:t>
            </a:r>
            <a:r>
              <a:rPr sz="2000" b="1" spc="-10" dirty="0" smtClean="0">
                <a:solidFill>
                  <a:srgbClr val="003366"/>
                </a:solidFill>
                <a:latin typeface="Arial"/>
                <a:cs typeface="Arial"/>
              </a:rPr>
              <a:t>i</a:t>
            </a:r>
            <a:r>
              <a:rPr sz="2000" b="1" spc="0" dirty="0" smtClean="0">
                <a:solidFill>
                  <a:srgbClr val="003366"/>
                </a:solidFill>
                <a:latin typeface="Arial"/>
                <a:cs typeface="Arial"/>
              </a:rPr>
              <a:t>s</a:t>
            </a:r>
            <a:r>
              <a:rPr sz="2000" b="1" spc="5" dirty="0" smtClean="0">
                <a:solidFill>
                  <a:srgbClr val="003366"/>
                </a:solidFill>
                <a:latin typeface="Arial"/>
                <a:cs typeface="Arial"/>
              </a:rPr>
              <a:t>t</a:t>
            </a:r>
            <a:r>
              <a:rPr sz="2000" b="1" spc="0" dirty="0" smtClean="0">
                <a:solidFill>
                  <a:srgbClr val="003366"/>
                </a:solidFill>
                <a:latin typeface="Arial"/>
                <a:cs typeface="Arial"/>
              </a:rPr>
              <a:t>&gt;</a:t>
            </a:r>
            <a:r>
              <a:rPr sz="2000" b="1" spc="-60" dirty="0" smtClean="0">
                <a:solidFill>
                  <a:srgbClr val="003366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850"/>
              </a:lnSpc>
              <a:spcBef>
                <a:spcPts val="10"/>
              </a:spcBef>
            </a:pPr>
            <a:endParaRPr sz="850"/>
          </a:p>
          <a:p>
            <a:pPr>
              <a:lnSpc>
                <a:spcPts val="1000"/>
              </a:lnSpc>
            </a:pPr>
            <a:endParaRPr sz="1000"/>
          </a:p>
          <a:p>
            <a:pPr marL="766445">
              <a:lnSpc>
                <a:spcPct val="100000"/>
              </a:lnSpc>
            </a:pPr>
            <a:r>
              <a:rPr sz="2000" b="1" spc="-5" dirty="0" smtClean="0">
                <a:latin typeface="Courier New"/>
                <a:cs typeface="Courier New"/>
              </a:rPr>
              <a:t>&gt;&gt;</a:t>
            </a:r>
            <a:r>
              <a:rPr sz="2000" b="1" spc="0" dirty="0" smtClean="0">
                <a:latin typeface="Courier New"/>
                <a:cs typeface="Courier New"/>
              </a:rPr>
              <a:t>&gt;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660033"/>
                </a:solidFill>
                <a:latin typeface="Courier New"/>
                <a:cs typeface="Courier New"/>
              </a:rPr>
              <a:t>“;</a:t>
            </a:r>
            <a:r>
              <a:rPr sz="20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”</a:t>
            </a:r>
            <a:r>
              <a:rPr sz="2000" b="1" spc="0" dirty="0" smtClean="0">
                <a:latin typeface="Courier New"/>
                <a:cs typeface="Courier New"/>
              </a:rPr>
              <a:t>.join(</a:t>
            </a:r>
            <a:r>
              <a:rPr sz="2000" b="1" spc="-15" dirty="0" smtClean="0"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003366"/>
                </a:solidFill>
                <a:latin typeface="Courier New"/>
                <a:cs typeface="Courier New"/>
              </a:rPr>
              <a:t>[“abc</a:t>
            </a:r>
            <a:r>
              <a:rPr sz="2000" b="1" spc="0" dirty="0" smtClean="0">
                <a:solidFill>
                  <a:srgbClr val="003366"/>
                </a:solidFill>
                <a:latin typeface="Courier New"/>
                <a:cs typeface="Courier New"/>
              </a:rPr>
              <a:t>”, “def”, </a:t>
            </a:r>
            <a:r>
              <a:rPr sz="2000" b="1" spc="-25" dirty="0" smtClean="0">
                <a:solidFill>
                  <a:srgbClr val="003366"/>
                </a:solidFill>
                <a:latin typeface="Courier New"/>
                <a:cs typeface="Courier New"/>
              </a:rPr>
              <a:t>“</a:t>
            </a:r>
            <a:r>
              <a:rPr sz="2000" b="1" spc="-5" dirty="0" smtClean="0">
                <a:solidFill>
                  <a:srgbClr val="003366"/>
                </a:solidFill>
                <a:latin typeface="Courier New"/>
                <a:cs typeface="Courier New"/>
              </a:rPr>
              <a:t>ghi”</a:t>
            </a:r>
            <a:r>
              <a:rPr sz="2000" b="1" spc="0" dirty="0" smtClean="0">
                <a:solidFill>
                  <a:srgbClr val="003366"/>
                </a:solidFill>
                <a:latin typeface="Courier New"/>
                <a:cs typeface="Courier New"/>
              </a:rPr>
              <a:t>]</a:t>
            </a:r>
            <a:r>
              <a:rPr sz="2000" b="1" spc="-5" dirty="0" smtClean="0">
                <a:solidFill>
                  <a:srgbClr val="003366"/>
                </a:solidFill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  <a:p>
            <a:pPr marL="621665">
              <a:lnSpc>
                <a:spcPct val="100000"/>
              </a:lnSpc>
              <a:spcBef>
                <a:spcPts val="475"/>
              </a:spcBef>
            </a:pPr>
            <a:r>
              <a:rPr sz="24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“</a:t>
            </a:r>
            <a:r>
              <a:rPr sz="24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abc;d</a:t>
            </a:r>
            <a:r>
              <a:rPr sz="2400" b="1" spc="-25" dirty="0" smtClean="0">
                <a:solidFill>
                  <a:srgbClr val="FF6600"/>
                </a:solidFill>
                <a:latin typeface="Courier New"/>
                <a:cs typeface="Courier New"/>
              </a:rPr>
              <a:t>e</a:t>
            </a:r>
            <a:r>
              <a:rPr sz="24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f;gh</a:t>
            </a:r>
            <a:r>
              <a:rPr sz="24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i</a:t>
            </a:r>
            <a:r>
              <a:rPr sz="24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”</a:t>
            </a:r>
            <a:endParaRPr sz="2400">
              <a:latin typeface="Courier New"/>
              <a:cs typeface="Courier New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  <a:spcBef>
                <a:spcPts val="26"/>
              </a:spcBef>
            </a:pPr>
            <a:endParaRPr sz="1000"/>
          </a:p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Sp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it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turns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one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string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into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l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st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strings.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1200"/>
              </a:lnSpc>
              <a:spcBef>
                <a:spcPts val="20"/>
              </a:spcBef>
            </a:pPr>
            <a:endParaRPr sz="1200"/>
          </a:p>
          <a:p>
            <a:pPr marL="926465">
              <a:lnSpc>
                <a:spcPct val="100000"/>
              </a:lnSpc>
            </a:pPr>
            <a:r>
              <a:rPr sz="2000" b="1" spc="5" dirty="0" smtClean="0">
                <a:solidFill>
                  <a:srgbClr val="FF6600"/>
                </a:solidFill>
                <a:latin typeface="Arial"/>
                <a:cs typeface="Arial"/>
              </a:rPr>
              <a:t>&lt;</a:t>
            </a:r>
            <a:r>
              <a:rPr sz="2000" b="1" spc="0" dirty="0" smtClean="0">
                <a:solidFill>
                  <a:srgbClr val="FF6600"/>
                </a:solidFill>
                <a:latin typeface="Arial"/>
                <a:cs typeface="Arial"/>
              </a:rPr>
              <a:t>some_str</a:t>
            </a:r>
            <a:r>
              <a:rPr sz="2000" b="1" spc="-10" dirty="0" smtClean="0">
                <a:solidFill>
                  <a:srgbClr val="FF6600"/>
                </a:solidFill>
                <a:latin typeface="Arial"/>
                <a:cs typeface="Arial"/>
              </a:rPr>
              <a:t>i</a:t>
            </a:r>
            <a:r>
              <a:rPr sz="2000" b="1" spc="0" dirty="0" smtClean="0">
                <a:solidFill>
                  <a:srgbClr val="FF6600"/>
                </a:solidFill>
                <a:latin typeface="Arial"/>
                <a:cs typeface="Arial"/>
              </a:rPr>
              <a:t>ng</a:t>
            </a:r>
            <a:r>
              <a:rPr sz="2000" b="1" spc="-10" dirty="0" smtClean="0">
                <a:solidFill>
                  <a:srgbClr val="FF6600"/>
                </a:solidFill>
                <a:latin typeface="Arial"/>
                <a:cs typeface="Arial"/>
              </a:rPr>
              <a:t>&gt;</a:t>
            </a:r>
            <a:r>
              <a:rPr sz="2000" b="1" spc="0" dirty="0" smtClean="0">
                <a:latin typeface="Arial"/>
                <a:cs typeface="Arial"/>
              </a:rPr>
              <a:t>.sp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i</a:t>
            </a:r>
            <a:r>
              <a:rPr sz="2000" b="1" spc="-1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(</a:t>
            </a:r>
            <a:r>
              <a:rPr sz="2000" b="1" spc="-50" dirty="0" smtClean="0">
                <a:latin typeface="Arial"/>
                <a:cs typeface="Arial"/>
              </a:rPr>
              <a:t> </a:t>
            </a:r>
            <a:r>
              <a:rPr sz="2000" b="1" spc="5" dirty="0" smtClean="0">
                <a:solidFill>
                  <a:srgbClr val="660033"/>
                </a:solidFill>
                <a:latin typeface="Arial"/>
                <a:cs typeface="Arial"/>
              </a:rPr>
              <a:t>&lt;</a:t>
            </a:r>
            <a:r>
              <a:rPr sz="2000" b="1" spc="0" dirty="0" smtClean="0">
                <a:solidFill>
                  <a:srgbClr val="660033"/>
                </a:solidFill>
                <a:latin typeface="Arial"/>
                <a:cs typeface="Arial"/>
              </a:rPr>
              <a:t>separ</a:t>
            </a:r>
            <a:r>
              <a:rPr sz="2000" b="1" spc="5" dirty="0" smtClean="0">
                <a:solidFill>
                  <a:srgbClr val="660033"/>
                </a:solidFill>
                <a:latin typeface="Arial"/>
                <a:cs typeface="Arial"/>
              </a:rPr>
              <a:t>a</a:t>
            </a:r>
            <a:r>
              <a:rPr sz="2000" b="1" spc="0" dirty="0" smtClean="0">
                <a:solidFill>
                  <a:srgbClr val="660033"/>
                </a:solidFill>
                <a:latin typeface="Arial"/>
                <a:cs typeface="Arial"/>
              </a:rPr>
              <a:t>to</a:t>
            </a:r>
            <a:r>
              <a:rPr sz="2000" b="1" spc="-10" dirty="0" smtClean="0">
                <a:solidFill>
                  <a:srgbClr val="660033"/>
                </a:solidFill>
                <a:latin typeface="Arial"/>
                <a:cs typeface="Arial"/>
              </a:rPr>
              <a:t>r</a:t>
            </a:r>
            <a:r>
              <a:rPr sz="2000" b="1" spc="0" dirty="0" smtClean="0">
                <a:solidFill>
                  <a:srgbClr val="660033"/>
                </a:solidFill>
                <a:latin typeface="Arial"/>
                <a:cs typeface="Arial"/>
              </a:rPr>
              <a:t>_st</a:t>
            </a:r>
            <a:r>
              <a:rPr sz="2000" b="1" spc="-20" dirty="0" smtClean="0">
                <a:solidFill>
                  <a:srgbClr val="660033"/>
                </a:solidFill>
                <a:latin typeface="Arial"/>
                <a:cs typeface="Arial"/>
              </a:rPr>
              <a:t>r</a:t>
            </a:r>
            <a:r>
              <a:rPr sz="2000" b="1" spc="0" dirty="0" smtClean="0">
                <a:solidFill>
                  <a:srgbClr val="660033"/>
                </a:solidFill>
                <a:latin typeface="Arial"/>
                <a:cs typeface="Arial"/>
              </a:rPr>
              <a:t>in</a:t>
            </a:r>
            <a:r>
              <a:rPr sz="2000" b="1" spc="-5" dirty="0" smtClean="0">
                <a:solidFill>
                  <a:srgbClr val="660033"/>
                </a:solidFill>
                <a:latin typeface="Arial"/>
                <a:cs typeface="Arial"/>
              </a:rPr>
              <a:t>g</a:t>
            </a:r>
            <a:r>
              <a:rPr sz="2000" b="1" spc="0" dirty="0" smtClean="0">
                <a:solidFill>
                  <a:srgbClr val="660033"/>
                </a:solidFill>
                <a:latin typeface="Arial"/>
                <a:cs typeface="Arial"/>
              </a:rPr>
              <a:t>&gt;</a:t>
            </a:r>
            <a:r>
              <a:rPr sz="2000" b="1" spc="-45" dirty="0" smtClean="0">
                <a:solidFill>
                  <a:srgbClr val="660033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35354" y="4410709"/>
            <a:ext cx="5013325" cy="11899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89865">
              <a:lnSpc>
                <a:spcPct val="100000"/>
              </a:lnSpc>
            </a:pPr>
            <a:r>
              <a:rPr sz="2000" b="1" spc="-5" dirty="0" smtClean="0">
                <a:latin typeface="Courier New"/>
                <a:cs typeface="Courier New"/>
              </a:rPr>
              <a:t>&gt;&gt;</a:t>
            </a:r>
            <a:r>
              <a:rPr sz="2000" b="1" spc="0" dirty="0" smtClean="0">
                <a:latin typeface="Courier New"/>
                <a:cs typeface="Courier New"/>
              </a:rPr>
              <a:t>&gt;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“abc;def;ghi”</a:t>
            </a:r>
            <a:r>
              <a:rPr sz="2000" b="1" spc="-5" dirty="0" smtClean="0">
                <a:latin typeface="Courier New"/>
                <a:cs typeface="Courier New"/>
              </a:rPr>
              <a:t>.split</a:t>
            </a:r>
            <a:r>
              <a:rPr sz="2000" b="1" spc="0" dirty="0" smtClean="0">
                <a:latin typeface="Courier New"/>
                <a:cs typeface="Courier New"/>
              </a:rPr>
              <a:t>(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660033"/>
                </a:solidFill>
                <a:latin typeface="Courier New"/>
                <a:cs typeface="Courier New"/>
              </a:rPr>
              <a:t>“;</a:t>
            </a:r>
            <a:r>
              <a:rPr sz="2000" b="1" spc="0" dirty="0" smtClean="0">
                <a:solidFill>
                  <a:srgbClr val="660033"/>
                </a:solidFill>
                <a:latin typeface="Courier New"/>
                <a:cs typeface="Courier New"/>
              </a:rPr>
              <a:t>”</a:t>
            </a:r>
            <a:r>
              <a:rPr sz="2000" b="1" spc="-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ts val="650"/>
              </a:lnSpc>
              <a:spcBef>
                <a:spcPts val="8"/>
              </a:spcBef>
            </a:pPr>
            <a:endParaRPr sz="650"/>
          </a:p>
          <a:p>
            <a:pPr>
              <a:lnSpc>
                <a:spcPct val="100000"/>
              </a:lnSpc>
            </a:pPr>
            <a:r>
              <a:rPr sz="2400" b="1" dirty="0" smtClean="0">
                <a:solidFill>
                  <a:srgbClr val="003366"/>
                </a:solidFill>
                <a:latin typeface="Courier New"/>
                <a:cs typeface="Courier New"/>
              </a:rPr>
              <a:t>[</a:t>
            </a:r>
            <a:r>
              <a:rPr sz="2400" b="1" spc="-5" dirty="0" smtClean="0">
                <a:solidFill>
                  <a:srgbClr val="003366"/>
                </a:solidFill>
                <a:latin typeface="Courier New"/>
                <a:cs typeface="Courier New"/>
              </a:rPr>
              <a:t>“</a:t>
            </a:r>
            <a:r>
              <a:rPr sz="2400" b="1" spc="0" dirty="0" smtClean="0">
                <a:solidFill>
                  <a:srgbClr val="003366"/>
                </a:solidFill>
                <a:latin typeface="Courier New"/>
                <a:cs typeface="Courier New"/>
              </a:rPr>
              <a:t>ab</a:t>
            </a:r>
            <a:r>
              <a:rPr sz="2400" b="1" spc="-5" dirty="0" smtClean="0">
                <a:solidFill>
                  <a:srgbClr val="003366"/>
                </a:solidFill>
                <a:latin typeface="Courier New"/>
                <a:cs typeface="Courier New"/>
              </a:rPr>
              <a:t>c</a:t>
            </a:r>
            <a:r>
              <a:rPr sz="2400" b="1" spc="0" dirty="0" smtClean="0">
                <a:solidFill>
                  <a:srgbClr val="003366"/>
                </a:solidFill>
                <a:latin typeface="Courier New"/>
                <a:cs typeface="Courier New"/>
              </a:rPr>
              <a:t>”,</a:t>
            </a:r>
            <a:r>
              <a:rPr sz="2400" b="1" spc="-25" dirty="0" smtClean="0">
                <a:solidFill>
                  <a:srgbClr val="003366"/>
                </a:solidFill>
                <a:latin typeface="Courier New"/>
                <a:cs typeface="Courier New"/>
              </a:rPr>
              <a:t> </a:t>
            </a:r>
            <a:r>
              <a:rPr sz="2400" b="1" spc="0" dirty="0" smtClean="0">
                <a:solidFill>
                  <a:srgbClr val="003366"/>
                </a:solidFill>
                <a:latin typeface="Courier New"/>
                <a:cs typeface="Courier New"/>
              </a:rPr>
              <a:t>“def”,</a:t>
            </a:r>
            <a:r>
              <a:rPr sz="2400" b="1" spc="-15" dirty="0" smtClean="0">
                <a:solidFill>
                  <a:srgbClr val="003366"/>
                </a:solidFill>
                <a:latin typeface="Courier New"/>
                <a:cs typeface="Courier New"/>
              </a:rPr>
              <a:t> </a:t>
            </a:r>
            <a:r>
              <a:rPr sz="2400" b="1" spc="-10" dirty="0" smtClean="0">
                <a:solidFill>
                  <a:srgbClr val="003366"/>
                </a:solidFill>
                <a:latin typeface="Courier New"/>
                <a:cs typeface="Courier New"/>
              </a:rPr>
              <a:t>“</a:t>
            </a:r>
            <a:r>
              <a:rPr sz="2400" b="1" spc="0" dirty="0" smtClean="0">
                <a:solidFill>
                  <a:srgbClr val="003366"/>
                </a:solidFill>
                <a:latin typeface="Courier New"/>
                <a:cs typeface="Courier New"/>
              </a:rPr>
              <a:t>ghi”]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257300" y="4584191"/>
            <a:ext cx="4991100" cy="1016508"/>
          </a:xfrm>
          <a:custGeom>
            <a:avLst/>
            <a:gdLst/>
            <a:ahLst/>
            <a:cxnLst/>
            <a:rect l="l" t="t" r="r" b="b"/>
            <a:pathLst>
              <a:path w="4991100" h="1016508">
                <a:moveTo>
                  <a:pt x="0" y="1016508"/>
                </a:moveTo>
                <a:lnTo>
                  <a:pt x="4991100" y="1016508"/>
                </a:lnTo>
                <a:lnTo>
                  <a:pt x="4991100" y="0"/>
                </a:lnTo>
                <a:lnTo>
                  <a:pt x="0" y="0"/>
                </a:lnTo>
                <a:lnTo>
                  <a:pt x="0" y="1016508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57300" y="4584191"/>
            <a:ext cx="4991100" cy="1016508"/>
          </a:xfrm>
          <a:custGeom>
            <a:avLst/>
            <a:gdLst/>
            <a:ahLst/>
            <a:cxnLst/>
            <a:rect l="l" t="t" r="r" b="b"/>
            <a:pathLst>
              <a:path w="4991100" h="1016508">
                <a:moveTo>
                  <a:pt x="0" y="1016508"/>
                </a:moveTo>
                <a:lnTo>
                  <a:pt x="4991100" y="1016508"/>
                </a:lnTo>
                <a:lnTo>
                  <a:pt x="4991100" y="0"/>
                </a:lnTo>
                <a:lnTo>
                  <a:pt x="0" y="0"/>
                </a:lnTo>
                <a:lnTo>
                  <a:pt x="0" y="1016508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85876" y="525779"/>
            <a:ext cx="4852035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460500" algn="l"/>
                <a:tab pos="2019300" algn="l"/>
                <a:tab pos="2959100" algn="l"/>
                <a:tab pos="3517900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String	to	List	to	String</a:t>
            </a:r>
            <a:endParaRPr sz="36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95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5454" y="551941"/>
            <a:ext cx="6249035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866900" algn="l"/>
                <a:tab pos="3975100" algn="l"/>
                <a:tab pos="4533900" algn="l"/>
                <a:tab pos="4914900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Convert	Anything	to	a	String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302384"/>
            <a:ext cx="7524115" cy="27349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4965" algn="l"/>
              </a:tabLst>
            </a:pPr>
            <a:r>
              <a:rPr sz="2400" b="1" dirty="0" smtClean="0">
                <a:latin typeface="Arial"/>
                <a:cs typeface="Arial"/>
              </a:rPr>
              <a:t>T</a:t>
            </a:r>
            <a:r>
              <a:rPr sz="2400" b="1" spc="-10" dirty="0" smtClean="0">
                <a:latin typeface="Arial"/>
                <a:cs typeface="Arial"/>
              </a:rPr>
              <a:t>h</a:t>
            </a:r>
            <a:r>
              <a:rPr sz="2400" b="1" spc="0" dirty="0" smtClean="0">
                <a:latin typeface="Arial"/>
                <a:cs typeface="Arial"/>
              </a:rPr>
              <a:t>e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b</a:t>
            </a:r>
            <a:r>
              <a:rPr sz="2400" b="1" spc="-10" dirty="0" smtClean="0">
                <a:latin typeface="Arial"/>
                <a:cs typeface="Arial"/>
              </a:rPr>
              <a:t>u</a:t>
            </a:r>
            <a:r>
              <a:rPr sz="2400" b="1" spc="0" dirty="0" smtClean="0">
                <a:latin typeface="Arial"/>
                <a:cs typeface="Arial"/>
              </a:rPr>
              <a:t>il</a:t>
            </a:r>
            <a:r>
              <a:rPr sz="2400" b="1" spc="5" dirty="0" smtClean="0">
                <a:latin typeface="Arial"/>
                <a:cs typeface="Arial"/>
              </a:rPr>
              <a:t>t</a:t>
            </a:r>
            <a:r>
              <a:rPr sz="2400" b="1" spc="0" dirty="0" smtClean="0">
                <a:latin typeface="Arial"/>
                <a:cs typeface="Arial"/>
              </a:rPr>
              <a:t>-in</a:t>
            </a:r>
            <a:r>
              <a:rPr sz="2400" b="1" spc="-4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str()</a:t>
            </a:r>
            <a:r>
              <a:rPr sz="2400" b="1" spc="-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fun</a:t>
            </a:r>
            <a:r>
              <a:rPr sz="2400" b="1" spc="-10" dirty="0" smtClean="0">
                <a:latin typeface="Arial"/>
                <a:cs typeface="Arial"/>
              </a:rPr>
              <a:t>c</a:t>
            </a:r>
            <a:r>
              <a:rPr sz="2400" b="1" spc="0" dirty="0" smtClean="0">
                <a:latin typeface="Arial"/>
                <a:cs typeface="Arial"/>
              </a:rPr>
              <a:t>tion</a:t>
            </a:r>
            <a:r>
              <a:rPr sz="2400" b="1" spc="-3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c</a:t>
            </a:r>
            <a:r>
              <a:rPr sz="2400" b="1" spc="-10" dirty="0" smtClean="0">
                <a:latin typeface="Arial"/>
                <a:cs typeface="Arial"/>
              </a:rPr>
              <a:t>a</a:t>
            </a:r>
            <a:r>
              <a:rPr sz="2400" b="1" spc="0" dirty="0" smtClean="0">
                <a:latin typeface="Arial"/>
                <a:cs typeface="Arial"/>
              </a:rPr>
              <a:t>n c</a:t>
            </a:r>
            <a:r>
              <a:rPr sz="2400" b="1" spc="-10" dirty="0" smtClean="0">
                <a:latin typeface="Arial"/>
                <a:cs typeface="Arial"/>
              </a:rPr>
              <a:t>o</a:t>
            </a:r>
            <a:r>
              <a:rPr sz="2400" b="1" spc="0" dirty="0" smtClean="0">
                <a:latin typeface="Arial"/>
                <a:cs typeface="Arial"/>
              </a:rPr>
              <a:t>n</a:t>
            </a:r>
            <a:r>
              <a:rPr sz="2400" b="1" spc="-10" dirty="0" smtClean="0">
                <a:latin typeface="Arial"/>
                <a:cs typeface="Arial"/>
              </a:rPr>
              <a:t>v</a:t>
            </a:r>
            <a:r>
              <a:rPr sz="2400" b="1" spc="0" dirty="0" smtClean="0">
                <a:latin typeface="Arial"/>
                <a:cs typeface="Arial"/>
              </a:rPr>
              <a:t>ert an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instan</a:t>
            </a:r>
            <a:r>
              <a:rPr sz="2400" b="1" spc="-10" dirty="0" smtClean="0">
                <a:latin typeface="Arial"/>
                <a:cs typeface="Arial"/>
              </a:rPr>
              <a:t>c</a:t>
            </a:r>
            <a:r>
              <a:rPr sz="2400" b="1" spc="0" dirty="0" smtClean="0">
                <a:latin typeface="Arial"/>
                <a:cs typeface="Arial"/>
              </a:rPr>
              <a:t>e</a:t>
            </a:r>
            <a:endParaRPr sz="2400">
              <a:latin typeface="Arial"/>
              <a:cs typeface="Arial"/>
            </a:endParaRPr>
          </a:p>
          <a:p>
            <a:pPr marL="355600">
              <a:lnSpc>
                <a:spcPts val="2830"/>
              </a:lnSpc>
            </a:pPr>
            <a:r>
              <a:rPr sz="2400" b="1" dirty="0" smtClean="0">
                <a:latin typeface="Arial"/>
                <a:cs typeface="Arial"/>
              </a:rPr>
              <a:t>of</a:t>
            </a:r>
            <a:r>
              <a:rPr sz="2400" b="1" spc="-5" dirty="0" smtClean="0">
                <a:latin typeface="Arial"/>
                <a:cs typeface="Arial"/>
              </a:rPr>
              <a:t> </a:t>
            </a:r>
            <a:r>
              <a:rPr sz="2400" b="1" u="heavy" spc="-5" dirty="0" smtClean="0">
                <a:latin typeface="Arial"/>
                <a:cs typeface="Arial"/>
              </a:rPr>
              <a:t>an</a:t>
            </a:r>
            <a:r>
              <a:rPr sz="2400" b="1" u="heavy" spc="0" dirty="0" smtClean="0">
                <a:latin typeface="Arial"/>
                <a:cs typeface="Arial"/>
              </a:rPr>
              <a:t>y</a:t>
            </a:r>
            <a:r>
              <a:rPr sz="2400" b="1" spc="0" dirty="0" smtClean="0">
                <a:latin typeface="Arial"/>
                <a:cs typeface="Arial"/>
              </a:rPr>
              <a:t> data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t</a:t>
            </a:r>
            <a:r>
              <a:rPr sz="2400" b="1" spc="-25" dirty="0" smtClean="0">
                <a:latin typeface="Arial"/>
                <a:cs typeface="Arial"/>
              </a:rPr>
              <a:t>y</a:t>
            </a:r>
            <a:r>
              <a:rPr sz="2400" b="1" spc="0" dirty="0" smtClean="0">
                <a:latin typeface="Arial"/>
                <a:cs typeface="Arial"/>
              </a:rPr>
              <a:t>pe</a:t>
            </a:r>
            <a:r>
              <a:rPr sz="2400" b="1" spc="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into</a:t>
            </a:r>
            <a:r>
              <a:rPr sz="2400" b="1" spc="-2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 string.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550"/>
              </a:lnSpc>
              <a:spcBef>
                <a:spcPts val="14"/>
              </a:spcBef>
            </a:pPr>
            <a:endParaRPr sz="550"/>
          </a:p>
          <a:p>
            <a:pPr marL="756285" marR="218440" lvl="1" indent="-287020">
              <a:lnSpc>
                <a:spcPts val="24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  <a:tab pos="2135505" algn="l"/>
              </a:tabLst>
            </a:pPr>
            <a:r>
              <a:rPr sz="2000" dirty="0" smtClean="0">
                <a:latin typeface="Arial"/>
                <a:cs typeface="Arial"/>
              </a:rPr>
              <a:t>You</a:t>
            </a:r>
            <a:r>
              <a:rPr sz="2000" spc="-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c</a:t>
            </a:r>
            <a:r>
              <a:rPr sz="2000" spc="5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n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define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how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this </a:t>
            </a:r>
            <a:r>
              <a:rPr sz="2000" spc="-10" dirty="0" smtClean="0">
                <a:latin typeface="Arial"/>
                <a:cs typeface="Arial"/>
              </a:rPr>
              <a:t>f</a:t>
            </a:r>
            <a:r>
              <a:rPr sz="2000" spc="0" dirty="0" smtClean="0">
                <a:latin typeface="Arial"/>
                <a:cs typeface="Arial"/>
              </a:rPr>
              <a:t>un</a:t>
            </a:r>
            <a:r>
              <a:rPr sz="2000" spc="5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tion</a:t>
            </a:r>
            <a:r>
              <a:rPr sz="2000" spc="-3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beh</a:t>
            </a:r>
            <a:r>
              <a:rPr sz="2000" spc="5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ves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for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u</a:t>
            </a:r>
            <a:r>
              <a:rPr sz="2000" spc="5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20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-crea</a:t>
            </a:r>
            <a:r>
              <a:rPr sz="2000" spc="-15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ed data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</a:t>
            </a:r>
            <a:r>
              <a:rPr sz="2000" spc="-15" dirty="0" smtClean="0">
                <a:latin typeface="Arial"/>
                <a:cs typeface="Arial"/>
              </a:rPr>
              <a:t>y</a:t>
            </a:r>
            <a:r>
              <a:rPr sz="2000" spc="0" dirty="0" smtClean="0">
                <a:latin typeface="Arial"/>
                <a:cs typeface="Arial"/>
              </a:rPr>
              <a:t>pe</a:t>
            </a:r>
            <a:r>
              <a:rPr sz="2000" spc="5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.	</a:t>
            </a:r>
            <a:r>
              <a:rPr sz="2000" spc="-10" dirty="0" smtClean="0">
                <a:latin typeface="Arial"/>
                <a:cs typeface="Arial"/>
              </a:rPr>
              <a:t>Y</a:t>
            </a:r>
            <a:r>
              <a:rPr sz="2000" spc="0" dirty="0" smtClean="0">
                <a:latin typeface="Arial"/>
                <a:cs typeface="Arial"/>
              </a:rPr>
              <a:t>ou can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also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redefine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the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beh</a:t>
            </a:r>
            <a:r>
              <a:rPr sz="2000" spc="5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v</a:t>
            </a:r>
            <a:r>
              <a:rPr sz="2000" spc="-10" dirty="0" smtClean="0">
                <a:latin typeface="Arial"/>
                <a:cs typeface="Arial"/>
              </a:rPr>
              <a:t>i</a:t>
            </a:r>
            <a:r>
              <a:rPr sz="2000" spc="0" dirty="0" smtClean="0">
                <a:latin typeface="Arial"/>
                <a:cs typeface="Arial"/>
              </a:rPr>
              <a:t>or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of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this function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for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many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</a:t>
            </a:r>
            <a:r>
              <a:rPr sz="2000" spc="-15" dirty="0" smtClean="0">
                <a:latin typeface="Arial"/>
                <a:cs typeface="Arial"/>
              </a:rPr>
              <a:t>y</a:t>
            </a:r>
            <a:r>
              <a:rPr sz="2000" spc="0" dirty="0" smtClean="0">
                <a:latin typeface="Arial"/>
                <a:cs typeface="Arial"/>
              </a:rPr>
              <a:t>pe</a:t>
            </a:r>
            <a:r>
              <a:rPr sz="2000" spc="5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750"/>
              </a:lnSpc>
              <a:spcBef>
                <a:spcPts val="36"/>
              </a:spcBef>
            </a:pPr>
            <a:endParaRPr sz="75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660033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33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“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He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l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lo</a:t>
            </a:r>
            <a:r>
              <a:rPr sz="1800" b="1" spc="-30" dirty="0" smtClean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” </a:t>
            </a:r>
            <a:r>
              <a:rPr sz="1800" b="1" spc="0" dirty="0" smtClean="0">
                <a:latin typeface="Courier New"/>
                <a:cs typeface="Courier New"/>
              </a:rPr>
              <a:t>+</a:t>
            </a:r>
            <a:r>
              <a:rPr sz="1800" b="1" spc="-10" dirty="0" smtClean="0">
                <a:latin typeface="Courier New"/>
                <a:cs typeface="Courier New"/>
              </a:rPr>
              <a:t> s</a:t>
            </a:r>
            <a:r>
              <a:rPr sz="1800" b="1" spc="0" dirty="0" smtClean="0">
                <a:latin typeface="Courier New"/>
                <a:cs typeface="Courier New"/>
              </a:rPr>
              <a:t>tr(2)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  <a:tabLst>
                <a:tab pos="969010" algn="l"/>
              </a:tabLst>
            </a:pPr>
            <a:r>
              <a:rPr sz="1800" b="1" dirty="0" smtClean="0">
                <a:solidFill>
                  <a:srgbClr val="003366"/>
                </a:solidFill>
                <a:latin typeface="Courier New"/>
                <a:cs typeface="Courier New"/>
              </a:rPr>
              <a:t>“H</a:t>
            </a:r>
            <a:r>
              <a:rPr sz="1800" b="1" spc="-15" dirty="0" smtClean="0">
                <a:solidFill>
                  <a:srgbClr val="003366"/>
                </a:solidFill>
                <a:latin typeface="Courier New"/>
                <a:cs typeface="Courier New"/>
              </a:rPr>
              <a:t>e</a:t>
            </a:r>
            <a:r>
              <a:rPr sz="1800" b="1" spc="0" dirty="0" smtClean="0">
                <a:solidFill>
                  <a:srgbClr val="003366"/>
                </a:solidFill>
                <a:latin typeface="Courier New"/>
                <a:cs typeface="Courier New"/>
              </a:rPr>
              <a:t>l</a:t>
            </a:r>
            <a:r>
              <a:rPr sz="1800" b="1" spc="-15" dirty="0" smtClean="0">
                <a:solidFill>
                  <a:srgbClr val="003366"/>
                </a:solidFill>
                <a:latin typeface="Courier New"/>
                <a:cs typeface="Courier New"/>
              </a:rPr>
              <a:t>l</a:t>
            </a:r>
            <a:r>
              <a:rPr sz="1800" b="1" spc="0" dirty="0" smtClean="0">
                <a:solidFill>
                  <a:srgbClr val="003366"/>
                </a:solidFill>
                <a:latin typeface="Courier New"/>
                <a:cs typeface="Courier New"/>
              </a:rPr>
              <a:t>o	</a:t>
            </a:r>
            <a:r>
              <a:rPr sz="1800" b="1" spc="-15" dirty="0" smtClean="0">
                <a:solidFill>
                  <a:srgbClr val="003366"/>
                </a:solidFill>
                <a:latin typeface="Courier New"/>
                <a:cs typeface="Courier New"/>
              </a:rPr>
              <a:t>2</a:t>
            </a:r>
            <a:r>
              <a:rPr sz="1800" b="1" spc="0" dirty="0" smtClean="0">
                <a:solidFill>
                  <a:srgbClr val="003366"/>
                </a:solidFill>
                <a:latin typeface="Courier New"/>
                <a:cs typeface="Courier New"/>
              </a:rPr>
              <a:t>”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76300" y="5105400"/>
            <a:ext cx="3124200" cy="762000"/>
          </a:xfrm>
          <a:custGeom>
            <a:avLst/>
            <a:gdLst/>
            <a:ahLst/>
            <a:cxnLst/>
            <a:rect l="l" t="t" r="r" b="b"/>
            <a:pathLst>
              <a:path w="3124200" h="762000">
                <a:moveTo>
                  <a:pt x="0" y="762000"/>
                </a:moveTo>
                <a:lnTo>
                  <a:pt x="3124200" y="762000"/>
                </a:lnTo>
                <a:lnTo>
                  <a:pt x="3124200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76300" y="5105400"/>
            <a:ext cx="3124200" cy="762000"/>
          </a:xfrm>
          <a:custGeom>
            <a:avLst/>
            <a:gdLst/>
            <a:ahLst/>
            <a:cxnLst/>
            <a:rect l="l" t="t" r="r" b="b"/>
            <a:pathLst>
              <a:path w="3124200" h="762000">
                <a:moveTo>
                  <a:pt x="0" y="762000"/>
                </a:moveTo>
                <a:lnTo>
                  <a:pt x="3124200" y="762000"/>
                </a:lnTo>
                <a:lnTo>
                  <a:pt x="3124200" y="0"/>
                </a:lnTo>
                <a:lnTo>
                  <a:pt x="0" y="0"/>
                </a:lnTo>
                <a:lnTo>
                  <a:pt x="0" y="7620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96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5454" y="2358771"/>
            <a:ext cx="4560570" cy="9842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 smtClean="0">
                <a:solidFill>
                  <a:srgbClr val="000066"/>
                </a:solidFill>
                <a:latin typeface="Arial"/>
                <a:cs typeface="Arial"/>
              </a:rPr>
              <a:t>Spe</a:t>
            </a:r>
            <a:r>
              <a:rPr sz="3200" b="1" spc="-15" dirty="0" smtClean="0">
                <a:solidFill>
                  <a:srgbClr val="000066"/>
                </a:solidFill>
                <a:latin typeface="Arial"/>
                <a:cs typeface="Arial"/>
              </a:rPr>
              <a:t>c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ial</a:t>
            </a:r>
            <a:r>
              <a:rPr sz="3200" b="1" spc="-2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Buil</a:t>
            </a:r>
            <a:r>
              <a:rPr sz="3200" b="1" spc="-5" dirty="0" smtClean="0">
                <a:solidFill>
                  <a:srgbClr val="000066"/>
                </a:solidFill>
                <a:latin typeface="Arial"/>
                <a:cs typeface="Arial"/>
              </a:rPr>
              <a:t>t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-In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200" b="1" dirty="0" smtClean="0">
                <a:solidFill>
                  <a:srgbClr val="000066"/>
                </a:solidFill>
                <a:latin typeface="Arial"/>
                <a:cs typeface="Arial"/>
              </a:rPr>
              <a:t>M</a:t>
            </a:r>
            <a:r>
              <a:rPr sz="3200" b="1" spc="-15" dirty="0" smtClean="0">
                <a:solidFill>
                  <a:srgbClr val="000066"/>
                </a:solidFill>
                <a:latin typeface="Arial"/>
                <a:cs typeface="Arial"/>
              </a:rPr>
              <a:t>e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thods</a:t>
            </a:r>
            <a:r>
              <a:rPr sz="3200" b="1" spc="-4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a</a:t>
            </a:r>
            <a:r>
              <a:rPr sz="3200" b="1" spc="-10" dirty="0" smtClean="0">
                <a:solidFill>
                  <a:srgbClr val="000066"/>
                </a:solidFill>
                <a:latin typeface="Arial"/>
                <a:cs typeface="Arial"/>
              </a:rPr>
              <a:t>n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d</a:t>
            </a:r>
            <a:r>
              <a:rPr sz="3200" b="1" spc="-20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Attribut</a:t>
            </a:r>
            <a:r>
              <a:rPr sz="3200" b="1" spc="-15" dirty="0" smtClean="0">
                <a:solidFill>
                  <a:srgbClr val="000066"/>
                </a:solidFill>
                <a:latin typeface="Arial"/>
                <a:cs typeface="Arial"/>
              </a:rPr>
              <a:t>e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75771" y="4450957"/>
            <a:ext cx="4590876" cy="8426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5454" y="551941"/>
            <a:ext cx="6147435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713230" algn="l"/>
                <a:tab pos="4405630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Buil</a:t>
            </a:r>
            <a:r>
              <a:rPr sz="3600" b="1" spc="-10" dirty="0" smtClean="0">
                <a:solidFill>
                  <a:srgbClr val="000066"/>
                </a:solidFill>
                <a:latin typeface="Arial"/>
                <a:cs typeface="Arial"/>
              </a:rPr>
              <a:t>t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-In	</a:t>
            </a:r>
            <a:r>
              <a:rPr sz="3600" b="1" spc="5" dirty="0" smtClean="0">
                <a:solidFill>
                  <a:srgbClr val="000066"/>
                </a:solidFill>
                <a:latin typeface="Arial"/>
                <a:cs typeface="Arial"/>
              </a:rPr>
              <a:t>M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embers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of	Classes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309242"/>
            <a:ext cx="7513955" cy="252603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Class</a:t>
            </a:r>
            <a:r>
              <a:rPr sz="2000" b="1" spc="5" dirty="0" smtClean="0">
                <a:latin typeface="Arial"/>
                <a:cs typeface="Arial"/>
              </a:rPr>
              <a:t>e</a:t>
            </a:r>
            <a:r>
              <a:rPr sz="2000" b="1" spc="0" dirty="0" smtClean="0">
                <a:latin typeface="Arial"/>
                <a:cs typeface="Arial"/>
              </a:rPr>
              <a:t>s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cont</a:t>
            </a:r>
            <a:r>
              <a:rPr sz="2000" b="1" spc="5" dirty="0" smtClean="0">
                <a:latin typeface="Arial"/>
                <a:cs typeface="Arial"/>
              </a:rPr>
              <a:t>a</a:t>
            </a:r>
            <a:r>
              <a:rPr sz="2000" b="1" spc="0" dirty="0" smtClean="0">
                <a:latin typeface="Arial"/>
                <a:cs typeface="Arial"/>
              </a:rPr>
              <a:t>in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many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methods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and attributes</a:t>
            </a:r>
            <a:r>
              <a:rPr sz="2000" b="1" spc="-5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that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are</a:t>
            </a:r>
            <a:endParaRPr sz="2000">
              <a:latin typeface="Arial"/>
              <a:cs typeface="Arial"/>
            </a:endParaRPr>
          </a:p>
          <a:p>
            <a:pPr marL="342900" algn="ctr">
              <a:lnSpc>
                <a:spcPts val="2360"/>
              </a:lnSpc>
            </a:pPr>
            <a:r>
              <a:rPr sz="2000" b="1" dirty="0" smtClean="0">
                <a:latin typeface="Arial"/>
                <a:cs typeface="Arial"/>
              </a:rPr>
              <a:t>i</a:t>
            </a:r>
            <a:r>
              <a:rPr sz="2000" b="1" spc="-10" dirty="0" smtClean="0">
                <a:latin typeface="Arial"/>
                <a:cs typeface="Arial"/>
              </a:rPr>
              <a:t>n</a:t>
            </a:r>
            <a:r>
              <a:rPr sz="2000" b="1" spc="0" dirty="0" smtClean="0">
                <a:latin typeface="Arial"/>
                <a:cs typeface="Arial"/>
              </a:rPr>
              <a:t>cl</a:t>
            </a:r>
            <a:r>
              <a:rPr sz="2000" b="1" spc="-10" dirty="0" smtClean="0">
                <a:latin typeface="Arial"/>
                <a:cs typeface="Arial"/>
              </a:rPr>
              <a:t>u</a:t>
            </a:r>
            <a:r>
              <a:rPr sz="2000" b="1" spc="0" dirty="0" smtClean="0">
                <a:latin typeface="Arial"/>
                <a:cs typeface="Arial"/>
              </a:rPr>
              <a:t>ded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by</a:t>
            </a:r>
            <a:r>
              <a:rPr sz="2000" b="1" spc="-10" dirty="0" smtClean="0">
                <a:latin typeface="Arial"/>
                <a:cs typeface="Arial"/>
              </a:rPr>
              <a:t> P</a:t>
            </a:r>
            <a:r>
              <a:rPr sz="2000" b="1" spc="-40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thon</a:t>
            </a:r>
            <a:r>
              <a:rPr sz="2000" b="1" spc="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e</a:t>
            </a:r>
            <a:r>
              <a:rPr sz="2000" b="1" spc="-25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en if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-40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ou</a:t>
            </a:r>
            <a:r>
              <a:rPr sz="2000" b="1" spc="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don</a:t>
            </a:r>
            <a:r>
              <a:rPr sz="2000" b="1" spc="-15" dirty="0" smtClean="0">
                <a:latin typeface="Arial"/>
                <a:cs typeface="Arial"/>
              </a:rPr>
              <a:t>’</a:t>
            </a:r>
            <a:r>
              <a:rPr sz="2000" b="1" spc="0" dirty="0" smtClean="0">
                <a:latin typeface="Arial"/>
                <a:cs typeface="Arial"/>
              </a:rPr>
              <a:t>t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define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them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exp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ic</a:t>
            </a:r>
            <a:r>
              <a:rPr sz="2000" b="1" spc="-15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tl</a:t>
            </a:r>
            <a:r>
              <a:rPr sz="2000" b="1" spc="-40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500"/>
              </a:lnSpc>
              <a:spcBef>
                <a:spcPts val="14"/>
              </a:spcBef>
            </a:pPr>
            <a:endParaRPr sz="500"/>
          </a:p>
          <a:p>
            <a:pPr marL="756285" marR="165735" lvl="1" indent="-287020">
              <a:lnSpc>
                <a:spcPts val="2160"/>
              </a:lnSpc>
              <a:buClr>
                <a:srgbClr val="FF0000"/>
              </a:buClr>
              <a:buSzPct val="108333"/>
              <a:buFont typeface="Wingdings"/>
              <a:buChar char=""/>
              <a:tabLst>
                <a:tab pos="756285" algn="l"/>
              </a:tabLst>
            </a:pPr>
            <a:r>
              <a:rPr sz="1800" dirty="0" smtClean="0">
                <a:latin typeface="Arial"/>
                <a:cs typeface="Arial"/>
              </a:rPr>
              <a:t>Most of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th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se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met</a:t>
            </a:r>
            <a:r>
              <a:rPr sz="1800" spc="-10" dirty="0" smtClean="0">
                <a:latin typeface="Arial"/>
                <a:cs typeface="Arial"/>
              </a:rPr>
              <a:t>h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-10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s d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fine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-10" dirty="0" smtClean="0">
                <a:latin typeface="Arial"/>
                <a:cs typeface="Arial"/>
              </a:rPr>
              <a:t>u</a:t>
            </a:r>
            <a:r>
              <a:rPr sz="1800" spc="0" dirty="0" smtClean="0">
                <a:latin typeface="Arial"/>
                <a:cs typeface="Arial"/>
              </a:rPr>
              <a:t>tom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tic</a:t>
            </a:r>
            <a:r>
              <a:rPr sz="1800" spc="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fu</a:t>
            </a:r>
            <a:r>
              <a:rPr sz="1800" spc="-10" dirty="0" smtClean="0">
                <a:latin typeface="Arial"/>
                <a:cs typeface="Arial"/>
              </a:rPr>
              <a:t>n</a:t>
            </a:r>
            <a:r>
              <a:rPr sz="1800" spc="0" dirty="0" smtClean="0">
                <a:latin typeface="Arial"/>
                <a:cs typeface="Arial"/>
              </a:rPr>
              <a:t>ctio</a:t>
            </a:r>
            <a:r>
              <a:rPr sz="1800" spc="-10" dirty="0" smtClean="0">
                <a:latin typeface="Arial"/>
                <a:cs typeface="Arial"/>
              </a:rPr>
              <a:t>n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-10" dirty="0" smtClean="0">
                <a:latin typeface="Arial"/>
                <a:cs typeface="Arial"/>
              </a:rPr>
              <a:t>l</a:t>
            </a:r>
            <a:r>
              <a:rPr sz="1800" spc="0" dirty="0" smtClean="0">
                <a:latin typeface="Arial"/>
                <a:cs typeface="Arial"/>
              </a:rPr>
              <a:t>ity</a:t>
            </a:r>
            <a:r>
              <a:rPr sz="1800" spc="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trig</a:t>
            </a:r>
            <a:r>
              <a:rPr sz="1800" spc="-10" dirty="0" smtClean="0">
                <a:latin typeface="Arial"/>
                <a:cs typeface="Arial"/>
              </a:rPr>
              <a:t>g</a:t>
            </a:r>
            <a:r>
              <a:rPr sz="1800" spc="0" dirty="0" smtClean="0">
                <a:latin typeface="Arial"/>
                <a:cs typeface="Arial"/>
              </a:rPr>
              <a:t>er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d</a:t>
            </a:r>
            <a:r>
              <a:rPr sz="1800" spc="2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by sp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ci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l</a:t>
            </a:r>
            <a:r>
              <a:rPr sz="1800" spc="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o</a:t>
            </a:r>
            <a:r>
              <a:rPr sz="1800" spc="-10" dirty="0" smtClean="0">
                <a:latin typeface="Arial"/>
                <a:cs typeface="Arial"/>
              </a:rPr>
              <a:t>p</a:t>
            </a:r>
            <a:r>
              <a:rPr sz="1800" spc="0" dirty="0" smtClean="0">
                <a:latin typeface="Arial"/>
                <a:cs typeface="Arial"/>
              </a:rPr>
              <a:t>er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tors</a:t>
            </a:r>
            <a:r>
              <a:rPr sz="1800" spc="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or </a:t>
            </a:r>
            <a:r>
              <a:rPr sz="1800" spc="-10" dirty="0" smtClean="0">
                <a:latin typeface="Arial"/>
                <a:cs typeface="Arial"/>
              </a:rPr>
              <a:t>u</a:t>
            </a:r>
            <a:r>
              <a:rPr sz="1800" spc="0" dirty="0" smtClean="0">
                <a:latin typeface="Arial"/>
                <a:cs typeface="Arial"/>
              </a:rPr>
              <a:t>sa</a:t>
            </a:r>
            <a:r>
              <a:rPr sz="1800" spc="-10" dirty="0" smtClean="0">
                <a:latin typeface="Arial"/>
                <a:cs typeface="Arial"/>
              </a:rPr>
              <a:t>g</a:t>
            </a:r>
            <a:r>
              <a:rPr sz="1800" spc="0" dirty="0" smtClean="0">
                <a:latin typeface="Arial"/>
                <a:cs typeface="Arial"/>
              </a:rPr>
              <a:t>e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of th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t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cl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ss.</a:t>
            </a:r>
            <a:endParaRPr sz="18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10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756285" algn="l"/>
              </a:tabLst>
            </a:pPr>
            <a:r>
              <a:rPr sz="1800" spc="10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he</a:t>
            </a:r>
            <a:r>
              <a:rPr sz="1800" spc="-2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b</a:t>
            </a:r>
            <a:r>
              <a:rPr sz="1800" spc="-10" dirty="0" smtClean="0">
                <a:latin typeface="Arial"/>
                <a:cs typeface="Arial"/>
              </a:rPr>
              <a:t>u</a:t>
            </a:r>
            <a:r>
              <a:rPr sz="1800" spc="0" dirty="0" smtClean="0">
                <a:latin typeface="Arial"/>
                <a:cs typeface="Arial"/>
              </a:rPr>
              <a:t>i</a:t>
            </a:r>
            <a:r>
              <a:rPr sz="1800" spc="-10" dirty="0" smtClean="0">
                <a:latin typeface="Arial"/>
                <a:cs typeface="Arial"/>
              </a:rPr>
              <a:t>l</a:t>
            </a:r>
            <a:r>
              <a:rPr sz="1800" spc="0" dirty="0" smtClean="0">
                <a:latin typeface="Arial"/>
                <a:cs typeface="Arial"/>
              </a:rPr>
              <a:t>t-in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attri</a:t>
            </a:r>
            <a:r>
              <a:rPr sz="1800" spc="-10" dirty="0" smtClean="0">
                <a:latin typeface="Arial"/>
                <a:cs typeface="Arial"/>
              </a:rPr>
              <a:t>b</a:t>
            </a:r>
            <a:r>
              <a:rPr sz="1800" spc="0" dirty="0" smtClean="0">
                <a:latin typeface="Arial"/>
                <a:cs typeface="Arial"/>
              </a:rPr>
              <a:t>ut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d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fine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i</a:t>
            </a:r>
            <a:r>
              <a:rPr sz="1800" spc="-10" dirty="0" smtClean="0">
                <a:latin typeface="Arial"/>
                <a:cs typeface="Arial"/>
              </a:rPr>
              <a:t>n</a:t>
            </a:r>
            <a:r>
              <a:rPr sz="1800" spc="0" dirty="0" smtClean="0">
                <a:latin typeface="Arial"/>
                <a:cs typeface="Arial"/>
              </a:rPr>
              <a:t>formati</a:t>
            </a:r>
            <a:r>
              <a:rPr sz="1800" spc="-10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n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th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t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must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be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stor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d for a</a:t>
            </a:r>
            <a:r>
              <a:rPr sz="1800" spc="-10" dirty="0" smtClean="0">
                <a:latin typeface="Arial"/>
                <a:cs typeface="Arial"/>
              </a:rPr>
              <a:t>l</a:t>
            </a:r>
            <a:r>
              <a:rPr sz="1800" spc="0" dirty="0" smtClean="0">
                <a:latin typeface="Arial"/>
                <a:cs typeface="Arial"/>
              </a:rPr>
              <a:t>l</a:t>
            </a:r>
            <a:endParaRPr sz="1800">
              <a:latin typeface="Arial"/>
              <a:cs typeface="Arial"/>
            </a:endParaRPr>
          </a:p>
          <a:p>
            <a:pPr marL="756285">
              <a:lnSpc>
                <a:spcPts val="2130"/>
              </a:lnSpc>
            </a:pPr>
            <a:r>
              <a:rPr sz="1800" dirty="0" smtClean="0">
                <a:latin typeface="Arial"/>
                <a:cs typeface="Arial"/>
              </a:rPr>
              <a:t>cl</a:t>
            </a:r>
            <a:r>
              <a:rPr sz="1800" spc="-15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ss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s.</a:t>
            </a:r>
            <a:endParaRPr sz="1800">
              <a:latin typeface="Arial"/>
              <a:cs typeface="Arial"/>
            </a:endParaRPr>
          </a:p>
          <a:p>
            <a:pPr>
              <a:lnSpc>
                <a:spcPts val="650"/>
              </a:lnSpc>
              <a:spcBef>
                <a:spcPts val="9"/>
              </a:spcBef>
            </a:pPr>
            <a:endParaRPr sz="650"/>
          </a:p>
          <a:p>
            <a:pPr marL="355600" marR="19050" indent="-342900">
              <a:lnSpc>
                <a:spcPts val="227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  <a:tab pos="1618615" algn="l"/>
              </a:tabLst>
            </a:pPr>
            <a:r>
              <a:rPr sz="2000" b="1" dirty="0" smtClean="0">
                <a:latin typeface="Arial"/>
                <a:cs typeface="Arial"/>
              </a:rPr>
              <a:t>All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bui</a:t>
            </a:r>
            <a:r>
              <a:rPr sz="2000" b="1" spc="-15" dirty="0" smtClean="0">
                <a:latin typeface="Arial"/>
                <a:cs typeface="Arial"/>
              </a:rPr>
              <a:t>l</a:t>
            </a:r>
            <a:r>
              <a:rPr sz="2000" b="1" spc="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-in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me</a:t>
            </a:r>
            <a:r>
              <a:rPr sz="2000" b="1" spc="-10" dirty="0" smtClean="0">
                <a:latin typeface="Arial"/>
                <a:cs typeface="Arial"/>
              </a:rPr>
              <a:t>m</a:t>
            </a:r>
            <a:r>
              <a:rPr sz="2000" b="1" spc="0" dirty="0" smtClean="0">
                <a:latin typeface="Arial"/>
                <a:cs typeface="Arial"/>
              </a:rPr>
              <a:t>bers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ha</a:t>
            </a:r>
            <a:r>
              <a:rPr sz="2000" b="1" spc="-20" dirty="0" smtClean="0">
                <a:latin typeface="Arial"/>
                <a:cs typeface="Arial"/>
              </a:rPr>
              <a:t>v</a:t>
            </a:r>
            <a:r>
              <a:rPr sz="2000" b="1" spc="0" dirty="0" smtClean="0">
                <a:latin typeface="Arial"/>
                <a:cs typeface="Arial"/>
              </a:rPr>
              <a:t>e</a:t>
            </a:r>
            <a:r>
              <a:rPr sz="2000" b="1" spc="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doub</a:t>
            </a:r>
            <a:r>
              <a:rPr sz="2000" b="1" spc="-10" dirty="0" smtClean="0">
                <a:latin typeface="Arial"/>
                <a:cs typeface="Arial"/>
              </a:rPr>
              <a:t>l</a:t>
            </a:r>
            <a:r>
              <a:rPr sz="2000" b="1" spc="0" dirty="0" smtClean="0">
                <a:latin typeface="Arial"/>
                <a:cs typeface="Arial"/>
              </a:rPr>
              <a:t>e underscores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around their names:	</a:t>
            </a:r>
            <a:r>
              <a:rPr sz="2000" b="1" spc="-5" dirty="0" smtClean="0">
                <a:latin typeface="Courier New"/>
                <a:cs typeface="Courier New"/>
              </a:rPr>
              <a:t>doc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79625" y="3818509"/>
            <a:ext cx="304849" cy="0"/>
          </a:xfrm>
          <a:custGeom>
            <a:avLst/>
            <a:gdLst/>
            <a:ahLst/>
            <a:cxnLst/>
            <a:rect l="l" t="t" r="r" b="b"/>
            <a:pathLst>
              <a:path w="304849">
                <a:moveTo>
                  <a:pt x="0" y="0"/>
                </a:moveTo>
                <a:lnTo>
                  <a:pt x="304849" y="0"/>
                </a:lnTo>
              </a:path>
            </a:pathLst>
          </a:custGeom>
          <a:ln w="254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841625" y="3818509"/>
            <a:ext cx="304849" cy="0"/>
          </a:xfrm>
          <a:custGeom>
            <a:avLst/>
            <a:gdLst/>
            <a:ahLst/>
            <a:cxnLst/>
            <a:rect l="l" t="t" r="r" b="b"/>
            <a:pathLst>
              <a:path w="304849">
                <a:moveTo>
                  <a:pt x="0" y="0"/>
                </a:moveTo>
                <a:lnTo>
                  <a:pt x="304849" y="0"/>
                </a:lnTo>
              </a:path>
            </a:pathLst>
          </a:custGeom>
          <a:ln w="254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98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32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Special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Methods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966798"/>
            <a:ext cx="7529195" cy="31565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marR="271780" indent="-342900">
              <a:lnSpc>
                <a:spcPct val="103499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  <a:tab pos="3734435" algn="l"/>
                <a:tab pos="4719320" algn="l"/>
              </a:tabLst>
            </a:pPr>
            <a:r>
              <a:rPr sz="2000" b="1" dirty="0" smtClean="0">
                <a:latin typeface="Arial"/>
                <a:cs typeface="Arial"/>
              </a:rPr>
              <a:t>For exam</a:t>
            </a:r>
            <a:r>
              <a:rPr sz="2000" b="1" spc="-10" dirty="0" smtClean="0">
                <a:latin typeface="Arial"/>
                <a:cs typeface="Arial"/>
              </a:rPr>
              <a:t>p</a:t>
            </a:r>
            <a:r>
              <a:rPr sz="2000" b="1" spc="0" dirty="0" smtClean="0">
                <a:latin typeface="Arial"/>
                <a:cs typeface="Arial"/>
              </a:rPr>
              <a:t>le,</a:t>
            </a:r>
            <a:r>
              <a:rPr sz="2000" b="1" spc="-4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method	</a:t>
            </a:r>
            <a:r>
              <a:rPr sz="2000" b="1" spc="-5" dirty="0" smtClean="0">
                <a:latin typeface="Courier New"/>
                <a:cs typeface="Courier New"/>
              </a:rPr>
              <a:t>rep</a:t>
            </a:r>
            <a:r>
              <a:rPr sz="2000" b="1" spc="0" dirty="0" smtClean="0">
                <a:latin typeface="Courier New"/>
                <a:cs typeface="Courier New"/>
              </a:rPr>
              <a:t>r	</a:t>
            </a:r>
            <a:r>
              <a:rPr sz="2000" b="1" spc="0" dirty="0" smtClean="0">
                <a:latin typeface="Arial"/>
                <a:cs typeface="Arial"/>
              </a:rPr>
              <a:t>exists</a:t>
            </a:r>
            <a:r>
              <a:rPr sz="2000" b="1" spc="-4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for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all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classes, and </a:t>
            </a:r>
            <a:r>
              <a:rPr sz="2000" b="1" spc="-40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ou</a:t>
            </a:r>
            <a:r>
              <a:rPr sz="2000" b="1" spc="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can a</a:t>
            </a:r>
            <a:r>
              <a:rPr sz="2000" b="1" spc="-30" dirty="0" smtClean="0">
                <a:latin typeface="Arial"/>
                <a:cs typeface="Arial"/>
              </a:rPr>
              <a:t>l</a:t>
            </a:r>
            <a:r>
              <a:rPr sz="2000" b="1" spc="3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a</a:t>
            </a:r>
            <a:r>
              <a:rPr sz="2000" b="1" spc="-35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rede</a:t>
            </a:r>
            <a:r>
              <a:rPr sz="2000" b="1" spc="5" dirty="0" smtClean="0">
                <a:latin typeface="Arial"/>
                <a:cs typeface="Arial"/>
              </a:rPr>
              <a:t>f</a:t>
            </a:r>
            <a:r>
              <a:rPr sz="2000" b="1" spc="0" dirty="0" smtClean="0">
                <a:latin typeface="Arial"/>
                <a:cs typeface="Arial"/>
              </a:rPr>
              <a:t>ine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it.</a:t>
            </a:r>
            <a:endParaRPr sz="200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80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354965" algn="l"/>
              </a:tabLst>
            </a:pPr>
            <a:r>
              <a:rPr sz="2000" b="1" dirty="0" smtClean="0">
                <a:latin typeface="Arial"/>
                <a:cs typeface="Arial"/>
              </a:rPr>
              <a:t>The defin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tion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this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method</a:t>
            </a:r>
            <a:r>
              <a:rPr sz="2000" b="1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specifies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h</a:t>
            </a:r>
            <a:r>
              <a:rPr sz="2000" b="1" spc="-15" dirty="0" smtClean="0">
                <a:latin typeface="Arial"/>
                <a:cs typeface="Arial"/>
              </a:rPr>
              <a:t>o</a:t>
            </a:r>
            <a:r>
              <a:rPr sz="2000" b="1" spc="0" dirty="0" smtClean="0">
                <a:latin typeface="Arial"/>
                <a:cs typeface="Arial"/>
              </a:rPr>
              <a:t>w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to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turn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an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ts val="2360"/>
              </a:lnSpc>
            </a:pPr>
            <a:r>
              <a:rPr sz="2000" b="1" dirty="0" smtClean="0">
                <a:latin typeface="Arial"/>
                <a:cs typeface="Arial"/>
              </a:rPr>
              <a:t>i</a:t>
            </a:r>
            <a:r>
              <a:rPr sz="2000" b="1" spc="-10" dirty="0" smtClean="0">
                <a:latin typeface="Arial"/>
                <a:cs typeface="Arial"/>
              </a:rPr>
              <a:t>n</a:t>
            </a:r>
            <a:r>
              <a:rPr sz="2000" b="1" spc="0" dirty="0" smtClean="0">
                <a:latin typeface="Arial"/>
                <a:cs typeface="Arial"/>
              </a:rPr>
              <a:t>stance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class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</a:t>
            </a:r>
            <a:r>
              <a:rPr sz="2000" b="1" spc="-10" dirty="0" smtClean="0">
                <a:latin typeface="Arial"/>
                <a:cs typeface="Arial"/>
              </a:rPr>
              <a:t>n</a:t>
            </a:r>
            <a:r>
              <a:rPr sz="2000" b="1" spc="0" dirty="0" smtClean="0">
                <a:latin typeface="Arial"/>
                <a:cs typeface="Arial"/>
              </a:rPr>
              <a:t>to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 str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ng.</a:t>
            </a:r>
            <a:endParaRPr sz="2000">
              <a:latin typeface="Arial"/>
              <a:cs typeface="Arial"/>
            </a:endParaRPr>
          </a:p>
          <a:p>
            <a:pPr marL="756285" marR="12700" lvl="1" indent="-287020">
              <a:lnSpc>
                <a:spcPct val="103800"/>
              </a:lnSpc>
              <a:spcBef>
                <a:spcPts val="85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756285" algn="l"/>
              </a:tabLst>
            </a:pPr>
            <a:r>
              <a:rPr sz="1800" b="1" dirty="0" smtClean="0">
                <a:latin typeface="Courier New"/>
                <a:cs typeface="Courier New"/>
              </a:rPr>
              <a:t>print</a:t>
            </a:r>
            <a:r>
              <a:rPr sz="1800" b="1" spc="-4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f</a:t>
            </a:r>
            <a:r>
              <a:rPr sz="1800" b="1" spc="-85" dirty="0" smtClean="0">
                <a:latin typeface="Courier New"/>
                <a:cs typeface="Courier New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some</a:t>
            </a:r>
            <a:r>
              <a:rPr sz="1800" spc="5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imes</a:t>
            </a:r>
            <a:r>
              <a:rPr sz="1800" spc="1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cal</a:t>
            </a:r>
            <a:r>
              <a:rPr sz="1800" spc="-10" dirty="0" smtClean="0">
                <a:latin typeface="Arial"/>
                <a:cs typeface="Arial"/>
              </a:rPr>
              <a:t>l</a:t>
            </a:r>
            <a:r>
              <a:rPr sz="1800" spc="0" dirty="0" smtClean="0">
                <a:latin typeface="Arial"/>
                <a:cs typeface="Arial"/>
              </a:rPr>
              <a:t>s </a:t>
            </a:r>
            <a:r>
              <a:rPr sz="1800" spc="-1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f</a:t>
            </a:r>
            <a:r>
              <a:rPr sz="1800" b="1" spc="-5" dirty="0" smtClean="0">
                <a:latin typeface="Courier New"/>
                <a:cs typeface="Courier New"/>
              </a:rPr>
              <a:t>.</a:t>
            </a:r>
            <a:r>
              <a:rPr sz="1800" b="1" u="heavy" spc="0" dirty="0" smtClean="0">
                <a:latin typeface="Courier New"/>
                <a:cs typeface="Courier New"/>
              </a:rPr>
              <a:t>  </a:t>
            </a:r>
            <a:r>
              <a:rPr sz="1800" b="1" spc="0" dirty="0" smtClean="0">
                <a:latin typeface="Courier New"/>
                <a:cs typeface="Courier New"/>
              </a:rPr>
              <a:t>rep</a:t>
            </a:r>
            <a:r>
              <a:rPr sz="1800" b="1" spc="-5" dirty="0" smtClean="0">
                <a:latin typeface="Courier New"/>
                <a:cs typeface="Courier New"/>
              </a:rPr>
              <a:t>r</a:t>
            </a:r>
            <a:r>
              <a:rPr sz="1800" b="1" u="heavy" spc="0" dirty="0" smtClean="0">
                <a:latin typeface="Courier New"/>
                <a:cs typeface="Courier New"/>
              </a:rPr>
              <a:t>  </a:t>
            </a:r>
            <a:r>
              <a:rPr sz="1800" b="1" spc="0" dirty="0" smtClean="0">
                <a:latin typeface="Courier New"/>
                <a:cs typeface="Courier New"/>
              </a:rPr>
              <a:t>()</a:t>
            </a:r>
            <a:r>
              <a:rPr sz="1800" b="1" spc="-625" dirty="0" smtClean="0">
                <a:latin typeface="Courier New"/>
                <a:cs typeface="Courier New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to pr</a:t>
            </a:r>
            <a:r>
              <a:rPr sz="1800" spc="-10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d</a:t>
            </a:r>
            <a:r>
              <a:rPr sz="1800" spc="-10" dirty="0" smtClean="0">
                <a:latin typeface="Arial"/>
                <a:cs typeface="Arial"/>
              </a:rPr>
              <a:t>u</a:t>
            </a:r>
            <a:r>
              <a:rPr sz="1800" spc="0" dirty="0" smtClean="0">
                <a:latin typeface="Arial"/>
                <a:cs typeface="Arial"/>
              </a:rPr>
              <a:t>ce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a string</a:t>
            </a:r>
            <a:r>
              <a:rPr sz="1800" spc="-15" dirty="0" smtClean="0">
                <a:latin typeface="Arial"/>
                <a:cs typeface="Arial"/>
              </a:rPr>
              <a:t> </a:t>
            </a:r>
            <a:r>
              <a:rPr sz="1800" spc="5" dirty="0" smtClean="0">
                <a:latin typeface="Arial"/>
                <a:cs typeface="Arial"/>
              </a:rPr>
              <a:t>f</a:t>
            </a:r>
            <a:r>
              <a:rPr sz="1800" spc="0" dirty="0" smtClean="0">
                <a:latin typeface="Arial"/>
                <a:cs typeface="Arial"/>
              </a:rPr>
              <a:t>or o</a:t>
            </a:r>
            <a:r>
              <a:rPr sz="1800" spc="-10" dirty="0" smtClean="0">
                <a:latin typeface="Arial"/>
                <a:cs typeface="Arial"/>
              </a:rPr>
              <a:t>b</a:t>
            </a:r>
            <a:r>
              <a:rPr sz="1800" spc="0" dirty="0" smtClean="0">
                <a:latin typeface="Arial"/>
                <a:cs typeface="Arial"/>
              </a:rPr>
              <a:t>j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ct</a:t>
            </a:r>
            <a:r>
              <a:rPr sz="1800" spc="15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f.</a:t>
            </a:r>
            <a:endParaRPr sz="1800">
              <a:latin typeface="Arial"/>
              <a:cs typeface="Arial"/>
            </a:endParaRPr>
          </a:p>
          <a:p>
            <a:pPr lvl="1">
              <a:lnSpc>
                <a:spcPts val="700"/>
              </a:lnSpc>
              <a:spcBef>
                <a:spcPts val="2"/>
              </a:spcBef>
              <a:buClr>
                <a:srgbClr val="FF0000"/>
              </a:buClr>
              <a:buFont typeface="Wingdings"/>
              <a:buChar char=""/>
            </a:pPr>
            <a:endParaRPr sz="700"/>
          </a:p>
          <a:p>
            <a:pPr lvl="1"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 lvl="1">
              <a:lnSpc>
                <a:spcPts val="1000"/>
              </a:lnSpc>
              <a:buClr>
                <a:srgbClr val="FF0000"/>
              </a:buClr>
              <a:buFont typeface="Wingdings"/>
              <a:buChar char=""/>
            </a:pPr>
            <a:endParaRPr sz="1000"/>
          </a:p>
          <a:p>
            <a:pPr marL="756285" marR="485140" lvl="1" indent="-287020" algn="just">
              <a:lnSpc>
                <a:spcPct val="102200"/>
              </a:lnSpc>
              <a:buClr>
                <a:srgbClr val="FF0000"/>
              </a:buClr>
              <a:buSzPct val="108333"/>
              <a:buFont typeface="Wingdings"/>
              <a:buChar char=""/>
              <a:tabLst>
                <a:tab pos="756285" algn="l"/>
                <a:tab pos="1530350" algn="l"/>
                <a:tab pos="1804670" algn="l"/>
              </a:tabLst>
            </a:pPr>
            <a:r>
              <a:rPr sz="1800" dirty="0" smtClean="0">
                <a:latin typeface="Arial"/>
                <a:cs typeface="Arial"/>
              </a:rPr>
              <a:t>If</a:t>
            </a:r>
            <a:r>
              <a:rPr sz="1800" spc="-5" dirty="0" smtClean="0">
                <a:latin typeface="Arial"/>
                <a:cs typeface="Arial"/>
              </a:rPr>
              <a:t> </a:t>
            </a:r>
            <a:r>
              <a:rPr sz="1800" spc="-30" dirty="0" smtClean="0">
                <a:latin typeface="Arial"/>
                <a:cs typeface="Arial"/>
              </a:rPr>
              <a:t>y</a:t>
            </a:r>
            <a:r>
              <a:rPr sz="1800" spc="-10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u</a:t>
            </a:r>
            <a:r>
              <a:rPr sz="1800" spc="2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t</a:t>
            </a:r>
            <a:r>
              <a:rPr sz="1800" spc="-25" dirty="0" smtClean="0">
                <a:latin typeface="Arial"/>
                <a:cs typeface="Arial"/>
              </a:rPr>
              <a:t>y</a:t>
            </a:r>
            <a:r>
              <a:rPr sz="1800" spc="-10" dirty="0" smtClean="0">
                <a:latin typeface="Arial"/>
                <a:cs typeface="Arial"/>
              </a:rPr>
              <a:t>p</a:t>
            </a:r>
            <a:r>
              <a:rPr sz="1800" spc="0" dirty="0" smtClean="0">
                <a:latin typeface="Arial"/>
                <a:cs typeface="Arial"/>
              </a:rPr>
              <a:t>e </a:t>
            </a:r>
            <a:r>
              <a:rPr sz="1800" spc="25" dirty="0" smtClean="0">
                <a:latin typeface="Arial"/>
                <a:cs typeface="Arial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f</a:t>
            </a:r>
            <a:r>
              <a:rPr sz="1800" b="1" spc="-90" dirty="0" smtClean="0">
                <a:latin typeface="Courier New"/>
                <a:cs typeface="Courier New"/>
              </a:rPr>
              <a:t> 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t the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pr</a:t>
            </a:r>
            <a:r>
              <a:rPr sz="1800" spc="-10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m</a:t>
            </a:r>
            <a:r>
              <a:rPr sz="1800" spc="-10" dirty="0" smtClean="0">
                <a:latin typeface="Arial"/>
                <a:cs typeface="Arial"/>
              </a:rPr>
              <a:t>p</a:t>
            </a:r>
            <a:r>
              <a:rPr sz="1800" spc="0" dirty="0" smtClean="0">
                <a:latin typeface="Arial"/>
                <a:cs typeface="Arial"/>
              </a:rPr>
              <a:t>t </a:t>
            </a:r>
            <a:r>
              <a:rPr sz="1800" spc="-10" dirty="0" smtClean="0">
                <a:latin typeface="Arial"/>
                <a:cs typeface="Arial"/>
              </a:rPr>
              <a:t>an</a:t>
            </a:r>
            <a:r>
              <a:rPr sz="1800" spc="0" dirty="0" smtClean="0">
                <a:latin typeface="Arial"/>
                <a:cs typeface="Arial"/>
              </a:rPr>
              <a:t>d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-10" dirty="0" smtClean="0">
                <a:latin typeface="Arial"/>
                <a:cs typeface="Arial"/>
              </a:rPr>
              <a:t>h</a:t>
            </a:r>
            <a:r>
              <a:rPr sz="1800" spc="0" dirty="0" smtClean="0">
                <a:latin typeface="Arial"/>
                <a:cs typeface="Arial"/>
              </a:rPr>
              <a:t>it E</a:t>
            </a:r>
            <a:r>
              <a:rPr sz="1800" spc="-10" dirty="0" smtClean="0">
                <a:latin typeface="Arial"/>
                <a:cs typeface="Arial"/>
              </a:rPr>
              <a:t>N</a:t>
            </a:r>
            <a:r>
              <a:rPr sz="1800" spc="10" dirty="0" smtClean="0">
                <a:latin typeface="Arial"/>
                <a:cs typeface="Arial"/>
              </a:rPr>
              <a:t>T</a:t>
            </a:r>
            <a:r>
              <a:rPr sz="1800" spc="0" dirty="0" smtClean="0">
                <a:latin typeface="Arial"/>
                <a:cs typeface="Arial"/>
              </a:rPr>
              <a:t>E</a:t>
            </a:r>
            <a:r>
              <a:rPr sz="1800" spc="-10" dirty="0" smtClean="0">
                <a:latin typeface="Arial"/>
                <a:cs typeface="Arial"/>
              </a:rPr>
              <a:t>R</a:t>
            </a:r>
            <a:r>
              <a:rPr sz="1800" spc="0" dirty="0" smtClean="0">
                <a:latin typeface="Arial"/>
                <a:cs typeface="Arial"/>
              </a:rPr>
              <a:t>,</a:t>
            </a:r>
            <a:r>
              <a:rPr sz="1800" spc="-2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th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n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-30" dirty="0" smtClean="0">
                <a:latin typeface="Arial"/>
                <a:cs typeface="Arial"/>
              </a:rPr>
              <a:t>y</a:t>
            </a:r>
            <a:r>
              <a:rPr sz="1800" spc="-10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u</a:t>
            </a:r>
            <a:r>
              <a:rPr sz="1800" spc="20" dirty="0" smtClean="0">
                <a:latin typeface="Arial"/>
                <a:cs typeface="Arial"/>
              </a:rPr>
              <a:t> 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re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a</a:t>
            </a:r>
            <a:r>
              <a:rPr sz="1800" spc="-10" dirty="0" smtClean="0">
                <a:latin typeface="Arial"/>
                <a:cs typeface="Arial"/>
              </a:rPr>
              <a:t>l</a:t>
            </a:r>
            <a:r>
              <a:rPr sz="1800" spc="0" dirty="0" smtClean="0">
                <a:latin typeface="Arial"/>
                <a:cs typeface="Arial"/>
              </a:rPr>
              <a:t>so ca</a:t>
            </a:r>
            <a:r>
              <a:rPr sz="1800" spc="-10" dirty="0" smtClean="0">
                <a:latin typeface="Arial"/>
                <a:cs typeface="Arial"/>
              </a:rPr>
              <a:t>l</a:t>
            </a:r>
            <a:r>
              <a:rPr sz="1800" spc="0" dirty="0" smtClean="0">
                <a:latin typeface="Arial"/>
                <a:cs typeface="Arial"/>
              </a:rPr>
              <a:t>l</a:t>
            </a:r>
            <a:r>
              <a:rPr sz="1800" spc="-10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ng	</a:t>
            </a:r>
            <a:r>
              <a:rPr sz="1800" u="heavy" spc="0" dirty="0" smtClean="0">
                <a:latin typeface="Arial"/>
                <a:cs typeface="Arial"/>
              </a:rPr>
              <a:t> 	</a:t>
            </a:r>
            <a:r>
              <a:rPr sz="1800" b="1" spc="0" dirty="0" smtClean="0">
                <a:latin typeface="Courier New"/>
                <a:cs typeface="Courier New"/>
              </a:rPr>
              <a:t>rep</a:t>
            </a:r>
            <a:r>
              <a:rPr sz="1800" b="1" spc="-5" dirty="0" smtClean="0">
                <a:latin typeface="Courier New"/>
                <a:cs typeface="Courier New"/>
              </a:rPr>
              <a:t>r</a:t>
            </a:r>
            <a:r>
              <a:rPr sz="1800" b="1" u="heavy" spc="0" dirty="0" smtClean="0">
                <a:latin typeface="Courier New"/>
                <a:cs typeface="Courier New"/>
              </a:rPr>
              <a:t>  </a:t>
            </a:r>
            <a:r>
              <a:rPr sz="1800" b="1" spc="-110" dirty="0" smtClean="0">
                <a:latin typeface="Courier New"/>
                <a:cs typeface="Courier New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to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d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termi</a:t>
            </a:r>
            <a:r>
              <a:rPr sz="1800" spc="-10" dirty="0" smtClean="0">
                <a:latin typeface="Arial"/>
                <a:cs typeface="Arial"/>
              </a:rPr>
              <a:t>n</a:t>
            </a:r>
            <a:r>
              <a:rPr sz="1800" spc="0" dirty="0" smtClean="0">
                <a:latin typeface="Arial"/>
                <a:cs typeface="Arial"/>
              </a:rPr>
              <a:t>e</a:t>
            </a:r>
            <a:r>
              <a:rPr sz="1800" spc="5" dirty="0" smtClean="0">
                <a:latin typeface="Arial"/>
                <a:cs typeface="Arial"/>
              </a:rPr>
              <a:t> </a:t>
            </a:r>
            <a:r>
              <a:rPr sz="1800" spc="-40" dirty="0" smtClean="0">
                <a:latin typeface="Arial"/>
                <a:cs typeface="Arial"/>
              </a:rPr>
              <a:t>w</a:t>
            </a:r>
            <a:r>
              <a:rPr sz="1800" spc="0" dirty="0" smtClean="0">
                <a:latin typeface="Arial"/>
                <a:cs typeface="Arial"/>
              </a:rPr>
              <a:t>h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t</a:t>
            </a:r>
            <a:r>
              <a:rPr sz="1800" spc="5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to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d</a:t>
            </a:r>
            <a:r>
              <a:rPr sz="1800" spc="-10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sp</a:t>
            </a:r>
            <a:r>
              <a:rPr sz="1800" spc="-10" dirty="0" smtClean="0">
                <a:latin typeface="Arial"/>
                <a:cs typeface="Arial"/>
              </a:rPr>
              <a:t>l</a:t>
            </a:r>
            <a:r>
              <a:rPr sz="1800" spc="0" dirty="0" smtClean="0">
                <a:latin typeface="Arial"/>
                <a:cs typeface="Arial"/>
              </a:rPr>
              <a:t>ay</a:t>
            </a:r>
            <a:r>
              <a:rPr sz="1800" spc="2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to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the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us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r</a:t>
            </a:r>
            <a:r>
              <a:rPr sz="1800" spc="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as o</a:t>
            </a:r>
            <a:r>
              <a:rPr sz="1800" spc="-10" dirty="0" smtClean="0">
                <a:latin typeface="Arial"/>
                <a:cs typeface="Arial"/>
              </a:rPr>
              <a:t>u</a:t>
            </a:r>
            <a:r>
              <a:rPr sz="1800" spc="0" dirty="0" smtClean="0">
                <a:latin typeface="Arial"/>
                <a:cs typeface="Arial"/>
              </a:rPr>
              <a:t>tp</a:t>
            </a:r>
            <a:r>
              <a:rPr sz="1800" spc="-10" dirty="0" smtClean="0">
                <a:latin typeface="Arial"/>
                <a:cs typeface="Arial"/>
              </a:rPr>
              <a:t>u</a:t>
            </a:r>
            <a:r>
              <a:rPr sz="1800" spc="0" dirty="0" smtClean="0">
                <a:latin typeface="Arial"/>
                <a:cs typeface="Arial"/>
              </a:rPr>
              <a:t>t.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95317" y="2321560"/>
            <a:ext cx="304849" cy="0"/>
          </a:xfrm>
          <a:custGeom>
            <a:avLst/>
            <a:gdLst/>
            <a:ahLst/>
            <a:cxnLst/>
            <a:rect l="l" t="t" r="r" b="b"/>
            <a:pathLst>
              <a:path w="304849">
                <a:moveTo>
                  <a:pt x="0" y="0"/>
                </a:moveTo>
                <a:lnTo>
                  <a:pt x="304849" y="0"/>
                </a:lnTo>
              </a:path>
            </a:pathLst>
          </a:custGeom>
          <a:ln w="254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109717" y="2321560"/>
            <a:ext cx="304849" cy="0"/>
          </a:xfrm>
          <a:custGeom>
            <a:avLst/>
            <a:gdLst/>
            <a:ahLst/>
            <a:cxnLst/>
            <a:rect l="l" t="t" r="r" b="b"/>
            <a:pathLst>
              <a:path w="304849">
                <a:moveTo>
                  <a:pt x="0" y="0"/>
                </a:moveTo>
                <a:lnTo>
                  <a:pt x="304849" y="0"/>
                </a:lnTo>
              </a:path>
            </a:pathLst>
          </a:custGeom>
          <a:ln w="254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446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99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32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 smtClean="0">
                <a:solidFill>
                  <a:srgbClr val="C00000"/>
                </a:solidFill>
                <a:latin typeface="Arial"/>
                <a:cs typeface="Arial"/>
              </a:rPr>
              <a:t>Special</a:t>
            </a:r>
            <a:r>
              <a:rPr sz="36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Methods</a:t>
            </a:r>
            <a:r>
              <a:rPr sz="3600" b="1" spc="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600" b="1" spc="-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Example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5800" y="2000377"/>
            <a:ext cx="6172200" cy="371475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92075">
              <a:lnSpc>
                <a:spcPct val="100000"/>
              </a:lnSpc>
            </a:pPr>
            <a:r>
              <a:rPr sz="1800" b="1" dirty="0" smtClean="0">
                <a:solidFill>
                  <a:srgbClr val="FF9933"/>
                </a:solidFill>
                <a:latin typeface="Courier New"/>
                <a:cs typeface="Courier New"/>
              </a:rPr>
              <a:t>cl</a:t>
            </a:r>
            <a:r>
              <a:rPr sz="1800" b="1" spc="-15" dirty="0" smtClean="0">
                <a:solidFill>
                  <a:srgbClr val="FF9933"/>
                </a:solidFill>
                <a:latin typeface="Courier New"/>
                <a:cs typeface="Courier New"/>
              </a:rPr>
              <a:t>a</a:t>
            </a:r>
            <a:r>
              <a:rPr sz="1800" b="1" spc="0" dirty="0" smtClean="0">
                <a:solidFill>
                  <a:srgbClr val="FF9933"/>
                </a:solidFill>
                <a:latin typeface="Courier New"/>
                <a:cs typeface="Courier New"/>
              </a:rPr>
              <a:t>ss</a:t>
            </a:r>
            <a:r>
              <a:rPr sz="1800" b="1" spc="-15" dirty="0" smtClean="0">
                <a:solidFill>
                  <a:srgbClr val="FF9933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s</a:t>
            </a:r>
            <a:r>
              <a:rPr sz="1800" b="1" spc="-15" dirty="0" smtClean="0">
                <a:latin typeface="Courier New"/>
                <a:cs typeface="Courier New"/>
              </a:rPr>
              <a:t>t</a:t>
            </a:r>
            <a:r>
              <a:rPr sz="1800" b="1" spc="0" dirty="0" smtClean="0">
                <a:latin typeface="Courier New"/>
                <a:cs typeface="Courier New"/>
              </a:rPr>
              <a:t>u</a:t>
            </a:r>
            <a:r>
              <a:rPr sz="1800" b="1" spc="-15" dirty="0" smtClean="0">
                <a:latin typeface="Courier New"/>
                <a:cs typeface="Courier New"/>
              </a:rPr>
              <a:t>de</a:t>
            </a:r>
            <a:r>
              <a:rPr sz="1800" b="1" spc="0" dirty="0" smtClean="0">
                <a:latin typeface="Courier New"/>
                <a:cs typeface="Courier New"/>
              </a:rPr>
              <a:t>nt:</a:t>
            </a:r>
            <a:endParaRPr sz="1800">
              <a:latin typeface="Courier New"/>
              <a:cs typeface="Courier New"/>
            </a:endParaRPr>
          </a:p>
          <a:p>
            <a:pPr marL="572135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.</a:t>
            </a:r>
            <a:r>
              <a:rPr sz="1800" b="1" spc="-15" dirty="0" smtClean="0">
                <a:latin typeface="Courier New"/>
                <a:cs typeface="Courier New"/>
              </a:rPr>
              <a:t>.</a:t>
            </a:r>
            <a:r>
              <a:rPr sz="1800" b="1" spc="0" dirty="0" smtClean="0">
                <a:latin typeface="Courier New"/>
                <a:cs typeface="Courier New"/>
              </a:rPr>
              <a:t>.</a:t>
            </a:r>
            <a:endParaRPr sz="1800">
              <a:latin typeface="Courier New"/>
              <a:cs typeface="Courier New"/>
            </a:endParaRPr>
          </a:p>
          <a:p>
            <a:pPr marL="709295">
              <a:lnSpc>
                <a:spcPct val="100000"/>
              </a:lnSpc>
            </a:pPr>
            <a:r>
              <a:rPr sz="1800" b="1" spc="-15" dirty="0" smtClean="0">
                <a:solidFill>
                  <a:srgbClr val="FF9933"/>
                </a:solidFill>
                <a:latin typeface="Courier New"/>
                <a:cs typeface="Courier New"/>
              </a:rPr>
              <a:t>d</a:t>
            </a:r>
            <a:r>
              <a:rPr sz="1800" b="1" spc="0" dirty="0" smtClean="0">
                <a:solidFill>
                  <a:srgbClr val="FF9933"/>
                </a:solidFill>
                <a:latin typeface="Courier New"/>
                <a:cs typeface="Courier New"/>
              </a:rPr>
              <a:t>ef</a:t>
            </a:r>
            <a:r>
              <a:rPr sz="1800" b="1" spc="-15" dirty="0" smtClean="0">
                <a:solidFill>
                  <a:srgbClr val="FF9933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_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_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r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ep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r_</a:t>
            </a:r>
            <a:r>
              <a:rPr sz="1800" b="1" spc="-10" dirty="0" smtClean="0">
                <a:solidFill>
                  <a:srgbClr val="0000FF"/>
                </a:solidFill>
                <a:latin typeface="Courier New"/>
                <a:cs typeface="Courier New"/>
              </a:rPr>
              <a:t>_</a:t>
            </a:r>
            <a:r>
              <a:rPr sz="1800" b="1" spc="0" dirty="0" smtClean="0">
                <a:latin typeface="Courier New"/>
                <a:cs typeface="Courier New"/>
              </a:rPr>
              <a:t>(</a:t>
            </a:r>
            <a:r>
              <a:rPr sz="1800" b="1" spc="-15" dirty="0" smtClean="0">
                <a:latin typeface="Courier New"/>
                <a:cs typeface="Courier New"/>
              </a:rPr>
              <a:t>s</a:t>
            </a:r>
            <a:r>
              <a:rPr sz="1800" b="1" spc="0" dirty="0" smtClean="0">
                <a:latin typeface="Courier New"/>
                <a:cs typeface="Courier New"/>
              </a:rPr>
              <a:t>el</a:t>
            </a:r>
            <a:r>
              <a:rPr sz="1800" b="1" spc="-15" dirty="0" smtClean="0">
                <a:latin typeface="Courier New"/>
                <a:cs typeface="Courier New"/>
              </a:rPr>
              <a:t>f</a:t>
            </a:r>
            <a:r>
              <a:rPr sz="1800" b="1" spc="0" dirty="0" smtClean="0">
                <a:latin typeface="Courier New"/>
                <a:cs typeface="Courier New"/>
              </a:rPr>
              <a:t>):</a:t>
            </a:r>
            <a:endParaRPr sz="1800">
              <a:latin typeface="Courier New"/>
              <a:cs typeface="Courier New"/>
            </a:endParaRPr>
          </a:p>
          <a:p>
            <a:pPr marL="982344">
              <a:lnSpc>
                <a:spcPct val="100000"/>
              </a:lnSpc>
            </a:pPr>
            <a:r>
              <a:rPr sz="1800" b="1" spc="-15" dirty="0" smtClean="0">
                <a:solidFill>
                  <a:srgbClr val="FF9933"/>
                </a:solidFill>
                <a:latin typeface="Courier New"/>
                <a:cs typeface="Courier New"/>
              </a:rPr>
              <a:t>r</a:t>
            </a:r>
            <a:r>
              <a:rPr sz="1800" b="1" spc="0" dirty="0" smtClean="0">
                <a:solidFill>
                  <a:srgbClr val="FF9933"/>
                </a:solidFill>
                <a:latin typeface="Courier New"/>
                <a:cs typeface="Courier New"/>
              </a:rPr>
              <a:t>et</a:t>
            </a:r>
            <a:r>
              <a:rPr sz="1800" b="1" spc="-15" dirty="0" smtClean="0">
                <a:solidFill>
                  <a:srgbClr val="FF9933"/>
                </a:solidFill>
                <a:latin typeface="Courier New"/>
                <a:cs typeface="Courier New"/>
              </a:rPr>
              <a:t>u</a:t>
            </a:r>
            <a:r>
              <a:rPr sz="1800" b="1" spc="0" dirty="0" smtClean="0">
                <a:solidFill>
                  <a:srgbClr val="FF9933"/>
                </a:solidFill>
                <a:latin typeface="Courier New"/>
                <a:cs typeface="Courier New"/>
              </a:rPr>
              <a:t>rn</a:t>
            </a:r>
            <a:r>
              <a:rPr sz="1800" b="1" spc="-25" dirty="0" smtClean="0">
                <a:solidFill>
                  <a:srgbClr val="FF9933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“I’m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named</a:t>
            </a:r>
            <a:r>
              <a:rPr sz="1800" b="1" spc="-25" dirty="0" smtClean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”</a:t>
            </a:r>
            <a:r>
              <a:rPr sz="1800" b="1" spc="-25" dirty="0" smtClean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+</a:t>
            </a:r>
            <a:r>
              <a:rPr sz="1800" b="1" spc="-15" dirty="0" smtClean="0">
                <a:latin typeface="Courier New"/>
                <a:cs typeface="Courier New"/>
              </a:rPr>
              <a:t> s</a:t>
            </a:r>
            <a:r>
              <a:rPr sz="1800" b="1" spc="0" dirty="0" smtClean="0">
                <a:latin typeface="Courier New"/>
                <a:cs typeface="Courier New"/>
              </a:rPr>
              <a:t>el</a:t>
            </a:r>
            <a:r>
              <a:rPr sz="1800" b="1" spc="-15" dirty="0" smtClean="0">
                <a:latin typeface="Courier New"/>
                <a:cs typeface="Courier New"/>
              </a:rPr>
              <a:t>f</a:t>
            </a:r>
            <a:r>
              <a:rPr sz="1800" b="1" spc="0" dirty="0" smtClean="0">
                <a:latin typeface="Courier New"/>
                <a:cs typeface="Courier New"/>
              </a:rPr>
              <a:t>.</a:t>
            </a:r>
            <a:r>
              <a:rPr sz="1800" b="1" spc="-15" dirty="0" smtClean="0">
                <a:latin typeface="Courier New"/>
                <a:cs typeface="Courier New"/>
              </a:rPr>
              <a:t>fu</a:t>
            </a:r>
            <a:r>
              <a:rPr sz="1800" b="1" spc="0" dirty="0" smtClean="0">
                <a:latin typeface="Courier New"/>
                <a:cs typeface="Courier New"/>
              </a:rPr>
              <a:t>ll</a:t>
            </a:r>
            <a:r>
              <a:rPr sz="1800" b="1" spc="-15" dirty="0" smtClean="0">
                <a:latin typeface="Courier New"/>
                <a:cs typeface="Courier New"/>
              </a:rPr>
              <a:t>_</a:t>
            </a:r>
            <a:r>
              <a:rPr sz="1800" b="1" spc="0" dirty="0" smtClean="0">
                <a:latin typeface="Courier New"/>
                <a:cs typeface="Courier New"/>
              </a:rPr>
              <a:t>n</a:t>
            </a:r>
            <a:r>
              <a:rPr sz="1800" b="1" spc="-15" dirty="0" smtClean="0">
                <a:latin typeface="Courier New"/>
                <a:cs typeface="Courier New"/>
              </a:rPr>
              <a:t>a</a:t>
            </a:r>
            <a:r>
              <a:rPr sz="1800" b="1" spc="0" dirty="0" smtClean="0">
                <a:latin typeface="Courier New"/>
                <a:cs typeface="Courier New"/>
              </a:rPr>
              <a:t>me</a:t>
            </a:r>
            <a:endParaRPr sz="1800">
              <a:latin typeface="Courier New"/>
              <a:cs typeface="Courier New"/>
            </a:endParaRPr>
          </a:p>
          <a:p>
            <a:pPr marL="572135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.</a:t>
            </a:r>
            <a:r>
              <a:rPr sz="1800" b="1" spc="-15" dirty="0" smtClean="0">
                <a:latin typeface="Courier New"/>
                <a:cs typeface="Courier New"/>
              </a:rPr>
              <a:t>.</a:t>
            </a:r>
            <a:r>
              <a:rPr sz="1800" b="1" spc="0" dirty="0" smtClean="0">
                <a:latin typeface="Courier New"/>
                <a:cs typeface="Courier New"/>
              </a:rPr>
              <a:t>.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550"/>
              </a:lnSpc>
              <a:spcBef>
                <a:spcPts val="42"/>
              </a:spcBef>
            </a:pPr>
            <a:endParaRPr sz="55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92075">
              <a:lnSpc>
                <a:spcPct val="100000"/>
              </a:lnSpc>
            </a:pPr>
            <a:r>
              <a:rPr sz="1800" b="1" dirty="0" smtClean="0">
                <a:solidFill>
                  <a:srgbClr val="660066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66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f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=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s</a:t>
            </a:r>
            <a:r>
              <a:rPr sz="1800" b="1" spc="-15" dirty="0" smtClean="0">
                <a:latin typeface="Courier New"/>
                <a:cs typeface="Courier New"/>
              </a:rPr>
              <a:t>tu</a:t>
            </a:r>
            <a:r>
              <a:rPr sz="1800" b="1" spc="0" dirty="0" smtClean="0">
                <a:latin typeface="Courier New"/>
                <a:cs typeface="Courier New"/>
              </a:rPr>
              <a:t>de</a:t>
            </a:r>
            <a:r>
              <a:rPr sz="1800" b="1" spc="-15" dirty="0" smtClean="0">
                <a:latin typeface="Courier New"/>
                <a:cs typeface="Courier New"/>
              </a:rPr>
              <a:t>n</a:t>
            </a:r>
            <a:r>
              <a:rPr sz="1800" b="1" spc="0" dirty="0" smtClean="0">
                <a:latin typeface="Courier New"/>
                <a:cs typeface="Courier New"/>
              </a:rPr>
              <a:t>t</a:t>
            </a:r>
            <a:r>
              <a:rPr sz="1800" b="1" spc="-10" dirty="0" smtClean="0">
                <a:latin typeface="Courier New"/>
                <a:cs typeface="Courier New"/>
              </a:rPr>
              <a:t>(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“B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o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b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 S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mi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t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h</a:t>
            </a:r>
            <a:r>
              <a:rPr sz="18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”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23)</a:t>
            </a:r>
            <a:endParaRPr sz="1800">
              <a:latin typeface="Courier New"/>
              <a:cs typeface="Courier New"/>
            </a:endParaRPr>
          </a:p>
          <a:p>
            <a:pPr marL="92075">
              <a:lnSpc>
                <a:spcPct val="100000"/>
              </a:lnSpc>
              <a:spcBef>
                <a:spcPts val="430"/>
              </a:spcBef>
            </a:pPr>
            <a:r>
              <a:rPr sz="1800" b="1" dirty="0" smtClean="0">
                <a:solidFill>
                  <a:srgbClr val="660066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66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FF9933"/>
                </a:solidFill>
                <a:latin typeface="Courier New"/>
                <a:cs typeface="Courier New"/>
              </a:rPr>
              <a:t>p</a:t>
            </a:r>
            <a:r>
              <a:rPr sz="1800" b="1" spc="0" dirty="0" smtClean="0">
                <a:solidFill>
                  <a:srgbClr val="FF9933"/>
                </a:solidFill>
                <a:latin typeface="Courier New"/>
                <a:cs typeface="Courier New"/>
              </a:rPr>
              <a:t>ri</a:t>
            </a:r>
            <a:r>
              <a:rPr sz="1800" b="1" spc="-15" dirty="0" smtClean="0">
                <a:solidFill>
                  <a:srgbClr val="FF9933"/>
                </a:solidFill>
                <a:latin typeface="Courier New"/>
                <a:cs typeface="Courier New"/>
              </a:rPr>
              <a:t>n</a:t>
            </a:r>
            <a:r>
              <a:rPr sz="1800" b="1" spc="0" dirty="0" smtClean="0">
                <a:solidFill>
                  <a:srgbClr val="FF9933"/>
                </a:solidFill>
                <a:latin typeface="Courier New"/>
                <a:cs typeface="Courier New"/>
              </a:rPr>
              <a:t>t</a:t>
            </a:r>
            <a:r>
              <a:rPr sz="1800" b="1" spc="-15" dirty="0" smtClean="0">
                <a:solidFill>
                  <a:srgbClr val="FF9933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f</a:t>
            </a:r>
            <a:endParaRPr sz="1800">
              <a:latin typeface="Courier New"/>
              <a:cs typeface="Courier New"/>
            </a:endParaRPr>
          </a:p>
          <a:p>
            <a:pPr marL="92075">
              <a:lnSpc>
                <a:spcPct val="100000"/>
              </a:lnSpc>
              <a:spcBef>
                <a:spcPts val="430"/>
              </a:spcBef>
            </a:pPr>
            <a:r>
              <a:rPr sz="1800" b="1" dirty="0" smtClean="0">
                <a:solidFill>
                  <a:srgbClr val="0000FF"/>
                </a:solidFill>
                <a:latin typeface="Courier New"/>
                <a:cs typeface="Courier New"/>
              </a:rPr>
              <a:t>I’m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n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am</a:t>
            </a:r>
            <a:r>
              <a:rPr sz="1800" b="1" spc="-20" dirty="0" smtClean="0">
                <a:solidFill>
                  <a:srgbClr val="0000FF"/>
                </a:solidFill>
                <a:latin typeface="Courier New"/>
                <a:cs typeface="Courier New"/>
              </a:rPr>
              <a:t>e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d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B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ob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S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m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ith</a:t>
            </a:r>
            <a:endParaRPr sz="1800">
              <a:latin typeface="Courier New"/>
              <a:cs typeface="Courier New"/>
            </a:endParaRPr>
          </a:p>
          <a:p>
            <a:pPr marL="92075">
              <a:lnSpc>
                <a:spcPct val="100000"/>
              </a:lnSpc>
              <a:spcBef>
                <a:spcPts val="434"/>
              </a:spcBef>
            </a:pPr>
            <a:r>
              <a:rPr sz="1800" b="1" dirty="0" smtClean="0">
                <a:solidFill>
                  <a:srgbClr val="660066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66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f</a:t>
            </a:r>
            <a:endParaRPr sz="1800">
              <a:latin typeface="Courier New"/>
              <a:cs typeface="Courier New"/>
            </a:endParaRPr>
          </a:p>
          <a:p>
            <a:pPr marL="92075">
              <a:lnSpc>
                <a:spcPct val="100000"/>
              </a:lnSpc>
              <a:spcBef>
                <a:spcPts val="430"/>
              </a:spcBef>
            </a:pPr>
            <a:r>
              <a:rPr sz="1800" b="1" dirty="0" smtClean="0">
                <a:solidFill>
                  <a:srgbClr val="0000FF"/>
                </a:solidFill>
                <a:latin typeface="Courier New"/>
                <a:cs typeface="Courier New"/>
              </a:rPr>
              <a:t>“I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’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m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na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m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ed</a:t>
            </a:r>
            <a:r>
              <a:rPr sz="1800" b="1" spc="-30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Bob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S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mi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t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h”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5800" y="1981200"/>
            <a:ext cx="6172200" cy="3733800"/>
          </a:xfrm>
          <a:custGeom>
            <a:avLst/>
            <a:gdLst/>
            <a:ahLst/>
            <a:cxnLst/>
            <a:rect l="l" t="t" r="r" b="b"/>
            <a:pathLst>
              <a:path w="6172200" h="3733800">
                <a:moveTo>
                  <a:pt x="0" y="3733800"/>
                </a:moveTo>
                <a:lnTo>
                  <a:pt x="6172200" y="3733800"/>
                </a:lnTo>
                <a:lnTo>
                  <a:pt x="6172200" y="0"/>
                </a:lnTo>
                <a:lnTo>
                  <a:pt x="0" y="0"/>
                </a:lnTo>
                <a:lnTo>
                  <a:pt x="0" y="37338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85800" y="1981200"/>
            <a:ext cx="6172200" cy="3733800"/>
          </a:xfrm>
          <a:custGeom>
            <a:avLst/>
            <a:gdLst/>
            <a:ahLst/>
            <a:cxnLst/>
            <a:rect l="l" t="t" r="r" b="b"/>
            <a:pathLst>
              <a:path w="6172200" h="3733800">
                <a:moveTo>
                  <a:pt x="0" y="3733800"/>
                </a:moveTo>
                <a:lnTo>
                  <a:pt x="6172200" y="3733800"/>
                </a:lnTo>
                <a:lnTo>
                  <a:pt x="6172200" y="0"/>
                </a:lnTo>
                <a:lnTo>
                  <a:pt x="0" y="0"/>
                </a:lnTo>
                <a:lnTo>
                  <a:pt x="0" y="37338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057133" y="6366255"/>
            <a:ext cx="32258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 smtClean="0">
                <a:latin typeface="Arial"/>
                <a:cs typeface="Arial"/>
              </a:rPr>
              <a:t>100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32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Special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Methods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2749" y="1302384"/>
            <a:ext cx="7580630" cy="7791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3535">
              <a:lnSpc>
                <a:spcPct val="1000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5600" algn="l"/>
              </a:tabLst>
            </a:pPr>
            <a:r>
              <a:rPr sz="2400" b="1" dirty="0" smtClean="0">
                <a:latin typeface="Arial"/>
                <a:cs typeface="Arial"/>
              </a:rPr>
              <a:t>U</a:t>
            </a:r>
            <a:r>
              <a:rPr sz="2400" b="1" spc="-10" dirty="0" smtClean="0">
                <a:latin typeface="Arial"/>
                <a:cs typeface="Arial"/>
              </a:rPr>
              <a:t>s</a:t>
            </a:r>
            <a:r>
              <a:rPr sz="2400" b="1" spc="0" dirty="0" smtClean="0">
                <a:latin typeface="Arial"/>
                <a:cs typeface="Arial"/>
              </a:rPr>
              <a:t>ed</a:t>
            </a:r>
            <a:r>
              <a:rPr sz="2400" b="1" spc="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to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implement</a:t>
            </a:r>
            <a:r>
              <a:rPr sz="2400" b="1" spc="-2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o</a:t>
            </a:r>
            <a:r>
              <a:rPr sz="2400" b="1" spc="-10" dirty="0" smtClean="0">
                <a:latin typeface="Arial"/>
                <a:cs typeface="Arial"/>
              </a:rPr>
              <a:t>p</a:t>
            </a:r>
            <a:r>
              <a:rPr sz="2400" b="1" spc="0" dirty="0" smtClean="0">
                <a:latin typeface="Arial"/>
                <a:cs typeface="Arial"/>
              </a:rPr>
              <a:t>erator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o</a:t>
            </a:r>
            <a:r>
              <a:rPr sz="2400" b="1" spc="-10" dirty="0" smtClean="0">
                <a:latin typeface="Arial"/>
                <a:cs typeface="Arial"/>
              </a:rPr>
              <a:t>v</a:t>
            </a:r>
            <a:r>
              <a:rPr sz="2400" b="1" spc="0" dirty="0" smtClean="0">
                <a:latin typeface="Arial"/>
                <a:cs typeface="Arial"/>
              </a:rPr>
              <a:t>erloa</a:t>
            </a:r>
            <a:r>
              <a:rPr sz="2400" b="1" spc="-10" dirty="0" smtClean="0">
                <a:latin typeface="Arial"/>
                <a:cs typeface="Arial"/>
              </a:rPr>
              <a:t>d</a:t>
            </a:r>
            <a:r>
              <a:rPr sz="2400" b="1" spc="0" dirty="0" smtClean="0">
                <a:latin typeface="Arial"/>
                <a:cs typeface="Arial"/>
              </a:rPr>
              <a:t>ing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ct val="100000"/>
              </a:lnSpc>
              <a:spcBef>
                <a:spcPts val="235"/>
              </a:spcBef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dirty="0" smtClean="0">
                <a:latin typeface="Arial"/>
                <a:cs typeface="Arial"/>
              </a:rPr>
              <a:t>Most</a:t>
            </a:r>
            <a:r>
              <a:rPr sz="2000" spc="-3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ope</a:t>
            </a:r>
            <a:r>
              <a:rPr sz="2000" spc="5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ators</a:t>
            </a:r>
            <a:r>
              <a:rPr sz="2000" spc="-4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trigger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5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5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ial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method,</a:t>
            </a:r>
            <a:r>
              <a:rPr sz="2000" spc="-3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dep</a:t>
            </a:r>
            <a:r>
              <a:rPr sz="2000" spc="5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nde</a:t>
            </a:r>
            <a:r>
              <a:rPr sz="2000" spc="5" dirty="0" smtClean="0">
                <a:latin typeface="Arial"/>
                <a:cs typeface="Arial"/>
              </a:rPr>
              <a:t>n</a:t>
            </a:r>
            <a:r>
              <a:rPr sz="2000" spc="0" dirty="0" smtClean="0">
                <a:latin typeface="Arial"/>
                <a:cs typeface="Arial"/>
              </a:rPr>
              <a:t>t</a:t>
            </a:r>
            <a:r>
              <a:rPr sz="2000" spc="-4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on cla</a:t>
            </a:r>
            <a:r>
              <a:rPr sz="2000" spc="10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75028" y="2476372"/>
            <a:ext cx="635635" cy="3346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 smtClean="0">
                <a:latin typeface="Courier New"/>
                <a:cs typeface="Courier New"/>
              </a:rPr>
              <a:t>init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89429" y="2476372"/>
            <a:ext cx="3526790" cy="3346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dirty="0" smtClean="0">
                <a:latin typeface="Courier New"/>
                <a:cs typeface="Courier New"/>
              </a:rPr>
              <a:t>:</a:t>
            </a:r>
            <a:r>
              <a:rPr sz="2000" spc="-655" dirty="0" smtClean="0">
                <a:latin typeface="Courier New"/>
                <a:cs typeface="Courier New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The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5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5" dirty="0" smtClean="0">
                <a:latin typeface="Arial"/>
                <a:cs typeface="Arial"/>
              </a:rPr>
              <a:t>ns</a:t>
            </a:r>
            <a:r>
              <a:rPr sz="2000" spc="0" dirty="0" smtClean="0">
                <a:latin typeface="Arial"/>
                <a:cs typeface="Arial"/>
              </a:rPr>
              <a:t>tr</a:t>
            </a:r>
            <a:r>
              <a:rPr sz="2000" spc="5" dirty="0" smtClean="0">
                <a:latin typeface="Arial"/>
                <a:cs typeface="Arial"/>
              </a:rPr>
              <a:t>u</a:t>
            </a:r>
            <a:r>
              <a:rPr sz="2000" spc="0" dirty="0" smtClean="0">
                <a:latin typeface="Arial"/>
                <a:cs typeface="Arial"/>
              </a:rPr>
              <a:t>c</a:t>
            </a:r>
            <a:r>
              <a:rPr sz="2000" spc="-10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or</a:t>
            </a:r>
            <a:r>
              <a:rPr sz="2000" spc="-4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for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the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5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la</a:t>
            </a:r>
            <a:r>
              <a:rPr sz="2000" spc="10" dirty="0" smtClean="0">
                <a:latin typeface="Arial"/>
                <a:cs typeface="Arial"/>
              </a:rPr>
              <a:t>s</a:t>
            </a:r>
            <a:r>
              <a:rPr sz="2000" spc="5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75028" y="2842133"/>
            <a:ext cx="4622800" cy="70040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926465" algn="l"/>
                <a:tab pos="2560955" algn="l"/>
              </a:tabLst>
            </a:pPr>
            <a:r>
              <a:rPr sz="2000" b="1" spc="-5" dirty="0" smtClean="0">
                <a:latin typeface="Courier New"/>
                <a:cs typeface="Courier New"/>
              </a:rPr>
              <a:t>le</a:t>
            </a:r>
            <a:r>
              <a:rPr sz="2000" b="1" spc="0" dirty="0" smtClean="0">
                <a:latin typeface="Courier New"/>
                <a:cs typeface="Courier New"/>
              </a:rPr>
              <a:t>n	</a:t>
            </a:r>
            <a:r>
              <a:rPr sz="2000" spc="0" dirty="0" smtClean="0">
                <a:latin typeface="Courier New"/>
                <a:cs typeface="Courier New"/>
              </a:rPr>
              <a:t>:</a:t>
            </a:r>
            <a:r>
              <a:rPr sz="2000" spc="-655" dirty="0" smtClean="0">
                <a:latin typeface="Courier New"/>
                <a:cs typeface="Courier New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</a:t>
            </a:r>
            <a:r>
              <a:rPr sz="2000" spc="5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fine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how	</a:t>
            </a:r>
            <a:r>
              <a:rPr sz="2000" b="1" spc="-5" dirty="0" smtClean="0">
                <a:latin typeface="Courier New"/>
                <a:cs typeface="Courier New"/>
              </a:rPr>
              <a:t>len</a:t>
            </a:r>
            <a:r>
              <a:rPr sz="2000" b="1" spc="0" dirty="0" smtClean="0">
                <a:latin typeface="Courier New"/>
                <a:cs typeface="Courier New"/>
              </a:rPr>
              <a:t>(</a:t>
            </a:r>
            <a:r>
              <a:rPr sz="2000" b="1" spc="-650" dirty="0" smtClean="0">
                <a:latin typeface="Courier New"/>
                <a:cs typeface="Courier New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obj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)</a:t>
            </a:r>
            <a:r>
              <a:rPr sz="2000" b="1" spc="-655" dirty="0" smtClean="0">
                <a:latin typeface="Courier New"/>
                <a:cs typeface="Courier New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wo</a:t>
            </a:r>
            <a:r>
              <a:rPr sz="2000" spc="5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k</a:t>
            </a:r>
            <a:r>
              <a:rPr sz="2000" spc="5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927100">
              <a:lnSpc>
                <a:spcPct val="100000"/>
              </a:lnSpc>
              <a:spcBef>
                <a:spcPts val="480"/>
              </a:spcBef>
            </a:pPr>
            <a:r>
              <a:rPr sz="2000" dirty="0" smtClean="0">
                <a:latin typeface="Courier New"/>
                <a:cs typeface="Courier New"/>
              </a:rPr>
              <a:t>:</a:t>
            </a:r>
            <a:r>
              <a:rPr sz="2000" spc="-655" dirty="0" smtClean="0">
                <a:latin typeface="Courier New"/>
                <a:cs typeface="Courier New"/>
              </a:rPr>
              <a:t> </a:t>
            </a:r>
            <a:r>
              <a:rPr sz="2000" spc="5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efine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h</a:t>
            </a:r>
            <a:r>
              <a:rPr sz="2000" spc="5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w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to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5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o</a:t>
            </a:r>
            <a:r>
              <a:rPr sz="2000" spc="5" dirty="0" smtClean="0">
                <a:latin typeface="Arial"/>
                <a:cs typeface="Arial"/>
              </a:rPr>
              <a:t>p</a:t>
            </a:r>
            <a:r>
              <a:rPr sz="2000" spc="0" dirty="0" smtClean="0">
                <a:latin typeface="Arial"/>
                <a:cs typeface="Arial"/>
              </a:rPr>
              <a:t>y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 </a:t>
            </a:r>
            <a:r>
              <a:rPr sz="2000" spc="5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la</a:t>
            </a:r>
            <a:r>
              <a:rPr sz="2000" spc="10" dirty="0" smtClean="0">
                <a:latin typeface="Arial"/>
                <a:cs typeface="Arial"/>
              </a:rPr>
              <a:t>s</a:t>
            </a:r>
            <a:r>
              <a:rPr sz="2000" spc="-30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5054" y="3208273"/>
            <a:ext cx="635635" cy="3346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 smtClean="0">
                <a:latin typeface="Courier New"/>
                <a:cs typeface="Courier New"/>
              </a:rPr>
              <a:t>copy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2749" y="3574033"/>
            <a:ext cx="7820025" cy="25990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774700">
              <a:lnSpc>
                <a:spcPct val="100000"/>
              </a:lnSpc>
              <a:tabLst>
                <a:tab pos="1689100" algn="l"/>
              </a:tabLst>
            </a:pPr>
            <a:r>
              <a:rPr sz="2000" b="1" spc="-5" dirty="0" smtClean="0">
                <a:latin typeface="Courier New"/>
                <a:cs typeface="Courier New"/>
              </a:rPr>
              <a:t>cm</a:t>
            </a:r>
            <a:r>
              <a:rPr sz="2000" b="1" spc="0" dirty="0" smtClean="0">
                <a:latin typeface="Courier New"/>
                <a:cs typeface="Courier New"/>
              </a:rPr>
              <a:t>p	</a:t>
            </a:r>
            <a:r>
              <a:rPr sz="2000" spc="0" dirty="0" smtClean="0">
                <a:latin typeface="Courier New"/>
                <a:cs typeface="Courier New"/>
              </a:rPr>
              <a:t>:</a:t>
            </a:r>
            <a:r>
              <a:rPr sz="2000" spc="-655" dirty="0" smtClean="0">
                <a:latin typeface="Courier New"/>
                <a:cs typeface="Courier New"/>
              </a:rPr>
              <a:t> </a:t>
            </a:r>
            <a:r>
              <a:rPr sz="2000" spc="5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efine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h</a:t>
            </a:r>
            <a:r>
              <a:rPr sz="2000" spc="5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w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b="1" spc="-5" dirty="0" smtClean="0">
                <a:latin typeface="Courier New"/>
                <a:cs typeface="Courier New"/>
              </a:rPr>
              <a:t>=</a:t>
            </a:r>
            <a:r>
              <a:rPr sz="2000" b="1" spc="0" dirty="0" smtClean="0">
                <a:latin typeface="Courier New"/>
                <a:cs typeface="Courier New"/>
              </a:rPr>
              <a:t>=</a:t>
            </a:r>
            <a:r>
              <a:rPr sz="2000" b="1" spc="-655" dirty="0" smtClean="0">
                <a:latin typeface="Courier New"/>
                <a:cs typeface="Courier New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wor</a:t>
            </a:r>
            <a:r>
              <a:rPr sz="2000" spc="5" dirty="0" smtClean="0">
                <a:latin typeface="Arial"/>
                <a:cs typeface="Arial"/>
              </a:rPr>
              <a:t>k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-3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for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clas</a:t>
            </a:r>
            <a:r>
              <a:rPr sz="2000" spc="10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774700">
              <a:lnSpc>
                <a:spcPct val="100000"/>
              </a:lnSpc>
              <a:spcBef>
                <a:spcPts val="480"/>
              </a:spcBef>
              <a:tabLst>
                <a:tab pos="1689100" algn="l"/>
              </a:tabLst>
            </a:pPr>
            <a:r>
              <a:rPr sz="2000" b="1" spc="-5" dirty="0" smtClean="0">
                <a:latin typeface="Courier New"/>
                <a:cs typeface="Courier New"/>
              </a:rPr>
              <a:t>ad</a:t>
            </a:r>
            <a:r>
              <a:rPr sz="2000" b="1" spc="0" dirty="0" smtClean="0">
                <a:latin typeface="Courier New"/>
                <a:cs typeface="Courier New"/>
              </a:rPr>
              <a:t>d	: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spc="5" dirty="0" smtClean="0">
                <a:latin typeface="Arial"/>
                <a:cs typeface="Arial"/>
              </a:rPr>
              <a:t>D</a:t>
            </a:r>
            <a:r>
              <a:rPr sz="2000" spc="0" dirty="0" smtClean="0">
                <a:latin typeface="Arial"/>
                <a:cs typeface="Arial"/>
              </a:rPr>
              <a:t>efine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h</a:t>
            </a:r>
            <a:r>
              <a:rPr sz="2000" spc="5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w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+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wor</a:t>
            </a:r>
            <a:r>
              <a:rPr sz="2000" spc="5" dirty="0" smtClean="0">
                <a:latin typeface="Arial"/>
                <a:cs typeface="Arial"/>
              </a:rPr>
              <a:t>k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-3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for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class</a:t>
            </a:r>
            <a:endParaRPr sz="2000">
              <a:latin typeface="Arial"/>
              <a:cs typeface="Arial"/>
            </a:endParaRPr>
          </a:p>
          <a:p>
            <a:pPr marL="774700">
              <a:lnSpc>
                <a:spcPct val="100000"/>
              </a:lnSpc>
              <a:spcBef>
                <a:spcPts val="480"/>
              </a:spcBef>
              <a:tabLst>
                <a:tab pos="1689100" algn="l"/>
              </a:tabLst>
            </a:pPr>
            <a:r>
              <a:rPr sz="2000" b="1" spc="-5" dirty="0" smtClean="0">
                <a:latin typeface="Courier New"/>
                <a:cs typeface="Courier New"/>
              </a:rPr>
              <a:t>ne</a:t>
            </a:r>
            <a:r>
              <a:rPr sz="2000" b="1" spc="0" dirty="0" smtClean="0">
                <a:latin typeface="Courier New"/>
                <a:cs typeface="Courier New"/>
              </a:rPr>
              <a:t>g	: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</a:t>
            </a:r>
            <a:r>
              <a:rPr sz="2000" spc="5" dirty="0" smtClean="0">
                <a:latin typeface="Arial"/>
                <a:cs typeface="Arial"/>
              </a:rPr>
              <a:t>e</a:t>
            </a:r>
            <a:r>
              <a:rPr sz="2000" spc="0" dirty="0" smtClean="0">
                <a:latin typeface="Arial"/>
                <a:cs typeface="Arial"/>
              </a:rPr>
              <a:t>fine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how</a:t>
            </a:r>
            <a:r>
              <a:rPr sz="2000" spc="-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un</a:t>
            </a:r>
            <a:r>
              <a:rPr sz="2000" spc="5" dirty="0" smtClean="0">
                <a:latin typeface="Arial"/>
                <a:cs typeface="Arial"/>
              </a:rPr>
              <a:t>a</a:t>
            </a:r>
            <a:r>
              <a:rPr sz="2000" spc="0" dirty="0" smtClean="0">
                <a:latin typeface="Arial"/>
                <a:cs typeface="Arial"/>
              </a:rPr>
              <a:t>ry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ne</a:t>
            </a:r>
            <a:r>
              <a:rPr sz="2000" spc="5" dirty="0" smtClean="0">
                <a:latin typeface="Arial"/>
                <a:cs typeface="Arial"/>
              </a:rPr>
              <a:t>g</a:t>
            </a:r>
            <a:r>
              <a:rPr sz="2000" spc="0" dirty="0" smtClean="0">
                <a:latin typeface="Arial"/>
                <a:cs typeface="Arial"/>
              </a:rPr>
              <a:t>ation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w</a:t>
            </a:r>
            <a:r>
              <a:rPr sz="2000" spc="5" dirty="0" smtClean="0">
                <a:latin typeface="Arial"/>
                <a:cs typeface="Arial"/>
              </a:rPr>
              <a:t>o</a:t>
            </a:r>
            <a:r>
              <a:rPr sz="2000" spc="0" dirty="0" smtClean="0">
                <a:latin typeface="Arial"/>
                <a:cs typeface="Arial"/>
              </a:rPr>
              <a:t>r</a:t>
            </a:r>
            <a:r>
              <a:rPr sz="2000" spc="5" dirty="0" smtClean="0">
                <a:latin typeface="Arial"/>
                <a:cs typeface="Arial"/>
              </a:rPr>
              <a:t>k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-3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for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5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la</a:t>
            </a:r>
            <a:r>
              <a:rPr sz="2000" spc="5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s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400"/>
              </a:lnSpc>
              <a:spcBef>
                <a:spcPts val="4"/>
              </a:spcBef>
            </a:pPr>
            <a:endParaRPr sz="1400"/>
          </a:p>
          <a:p>
            <a:pPr marL="355600" marR="12700" indent="-343535" algn="just">
              <a:lnSpc>
                <a:spcPct val="99400"/>
              </a:lnSpc>
              <a:buClr>
                <a:srgbClr val="FF0000"/>
              </a:buClr>
              <a:buSzPct val="108333"/>
              <a:buFont typeface="Wingdings"/>
              <a:buChar char=""/>
              <a:tabLst>
                <a:tab pos="355600" algn="l"/>
              </a:tabLst>
            </a:pPr>
            <a:r>
              <a:rPr sz="2400" b="1" dirty="0" smtClean="0">
                <a:latin typeface="Arial"/>
                <a:cs typeface="Arial"/>
              </a:rPr>
              <a:t>O</a:t>
            </a:r>
            <a:r>
              <a:rPr sz="2400" b="1" spc="5" dirty="0" smtClean="0">
                <a:latin typeface="Arial"/>
                <a:cs typeface="Arial"/>
              </a:rPr>
              <a:t>t</a:t>
            </a:r>
            <a:r>
              <a:rPr sz="2400" b="1" spc="0" dirty="0" smtClean="0">
                <a:latin typeface="Arial"/>
                <a:cs typeface="Arial"/>
              </a:rPr>
              <a:t>her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buil</a:t>
            </a:r>
            <a:r>
              <a:rPr sz="2400" b="1" spc="10" dirty="0" smtClean="0">
                <a:latin typeface="Arial"/>
                <a:cs typeface="Arial"/>
              </a:rPr>
              <a:t>t</a:t>
            </a:r>
            <a:r>
              <a:rPr sz="2400" b="1" spc="0" dirty="0" smtClean="0">
                <a:latin typeface="Arial"/>
                <a:cs typeface="Arial"/>
              </a:rPr>
              <a:t>-in</a:t>
            </a:r>
            <a:r>
              <a:rPr sz="2400" b="1" spc="-5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me</a:t>
            </a:r>
            <a:r>
              <a:rPr sz="2400" b="1" spc="5" dirty="0" smtClean="0">
                <a:latin typeface="Arial"/>
                <a:cs typeface="Arial"/>
              </a:rPr>
              <a:t>t</a:t>
            </a:r>
            <a:r>
              <a:rPr sz="2400" b="1" spc="0" dirty="0" smtClean="0">
                <a:latin typeface="Arial"/>
                <a:cs typeface="Arial"/>
              </a:rPr>
              <a:t>hods allow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-25" dirty="0" smtClean="0">
                <a:latin typeface="Arial"/>
                <a:cs typeface="Arial"/>
              </a:rPr>
              <a:t>y</a:t>
            </a:r>
            <a:r>
              <a:rPr sz="2400" b="1" spc="0" dirty="0" smtClean="0">
                <a:latin typeface="Arial"/>
                <a:cs typeface="Arial"/>
              </a:rPr>
              <a:t>ou</a:t>
            </a:r>
            <a:r>
              <a:rPr sz="2400" b="1" spc="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to give a c</a:t>
            </a:r>
            <a:r>
              <a:rPr sz="2400" b="1" spc="5" dirty="0" smtClean="0">
                <a:latin typeface="Arial"/>
                <a:cs typeface="Arial"/>
              </a:rPr>
              <a:t>l</a:t>
            </a:r>
            <a:r>
              <a:rPr sz="2400" b="1" spc="0" dirty="0" smtClean="0">
                <a:latin typeface="Arial"/>
                <a:cs typeface="Arial"/>
              </a:rPr>
              <a:t>ass the a</a:t>
            </a:r>
            <a:r>
              <a:rPr sz="2400" b="1" spc="-10" dirty="0" smtClean="0">
                <a:latin typeface="Arial"/>
                <a:cs typeface="Arial"/>
              </a:rPr>
              <a:t>b</a:t>
            </a:r>
            <a:r>
              <a:rPr sz="2400" b="1" spc="0" dirty="0" smtClean="0">
                <a:latin typeface="Arial"/>
                <a:cs typeface="Arial"/>
              </a:rPr>
              <a:t>ility</a:t>
            </a:r>
            <a:r>
              <a:rPr sz="2400" b="1" spc="-4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to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u</a:t>
            </a:r>
            <a:r>
              <a:rPr sz="2400" b="1" spc="-10" dirty="0" smtClean="0">
                <a:latin typeface="Arial"/>
                <a:cs typeface="Arial"/>
              </a:rPr>
              <a:t>s</a:t>
            </a:r>
            <a:r>
              <a:rPr sz="2400" b="1" spc="0" dirty="0" smtClean="0">
                <a:latin typeface="Arial"/>
                <a:cs typeface="Arial"/>
              </a:rPr>
              <a:t>e [ ]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n</a:t>
            </a:r>
            <a:r>
              <a:rPr sz="2400" b="1" spc="-10" dirty="0" smtClean="0">
                <a:latin typeface="Arial"/>
                <a:cs typeface="Arial"/>
              </a:rPr>
              <a:t>o</a:t>
            </a:r>
            <a:r>
              <a:rPr sz="2400" b="1" spc="0" dirty="0" smtClean="0">
                <a:latin typeface="Arial"/>
                <a:cs typeface="Arial"/>
              </a:rPr>
              <a:t>tation</a:t>
            </a:r>
            <a:r>
              <a:rPr sz="2400" b="1" spc="-3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like</a:t>
            </a:r>
            <a:r>
              <a:rPr sz="2400" b="1" spc="-3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an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array</a:t>
            </a:r>
            <a:r>
              <a:rPr sz="2400" b="1" spc="-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or ( )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n</a:t>
            </a:r>
            <a:r>
              <a:rPr sz="2400" b="1" spc="-10" dirty="0" smtClean="0">
                <a:latin typeface="Arial"/>
                <a:cs typeface="Arial"/>
              </a:rPr>
              <a:t>o</a:t>
            </a:r>
            <a:r>
              <a:rPr sz="2400" b="1" spc="0" dirty="0" smtClean="0">
                <a:latin typeface="Arial"/>
                <a:cs typeface="Arial"/>
              </a:rPr>
              <a:t>tation l</a:t>
            </a:r>
            <a:r>
              <a:rPr sz="2400" b="1" spc="5" dirty="0" smtClean="0">
                <a:latin typeface="Arial"/>
                <a:cs typeface="Arial"/>
              </a:rPr>
              <a:t>i</a:t>
            </a:r>
            <a:r>
              <a:rPr sz="2400" b="1" spc="0" dirty="0" smtClean="0">
                <a:latin typeface="Arial"/>
                <a:cs typeface="Arial"/>
              </a:rPr>
              <a:t>ke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function</a:t>
            </a:r>
            <a:r>
              <a:rPr sz="2400" b="1" spc="-2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call.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082954" y="2793999"/>
            <a:ext cx="304849" cy="0"/>
          </a:xfrm>
          <a:custGeom>
            <a:avLst/>
            <a:gdLst/>
            <a:ahLst/>
            <a:cxnLst/>
            <a:rect l="l" t="t" r="r" b="b"/>
            <a:pathLst>
              <a:path w="304849">
                <a:moveTo>
                  <a:pt x="0" y="0"/>
                </a:moveTo>
                <a:lnTo>
                  <a:pt x="304849" y="0"/>
                </a:lnTo>
              </a:path>
            </a:pathLst>
          </a:custGeom>
          <a:ln w="254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997329" y="2793999"/>
            <a:ext cx="304849" cy="0"/>
          </a:xfrm>
          <a:custGeom>
            <a:avLst/>
            <a:gdLst/>
            <a:ahLst/>
            <a:cxnLst/>
            <a:rect l="l" t="t" r="r" b="b"/>
            <a:pathLst>
              <a:path w="304849">
                <a:moveTo>
                  <a:pt x="0" y="0"/>
                </a:moveTo>
                <a:lnTo>
                  <a:pt x="304849" y="0"/>
                </a:lnTo>
              </a:path>
            </a:pathLst>
          </a:custGeom>
          <a:ln w="254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82954" y="3159836"/>
            <a:ext cx="304849" cy="0"/>
          </a:xfrm>
          <a:custGeom>
            <a:avLst/>
            <a:gdLst/>
            <a:ahLst/>
            <a:cxnLst/>
            <a:rect l="l" t="t" r="r" b="b"/>
            <a:pathLst>
              <a:path w="304849">
                <a:moveTo>
                  <a:pt x="0" y="0"/>
                </a:moveTo>
                <a:lnTo>
                  <a:pt x="304849" y="0"/>
                </a:lnTo>
              </a:path>
            </a:pathLst>
          </a:custGeom>
          <a:ln w="2548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44929" y="3159836"/>
            <a:ext cx="304849" cy="0"/>
          </a:xfrm>
          <a:custGeom>
            <a:avLst/>
            <a:gdLst/>
            <a:ahLst/>
            <a:cxnLst/>
            <a:rect l="l" t="t" r="r" b="b"/>
            <a:pathLst>
              <a:path w="304849">
                <a:moveTo>
                  <a:pt x="0" y="0"/>
                </a:moveTo>
                <a:lnTo>
                  <a:pt x="304849" y="0"/>
                </a:lnTo>
              </a:path>
            </a:pathLst>
          </a:custGeom>
          <a:ln w="2548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82954" y="3525901"/>
            <a:ext cx="304849" cy="0"/>
          </a:xfrm>
          <a:custGeom>
            <a:avLst/>
            <a:gdLst/>
            <a:ahLst/>
            <a:cxnLst/>
            <a:rect l="l" t="t" r="r" b="b"/>
            <a:pathLst>
              <a:path w="304849">
                <a:moveTo>
                  <a:pt x="0" y="0"/>
                </a:moveTo>
                <a:lnTo>
                  <a:pt x="304849" y="0"/>
                </a:lnTo>
              </a:path>
            </a:pathLst>
          </a:custGeom>
          <a:ln w="254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997329" y="3525901"/>
            <a:ext cx="304849" cy="0"/>
          </a:xfrm>
          <a:custGeom>
            <a:avLst/>
            <a:gdLst/>
            <a:ahLst/>
            <a:cxnLst/>
            <a:rect l="l" t="t" r="r" b="b"/>
            <a:pathLst>
              <a:path w="304849">
                <a:moveTo>
                  <a:pt x="0" y="0"/>
                </a:moveTo>
                <a:lnTo>
                  <a:pt x="304849" y="0"/>
                </a:lnTo>
              </a:path>
            </a:pathLst>
          </a:custGeom>
          <a:ln w="254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82954" y="3891660"/>
            <a:ext cx="304849" cy="0"/>
          </a:xfrm>
          <a:custGeom>
            <a:avLst/>
            <a:gdLst/>
            <a:ahLst/>
            <a:cxnLst/>
            <a:rect l="l" t="t" r="r" b="b"/>
            <a:pathLst>
              <a:path w="304849">
                <a:moveTo>
                  <a:pt x="0" y="0"/>
                </a:moveTo>
                <a:lnTo>
                  <a:pt x="304849" y="0"/>
                </a:lnTo>
              </a:path>
            </a:pathLst>
          </a:custGeom>
          <a:ln w="254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44929" y="3891660"/>
            <a:ext cx="304849" cy="0"/>
          </a:xfrm>
          <a:custGeom>
            <a:avLst/>
            <a:gdLst/>
            <a:ahLst/>
            <a:cxnLst/>
            <a:rect l="l" t="t" r="r" b="b"/>
            <a:pathLst>
              <a:path w="304849">
                <a:moveTo>
                  <a:pt x="0" y="0"/>
                </a:moveTo>
                <a:lnTo>
                  <a:pt x="304849" y="0"/>
                </a:lnTo>
              </a:path>
            </a:pathLst>
          </a:custGeom>
          <a:ln w="254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082954" y="4257421"/>
            <a:ext cx="304849" cy="0"/>
          </a:xfrm>
          <a:custGeom>
            <a:avLst/>
            <a:gdLst/>
            <a:ahLst/>
            <a:cxnLst/>
            <a:rect l="l" t="t" r="r" b="b"/>
            <a:pathLst>
              <a:path w="304849">
                <a:moveTo>
                  <a:pt x="0" y="0"/>
                </a:moveTo>
                <a:lnTo>
                  <a:pt x="304849" y="0"/>
                </a:lnTo>
              </a:path>
            </a:pathLst>
          </a:custGeom>
          <a:ln w="254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44954" y="4257421"/>
            <a:ext cx="304849" cy="0"/>
          </a:xfrm>
          <a:custGeom>
            <a:avLst/>
            <a:gdLst/>
            <a:ahLst/>
            <a:cxnLst/>
            <a:rect l="l" t="t" r="r" b="b"/>
            <a:pathLst>
              <a:path w="304849">
                <a:moveTo>
                  <a:pt x="0" y="0"/>
                </a:moveTo>
                <a:lnTo>
                  <a:pt x="304849" y="0"/>
                </a:lnTo>
              </a:path>
            </a:pathLst>
          </a:custGeom>
          <a:ln w="254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082954" y="4623257"/>
            <a:ext cx="304849" cy="0"/>
          </a:xfrm>
          <a:custGeom>
            <a:avLst/>
            <a:gdLst/>
            <a:ahLst/>
            <a:cxnLst/>
            <a:rect l="l" t="t" r="r" b="b"/>
            <a:pathLst>
              <a:path w="304849">
                <a:moveTo>
                  <a:pt x="0" y="0"/>
                </a:moveTo>
                <a:lnTo>
                  <a:pt x="304849" y="0"/>
                </a:lnTo>
              </a:path>
            </a:pathLst>
          </a:custGeom>
          <a:ln w="2548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44929" y="4623257"/>
            <a:ext cx="304849" cy="0"/>
          </a:xfrm>
          <a:custGeom>
            <a:avLst/>
            <a:gdLst/>
            <a:ahLst/>
            <a:cxnLst/>
            <a:rect l="l" t="t" r="r" b="b"/>
            <a:pathLst>
              <a:path w="304849">
                <a:moveTo>
                  <a:pt x="0" y="0"/>
                </a:moveTo>
                <a:lnTo>
                  <a:pt x="304849" y="0"/>
                </a:lnTo>
              </a:path>
            </a:pathLst>
          </a:custGeom>
          <a:ln w="2548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101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432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 smtClean="0">
                <a:solidFill>
                  <a:srgbClr val="C00000"/>
                </a:solidFill>
                <a:latin typeface="Arial"/>
                <a:cs typeface="Arial"/>
              </a:rPr>
              <a:t>Special</a:t>
            </a:r>
            <a:r>
              <a:rPr sz="36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Data</a:t>
            </a:r>
            <a:r>
              <a:rPr sz="3600" b="1" spc="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Attributes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2225" y="1875663"/>
            <a:ext cx="5683250" cy="41338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3535">
              <a:lnSpc>
                <a:spcPct val="1000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5600" algn="l"/>
              </a:tabLst>
            </a:pPr>
            <a:r>
              <a:rPr sz="2400" b="1" dirty="0" smtClean="0">
                <a:latin typeface="Arial"/>
                <a:cs typeface="Arial"/>
              </a:rPr>
              <a:t>The</a:t>
            </a:r>
            <a:r>
              <a:rPr sz="2400" b="1" spc="-10" dirty="0" smtClean="0">
                <a:latin typeface="Arial"/>
                <a:cs typeface="Arial"/>
              </a:rPr>
              <a:t>s</a:t>
            </a:r>
            <a:r>
              <a:rPr sz="2400" b="1" spc="0" dirty="0" smtClean="0">
                <a:latin typeface="Arial"/>
                <a:cs typeface="Arial"/>
              </a:rPr>
              <a:t>e at</a:t>
            </a:r>
            <a:r>
              <a:rPr sz="2400" b="1" spc="5" dirty="0" smtClean="0">
                <a:latin typeface="Arial"/>
                <a:cs typeface="Arial"/>
              </a:rPr>
              <a:t>t</a:t>
            </a:r>
            <a:r>
              <a:rPr sz="2400" b="1" spc="0" dirty="0" smtClean="0">
                <a:latin typeface="Arial"/>
                <a:cs typeface="Arial"/>
              </a:rPr>
              <a:t>ributes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exist for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all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classe</a:t>
            </a:r>
            <a:r>
              <a:rPr sz="2400" b="1" spc="-10" dirty="0" smtClean="0">
                <a:latin typeface="Arial"/>
                <a:cs typeface="Arial"/>
              </a:rPr>
              <a:t>s</a:t>
            </a:r>
            <a:r>
              <a:rPr sz="2400" b="1" spc="0" dirty="0" smtClean="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54504" y="2293492"/>
            <a:ext cx="483234" cy="3346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 smtClean="0">
                <a:latin typeface="Courier New"/>
                <a:cs typeface="Courier New"/>
              </a:rPr>
              <a:t>doc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21304" y="2293492"/>
            <a:ext cx="5637530" cy="3155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dirty="0" smtClean="0">
                <a:latin typeface="Arial"/>
                <a:cs typeface="Arial"/>
              </a:rPr>
              <a:t>: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Variable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sto</a:t>
            </a:r>
            <a:r>
              <a:rPr sz="2000" spc="5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ing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the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do</a:t>
            </a:r>
            <a:r>
              <a:rPr sz="2000" spc="5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umenta</a:t>
            </a:r>
            <a:r>
              <a:rPr sz="2000" spc="-10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ion</a:t>
            </a:r>
            <a:r>
              <a:rPr sz="2000" spc="-5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string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for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that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36217" y="2578480"/>
            <a:ext cx="805815" cy="65913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dirty="0" smtClean="0">
                <a:latin typeface="Arial"/>
                <a:cs typeface="Arial"/>
              </a:rPr>
              <a:t>clas</a:t>
            </a:r>
            <a:r>
              <a:rPr sz="2000" spc="10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30480">
              <a:lnSpc>
                <a:spcPct val="100000"/>
              </a:lnSpc>
              <a:spcBef>
                <a:spcPts val="155"/>
              </a:spcBef>
            </a:pPr>
            <a:r>
              <a:rPr sz="2000" b="1" spc="-5" dirty="0" smtClean="0">
                <a:latin typeface="Courier New"/>
                <a:cs typeface="Courier New"/>
              </a:rPr>
              <a:t>class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36085" y="2903092"/>
            <a:ext cx="5019675" cy="3155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dirty="0" smtClean="0">
                <a:latin typeface="Arial"/>
                <a:cs typeface="Arial"/>
              </a:rPr>
              <a:t>: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-10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ariable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whi</a:t>
            </a:r>
            <a:r>
              <a:rPr sz="2000" spc="5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h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gi</a:t>
            </a:r>
            <a:r>
              <a:rPr sz="2000" spc="-10" dirty="0" smtClean="0">
                <a:latin typeface="Arial"/>
                <a:cs typeface="Arial"/>
              </a:rPr>
              <a:t>v</a:t>
            </a:r>
            <a:r>
              <a:rPr sz="2000" spc="0" dirty="0" smtClean="0">
                <a:latin typeface="Arial"/>
                <a:cs typeface="Arial"/>
              </a:rPr>
              <a:t>es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-10" dirty="0" smtClean="0">
                <a:latin typeface="Arial"/>
                <a:cs typeface="Arial"/>
              </a:rPr>
              <a:t>y</a:t>
            </a:r>
            <a:r>
              <a:rPr sz="2000" spc="0" dirty="0" smtClean="0">
                <a:latin typeface="Arial"/>
                <a:cs typeface="Arial"/>
              </a:rPr>
              <a:t>ou a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referen</a:t>
            </a:r>
            <a:r>
              <a:rPr sz="2000" spc="5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5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to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the</a:t>
            </a:r>
            <a:endParaRPr sz="2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36217" y="3188461"/>
            <a:ext cx="3224530" cy="3155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dirty="0" smtClean="0">
                <a:latin typeface="Arial"/>
                <a:cs typeface="Arial"/>
              </a:rPr>
              <a:t>class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from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any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instance</a:t>
            </a:r>
            <a:r>
              <a:rPr sz="2000" spc="-4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of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it.</a:t>
            </a:r>
            <a:endParaRPr sz="2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54504" y="3513073"/>
            <a:ext cx="940435" cy="3346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 smtClean="0">
                <a:latin typeface="Courier New"/>
                <a:cs typeface="Courier New"/>
              </a:rPr>
              <a:t>module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36085" y="3513073"/>
            <a:ext cx="5018405" cy="3155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dirty="0" smtClean="0">
                <a:latin typeface="Arial"/>
                <a:cs typeface="Arial"/>
              </a:rPr>
              <a:t>: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Variable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which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gives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you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referen</a:t>
            </a:r>
            <a:r>
              <a:rPr sz="2000" spc="5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e</a:t>
            </a:r>
            <a:r>
              <a:rPr sz="2000" spc="-5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to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36217" y="3798061"/>
            <a:ext cx="5262245" cy="3155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dirty="0" smtClean="0">
                <a:latin typeface="Arial"/>
                <a:cs typeface="Arial"/>
              </a:rPr>
              <a:t>module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in whi</a:t>
            </a:r>
            <a:r>
              <a:rPr sz="2000" spc="5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h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the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pa</a:t>
            </a:r>
            <a:r>
              <a:rPr sz="2000" spc="5" dirty="0" smtClean="0">
                <a:latin typeface="Arial"/>
                <a:cs typeface="Arial"/>
              </a:rPr>
              <a:t>r</a:t>
            </a:r>
            <a:r>
              <a:rPr sz="2000" spc="0" dirty="0" smtClean="0">
                <a:latin typeface="Arial"/>
                <a:cs typeface="Arial"/>
              </a:rPr>
              <a:t>ticular</a:t>
            </a:r>
            <a:r>
              <a:rPr sz="2000" spc="-3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class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is defined.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49705" y="4133342"/>
            <a:ext cx="988694" cy="3155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295910" algn="l"/>
                <a:tab pos="975360" algn="l"/>
              </a:tabLst>
            </a:pPr>
            <a:r>
              <a:rPr sz="2000" u="heavy" dirty="0" smtClean="0">
                <a:latin typeface="Arial"/>
                <a:cs typeface="Arial"/>
              </a:rPr>
              <a:t> 	</a:t>
            </a:r>
            <a:r>
              <a:rPr sz="2000" dirty="0" smtClean="0">
                <a:latin typeface="Arial"/>
                <a:cs typeface="Arial"/>
              </a:rPr>
              <a:t>dic</a:t>
            </a:r>
            <a:r>
              <a:rPr sz="2000" spc="-5" dirty="0" smtClean="0">
                <a:latin typeface="Arial"/>
                <a:cs typeface="Arial"/>
              </a:rPr>
              <a:t>t</a:t>
            </a:r>
            <a:r>
              <a:rPr sz="2000" u="heavy" spc="0" dirty="0" smtClean="0">
                <a:latin typeface="Arial"/>
                <a:cs typeface="Arial"/>
              </a:rPr>
              <a:t> 	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36085" y="4133342"/>
            <a:ext cx="5177155" cy="3155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dirty="0" smtClean="0">
                <a:latin typeface="Arial"/>
                <a:cs typeface="Arial"/>
              </a:rPr>
              <a:t>:The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dictionary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that</a:t>
            </a:r>
            <a:r>
              <a:rPr sz="2000" spc="-3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is a</a:t>
            </a:r>
            <a:r>
              <a:rPr sz="2000" spc="5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tually</a:t>
            </a:r>
            <a:r>
              <a:rPr sz="2000" spc="-10" dirty="0" smtClean="0">
                <a:latin typeface="Arial"/>
                <a:cs typeface="Arial"/>
              </a:rPr>
              <a:t> t</a:t>
            </a:r>
            <a:r>
              <a:rPr sz="2000" spc="0" dirty="0" smtClean="0">
                <a:latin typeface="Arial"/>
                <a:cs typeface="Arial"/>
              </a:rPr>
              <a:t>he</a:t>
            </a:r>
            <a:r>
              <a:rPr sz="2000" spc="-1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name</a:t>
            </a:r>
            <a:r>
              <a:rPr sz="2000" spc="5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pace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2225" y="4407661"/>
            <a:ext cx="7784465" cy="166306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756285">
              <a:lnSpc>
                <a:spcPct val="100000"/>
              </a:lnSpc>
            </a:pPr>
            <a:r>
              <a:rPr sz="2000" dirty="0" smtClean="0">
                <a:latin typeface="Arial"/>
                <a:cs typeface="Arial"/>
              </a:rPr>
              <a:t>for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a</a:t>
            </a:r>
            <a:r>
              <a:rPr sz="2000" spc="-2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cla</a:t>
            </a:r>
            <a:r>
              <a:rPr sz="2000" spc="5" dirty="0" smtClean="0">
                <a:latin typeface="Arial"/>
                <a:cs typeface="Arial"/>
              </a:rPr>
              <a:t>s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-25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(but</a:t>
            </a:r>
            <a:r>
              <a:rPr sz="2000" spc="-3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not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i</a:t>
            </a:r>
            <a:r>
              <a:rPr sz="2000" spc="-10" dirty="0" smtClean="0">
                <a:latin typeface="Arial"/>
                <a:cs typeface="Arial"/>
              </a:rPr>
              <a:t>t</a:t>
            </a:r>
            <a:r>
              <a:rPr sz="2000" spc="0" dirty="0" smtClean="0">
                <a:latin typeface="Arial"/>
                <a:cs typeface="Arial"/>
              </a:rPr>
              <a:t>s</a:t>
            </a:r>
            <a:r>
              <a:rPr sz="2000" spc="-10" dirty="0" smtClean="0">
                <a:latin typeface="Arial"/>
                <a:cs typeface="Arial"/>
              </a:rPr>
              <a:t> </a:t>
            </a:r>
            <a:r>
              <a:rPr sz="2000" spc="0" dirty="0" smtClean="0">
                <a:latin typeface="Arial"/>
                <a:cs typeface="Arial"/>
              </a:rPr>
              <a:t>super</a:t>
            </a:r>
            <a:r>
              <a:rPr sz="2000" spc="5" dirty="0" smtClean="0">
                <a:latin typeface="Arial"/>
                <a:cs typeface="Arial"/>
              </a:rPr>
              <a:t>c</a:t>
            </a:r>
            <a:r>
              <a:rPr sz="2000" spc="0" dirty="0" smtClean="0">
                <a:latin typeface="Arial"/>
                <a:cs typeface="Arial"/>
              </a:rPr>
              <a:t>lasse</a:t>
            </a:r>
            <a:r>
              <a:rPr sz="2000" spc="-5" dirty="0" smtClean="0">
                <a:latin typeface="Arial"/>
                <a:cs typeface="Arial"/>
              </a:rPr>
              <a:t>s</a:t>
            </a:r>
            <a:r>
              <a:rPr sz="2000" spc="-10" dirty="0" smtClean="0">
                <a:latin typeface="Arial"/>
                <a:cs typeface="Arial"/>
              </a:rPr>
              <a:t>).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700"/>
              </a:lnSpc>
              <a:spcBef>
                <a:spcPts val="26"/>
              </a:spcBef>
            </a:pPr>
            <a:endParaRPr sz="7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355600" indent="-343535">
              <a:lnSpc>
                <a:spcPct val="100000"/>
              </a:lnSpc>
              <a:buClr>
                <a:srgbClr val="FF0000"/>
              </a:buClr>
              <a:buSzPct val="108333"/>
              <a:buFont typeface="Wingdings"/>
              <a:buChar char=""/>
              <a:tabLst>
                <a:tab pos="355600" algn="l"/>
              </a:tabLst>
            </a:pPr>
            <a:r>
              <a:rPr sz="2400" b="1" dirty="0" smtClean="0">
                <a:latin typeface="Arial"/>
                <a:cs typeface="Arial"/>
              </a:rPr>
              <a:t>U</a:t>
            </a:r>
            <a:r>
              <a:rPr sz="2400" b="1" spc="-10" dirty="0" smtClean="0">
                <a:latin typeface="Arial"/>
                <a:cs typeface="Arial"/>
              </a:rPr>
              <a:t>s</a:t>
            </a:r>
            <a:r>
              <a:rPr sz="2400" b="1" spc="0" dirty="0" smtClean="0">
                <a:latin typeface="Arial"/>
                <a:cs typeface="Arial"/>
              </a:rPr>
              <a:t>eful:</a:t>
            </a:r>
            <a:endParaRPr sz="2400">
              <a:latin typeface="Arial"/>
              <a:cs typeface="Arial"/>
            </a:endParaRPr>
          </a:p>
          <a:p>
            <a:pPr marL="756285" lvl="1" indent="-287020">
              <a:lnSpc>
                <a:spcPts val="256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756285" algn="l"/>
              </a:tabLst>
            </a:pPr>
            <a:r>
              <a:rPr sz="2000" b="1" spc="-5" dirty="0" smtClean="0">
                <a:latin typeface="Courier New"/>
                <a:cs typeface="Courier New"/>
              </a:rPr>
              <a:t>dir(x</a:t>
            </a:r>
            <a:r>
              <a:rPr sz="2000" b="1" spc="0" dirty="0" smtClean="0">
                <a:latin typeface="Courier New"/>
                <a:cs typeface="Courier New"/>
              </a:rPr>
              <a:t>)</a:t>
            </a:r>
            <a:r>
              <a:rPr sz="2000" b="1" spc="-655" dirty="0" smtClean="0"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returns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l</a:t>
            </a:r>
            <a:r>
              <a:rPr sz="2000" b="1" spc="-10" dirty="0" smtClean="0">
                <a:latin typeface="Arial"/>
                <a:cs typeface="Arial"/>
              </a:rPr>
              <a:t>i</a:t>
            </a:r>
            <a:r>
              <a:rPr sz="2000" b="1" spc="0" dirty="0" smtClean="0">
                <a:latin typeface="Arial"/>
                <a:cs typeface="Arial"/>
              </a:rPr>
              <a:t>st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of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all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methods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and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attributes</a:t>
            </a:r>
            <a:r>
              <a:rPr sz="2000" b="1" spc="-5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defined</a:t>
            </a:r>
            <a:endParaRPr sz="2000">
              <a:latin typeface="Arial"/>
              <a:cs typeface="Arial"/>
            </a:endParaRPr>
          </a:p>
          <a:p>
            <a:pPr marL="756285">
              <a:lnSpc>
                <a:spcPts val="2205"/>
              </a:lnSpc>
            </a:pPr>
            <a:r>
              <a:rPr sz="2000" b="1" dirty="0" smtClean="0">
                <a:latin typeface="Arial"/>
                <a:cs typeface="Arial"/>
              </a:rPr>
              <a:t>for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ob</a:t>
            </a:r>
            <a:r>
              <a:rPr sz="2000" b="1" spc="-10" dirty="0" smtClean="0">
                <a:latin typeface="Arial"/>
                <a:cs typeface="Arial"/>
              </a:rPr>
              <a:t>j</a:t>
            </a:r>
            <a:r>
              <a:rPr sz="2000" b="1" spc="0" dirty="0" smtClean="0">
                <a:latin typeface="Arial"/>
                <a:cs typeface="Arial"/>
              </a:rPr>
              <a:t>ect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x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462405" y="2611119"/>
            <a:ext cx="304849" cy="0"/>
          </a:xfrm>
          <a:custGeom>
            <a:avLst/>
            <a:gdLst/>
            <a:ahLst/>
            <a:cxnLst/>
            <a:rect l="l" t="t" r="r" b="b"/>
            <a:pathLst>
              <a:path w="304849">
                <a:moveTo>
                  <a:pt x="0" y="0"/>
                </a:moveTo>
                <a:lnTo>
                  <a:pt x="304849" y="0"/>
                </a:lnTo>
              </a:path>
            </a:pathLst>
          </a:custGeom>
          <a:ln w="254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2224405" y="2611119"/>
            <a:ext cx="304849" cy="0"/>
          </a:xfrm>
          <a:custGeom>
            <a:avLst/>
            <a:gdLst/>
            <a:ahLst/>
            <a:cxnLst/>
            <a:rect l="l" t="t" r="r" b="b"/>
            <a:pathLst>
              <a:path w="304849">
                <a:moveTo>
                  <a:pt x="0" y="0"/>
                </a:moveTo>
                <a:lnTo>
                  <a:pt x="304849" y="0"/>
                </a:lnTo>
              </a:path>
            </a:pathLst>
          </a:custGeom>
          <a:ln w="254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462405" y="3220796"/>
            <a:ext cx="304849" cy="0"/>
          </a:xfrm>
          <a:custGeom>
            <a:avLst/>
            <a:gdLst/>
            <a:ahLst/>
            <a:cxnLst/>
            <a:rect l="l" t="t" r="r" b="b"/>
            <a:pathLst>
              <a:path w="304849">
                <a:moveTo>
                  <a:pt x="0" y="0"/>
                </a:moveTo>
                <a:lnTo>
                  <a:pt x="304849" y="0"/>
                </a:lnTo>
              </a:path>
            </a:pathLst>
          </a:custGeom>
          <a:ln w="2548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529205" y="3220796"/>
            <a:ext cx="304849" cy="0"/>
          </a:xfrm>
          <a:custGeom>
            <a:avLst/>
            <a:gdLst/>
            <a:ahLst/>
            <a:cxnLst/>
            <a:rect l="l" t="t" r="r" b="b"/>
            <a:pathLst>
              <a:path w="304849">
                <a:moveTo>
                  <a:pt x="0" y="0"/>
                </a:moveTo>
                <a:lnTo>
                  <a:pt x="304849" y="0"/>
                </a:lnTo>
              </a:path>
            </a:pathLst>
          </a:custGeom>
          <a:ln w="25481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462405" y="3830701"/>
            <a:ext cx="304849" cy="0"/>
          </a:xfrm>
          <a:custGeom>
            <a:avLst/>
            <a:gdLst/>
            <a:ahLst/>
            <a:cxnLst/>
            <a:rect l="l" t="t" r="r" b="b"/>
            <a:pathLst>
              <a:path w="304849">
                <a:moveTo>
                  <a:pt x="0" y="0"/>
                </a:moveTo>
                <a:lnTo>
                  <a:pt x="304849" y="0"/>
                </a:lnTo>
              </a:path>
            </a:pathLst>
          </a:custGeom>
          <a:ln w="254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681605" y="3830701"/>
            <a:ext cx="304849" cy="0"/>
          </a:xfrm>
          <a:custGeom>
            <a:avLst/>
            <a:gdLst/>
            <a:ahLst/>
            <a:cxnLst/>
            <a:rect l="l" t="t" r="r" b="b"/>
            <a:pathLst>
              <a:path w="304849">
                <a:moveTo>
                  <a:pt x="0" y="0"/>
                </a:moveTo>
                <a:lnTo>
                  <a:pt x="304849" y="0"/>
                </a:lnTo>
              </a:path>
            </a:pathLst>
          </a:custGeom>
          <a:ln w="25450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102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5454" y="551941"/>
            <a:ext cx="6452870" cy="5441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ts val="4285"/>
              </a:lnSpc>
            </a:pPr>
            <a:r>
              <a:rPr sz="3600" b="1" dirty="0" smtClean="0">
                <a:solidFill>
                  <a:srgbClr val="C00000"/>
                </a:solidFill>
                <a:latin typeface="Arial"/>
                <a:cs typeface="Arial"/>
              </a:rPr>
              <a:t>Special</a:t>
            </a:r>
            <a:r>
              <a:rPr sz="3600" b="1" spc="-1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Data</a:t>
            </a:r>
            <a:r>
              <a:rPr sz="3600" b="1" spc="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Items</a:t>
            </a:r>
            <a:r>
              <a:rPr sz="3600" b="1" spc="-10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600" b="1" spc="-5" dirty="0" smtClean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600" b="1" spc="0" dirty="0" smtClean="0">
                <a:solidFill>
                  <a:srgbClr val="C00000"/>
                </a:solidFill>
                <a:latin typeface="Arial"/>
                <a:cs typeface="Arial"/>
              </a:rPr>
              <a:t>Example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5454" y="1314322"/>
            <a:ext cx="4396740" cy="2895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660066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66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f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=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s</a:t>
            </a:r>
            <a:r>
              <a:rPr sz="1800" b="1" spc="-15" dirty="0" smtClean="0">
                <a:latin typeface="Courier New"/>
                <a:cs typeface="Courier New"/>
              </a:rPr>
              <a:t>tu</a:t>
            </a:r>
            <a:r>
              <a:rPr sz="1800" b="1" spc="0" dirty="0" smtClean="0">
                <a:latin typeface="Courier New"/>
                <a:cs typeface="Courier New"/>
              </a:rPr>
              <a:t>de</a:t>
            </a:r>
            <a:r>
              <a:rPr sz="1800" b="1" spc="-15" dirty="0" smtClean="0">
                <a:latin typeface="Courier New"/>
                <a:cs typeface="Courier New"/>
              </a:rPr>
              <a:t>n</a:t>
            </a:r>
            <a:r>
              <a:rPr sz="1800" b="1" spc="0" dirty="0" smtClean="0">
                <a:latin typeface="Courier New"/>
                <a:cs typeface="Courier New"/>
              </a:rPr>
              <a:t>t</a:t>
            </a:r>
            <a:r>
              <a:rPr sz="1800" b="1" spc="-10" dirty="0" smtClean="0">
                <a:latin typeface="Courier New"/>
                <a:cs typeface="Courier New"/>
              </a:rPr>
              <a:t>(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“B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o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b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 S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mi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t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h</a:t>
            </a:r>
            <a:r>
              <a:rPr sz="1800" b="1" spc="-10" dirty="0" smtClean="0">
                <a:solidFill>
                  <a:srgbClr val="008000"/>
                </a:solidFill>
                <a:latin typeface="Courier New"/>
                <a:cs typeface="Courier New"/>
              </a:rPr>
              <a:t>”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23)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8154" y="1972945"/>
            <a:ext cx="5344160" cy="30441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sz="1800" b="1" dirty="0" smtClean="0">
                <a:solidFill>
                  <a:srgbClr val="660066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66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FF9933"/>
                </a:solidFill>
                <a:latin typeface="Courier New"/>
                <a:cs typeface="Courier New"/>
              </a:rPr>
              <a:t>p</a:t>
            </a:r>
            <a:r>
              <a:rPr sz="1800" b="1" spc="0" dirty="0" smtClean="0">
                <a:solidFill>
                  <a:srgbClr val="FF9933"/>
                </a:solidFill>
                <a:latin typeface="Courier New"/>
                <a:cs typeface="Courier New"/>
              </a:rPr>
              <a:t>ri</a:t>
            </a:r>
            <a:r>
              <a:rPr sz="1800" b="1" spc="-15" dirty="0" smtClean="0">
                <a:solidFill>
                  <a:srgbClr val="FF9933"/>
                </a:solidFill>
                <a:latin typeface="Courier New"/>
                <a:cs typeface="Courier New"/>
              </a:rPr>
              <a:t>n</a:t>
            </a:r>
            <a:r>
              <a:rPr sz="1800" b="1" spc="0" dirty="0" smtClean="0">
                <a:solidFill>
                  <a:srgbClr val="FF9933"/>
                </a:solidFill>
                <a:latin typeface="Courier New"/>
                <a:cs typeface="Courier New"/>
              </a:rPr>
              <a:t>t</a:t>
            </a:r>
            <a:r>
              <a:rPr sz="1800" b="1" spc="-15" dirty="0" smtClean="0">
                <a:solidFill>
                  <a:srgbClr val="FF9933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f</a:t>
            </a:r>
            <a:r>
              <a:rPr sz="1800" b="1" spc="0" dirty="0" smtClean="0">
                <a:latin typeface="Courier New"/>
                <a:cs typeface="Courier New"/>
              </a:rPr>
              <a:t>._</a:t>
            </a:r>
            <a:r>
              <a:rPr sz="1800" b="1" spc="-15" dirty="0" smtClean="0">
                <a:latin typeface="Courier New"/>
                <a:cs typeface="Courier New"/>
              </a:rPr>
              <a:t>_</a:t>
            </a:r>
            <a:r>
              <a:rPr sz="1800" b="1" spc="0" dirty="0" smtClean="0">
                <a:latin typeface="Courier New"/>
                <a:cs typeface="Courier New"/>
              </a:rPr>
              <a:t>d</a:t>
            </a:r>
            <a:r>
              <a:rPr sz="1800" b="1" spc="-15" dirty="0" smtClean="0">
                <a:latin typeface="Courier New"/>
                <a:cs typeface="Courier New"/>
              </a:rPr>
              <a:t>o</a:t>
            </a:r>
            <a:r>
              <a:rPr sz="1800" b="1" spc="0" dirty="0" smtClean="0">
                <a:latin typeface="Courier New"/>
                <a:cs typeface="Courier New"/>
              </a:rPr>
              <a:t>c__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30"/>
              </a:spcBef>
            </a:pPr>
            <a:r>
              <a:rPr sz="1800" b="1" dirty="0" smtClean="0">
                <a:solidFill>
                  <a:srgbClr val="0000FF"/>
                </a:solidFill>
                <a:latin typeface="Courier New"/>
                <a:cs typeface="Courier New"/>
              </a:rPr>
              <a:t>A</a:t>
            </a:r>
            <a:r>
              <a:rPr sz="18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c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l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a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ss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r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ep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re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s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e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n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ti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n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g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a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s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t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u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d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en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t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.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  <a:spcBef>
                <a:spcPts val="23"/>
              </a:spcBef>
            </a:pPr>
            <a:endParaRPr sz="1000"/>
          </a:p>
          <a:p>
            <a:pPr>
              <a:lnSpc>
                <a:spcPct val="100000"/>
              </a:lnSpc>
            </a:pPr>
            <a:r>
              <a:rPr sz="1800" b="1" spc="-5" dirty="0" smtClean="0">
                <a:solidFill>
                  <a:srgbClr val="660066"/>
                </a:solidFill>
                <a:latin typeface="Courier New"/>
                <a:cs typeface="Courier New"/>
              </a:rPr>
              <a:t>&gt;&gt;</a:t>
            </a:r>
            <a:r>
              <a:rPr sz="1800" b="1" spc="0" dirty="0" smtClean="0">
                <a:solidFill>
                  <a:srgbClr val="660066"/>
                </a:solidFill>
                <a:latin typeface="Courier New"/>
                <a:cs typeface="Courier New"/>
              </a:rPr>
              <a:t>&gt;</a:t>
            </a:r>
            <a:r>
              <a:rPr sz="1800" b="1" spc="-15" dirty="0" smtClean="0">
                <a:solidFill>
                  <a:srgbClr val="660066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f</a:t>
            </a:r>
            <a:r>
              <a:rPr sz="1800" b="1" spc="0" dirty="0" smtClean="0">
                <a:latin typeface="Courier New"/>
                <a:cs typeface="Courier New"/>
              </a:rPr>
              <a:t>._</a:t>
            </a:r>
            <a:r>
              <a:rPr sz="1800" b="1" spc="-20" dirty="0" smtClean="0">
                <a:latin typeface="Courier New"/>
                <a:cs typeface="Courier New"/>
              </a:rPr>
              <a:t>_</a:t>
            </a:r>
            <a:r>
              <a:rPr sz="1800" b="1" spc="0" dirty="0" smtClean="0">
                <a:latin typeface="Courier New"/>
                <a:cs typeface="Courier New"/>
              </a:rPr>
              <a:t>c</a:t>
            </a:r>
            <a:r>
              <a:rPr sz="1800" b="1" spc="-15" dirty="0" smtClean="0">
                <a:latin typeface="Courier New"/>
                <a:cs typeface="Courier New"/>
              </a:rPr>
              <a:t>la</a:t>
            </a:r>
            <a:r>
              <a:rPr sz="1800" b="1" spc="0" dirty="0" smtClean="0">
                <a:latin typeface="Courier New"/>
                <a:cs typeface="Courier New"/>
              </a:rPr>
              <a:t>ss</a:t>
            </a:r>
            <a:r>
              <a:rPr sz="1800" b="1" spc="-20" dirty="0" smtClean="0">
                <a:latin typeface="Courier New"/>
                <a:cs typeface="Courier New"/>
              </a:rPr>
              <a:t>_</a:t>
            </a:r>
            <a:r>
              <a:rPr sz="1800" b="1" spc="0" dirty="0" smtClean="0">
                <a:latin typeface="Courier New"/>
                <a:cs typeface="Courier New"/>
              </a:rPr>
              <a:t>_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r>
              <a:rPr sz="1800" b="1" dirty="0" smtClean="0">
                <a:solidFill>
                  <a:srgbClr val="0000FF"/>
                </a:solidFill>
                <a:latin typeface="Courier New"/>
                <a:cs typeface="Courier New"/>
              </a:rPr>
              <a:t>&lt;</a:t>
            </a:r>
            <a:r>
              <a:rPr sz="18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c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l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a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ss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s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tu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de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n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t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C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la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s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s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a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t</a:t>
            </a:r>
            <a:r>
              <a:rPr sz="1800" b="1" spc="-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0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1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0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B4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C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6</a:t>
            </a:r>
            <a:r>
              <a:rPr sz="1800" b="1" spc="-15" dirty="0" smtClean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00FF"/>
                </a:solidFill>
                <a:latin typeface="Courier New"/>
                <a:cs typeface="Courier New"/>
              </a:rPr>
              <a:t>&gt;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  <a:spcBef>
                <a:spcPts val="23"/>
              </a:spcBef>
            </a:pPr>
            <a:endParaRPr sz="1000"/>
          </a:p>
          <a:p>
            <a:pPr>
              <a:lnSpc>
                <a:spcPct val="100000"/>
              </a:lnSpc>
            </a:pPr>
            <a:r>
              <a:rPr sz="1800" b="1" dirty="0" smtClean="0">
                <a:solidFill>
                  <a:srgbClr val="660066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660066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g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=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f</a:t>
            </a:r>
            <a:r>
              <a:rPr sz="1800" b="1" spc="-15" dirty="0" smtClean="0">
                <a:latin typeface="Courier New"/>
                <a:cs typeface="Courier New"/>
              </a:rPr>
              <a:t>._</a:t>
            </a:r>
            <a:r>
              <a:rPr sz="1800" b="1" spc="0" dirty="0" smtClean="0">
                <a:latin typeface="Courier New"/>
                <a:cs typeface="Courier New"/>
              </a:rPr>
              <a:t>_c</a:t>
            </a:r>
            <a:r>
              <a:rPr sz="1800" b="1" spc="-15" dirty="0" smtClean="0">
                <a:latin typeface="Courier New"/>
                <a:cs typeface="Courier New"/>
              </a:rPr>
              <a:t>l</a:t>
            </a:r>
            <a:r>
              <a:rPr sz="1800" b="1" spc="0" dirty="0" smtClean="0">
                <a:latin typeface="Courier New"/>
                <a:cs typeface="Courier New"/>
              </a:rPr>
              <a:t>a</a:t>
            </a:r>
            <a:r>
              <a:rPr sz="1800" b="1" spc="-15" dirty="0" smtClean="0">
                <a:latin typeface="Courier New"/>
                <a:cs typeface="Courier New"/>
              </a:rPr>
              <a:t>s</a:t>
            </a:r>
            <a:r>
              <a:rPr sz="1800" b="1" spc="0" dirty="0" smtClean="0">
                <a:latin typeface="Courier New"/>
                <a:cs typeface="Courier New"/>
              </a:rPr>
              <a:t>s_</a:t>
            </a:r>
            <a:r>
              <a:rPr sz="1800" b="1" spc="-15" dirty="0" smtClean="0">
                <a:latin typeface="Courier New"/>
                <a:cs typeface="Courier New"/>
              </a:rPr>
              <a:t>_</a:t>
            </a:r>
            <a:r>
              <a:rPr sz="1800" b="1" spc="5" dirty="0" smtClean="0">
                <a:latin typeface="Courier New"/>
                <a:cs typeface="Courier New"/>
              </a:rPr>
              <a:t>(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“T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om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J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o</a:t>
            </a:r>
            <a:r>
              <a:rPr sz="18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ne</a:t>
            </a:r>
            <a:r>
              <a:rPr sz="1800" b="1" spc="-15" dirty="0" smtClean="0">
                <a:solidFill>
                  <a:srgbClr val="008000"/>
                </a:solidFill>
                <a:latin typeface="Courier New"/>
                <a:cs typeface="Courier New"/>
              </a:rPr>
              <a:t>s</a:t>
            </a:r>
            <a:r>
              <a:rPr sz="1800" b="1" spc="5" dirty="0" smtClean="0">
                <a:solidFill>
                  <a:srgbClr val="008000"/>
                </a:solidFill>
                <a:latin typeface="Courier New"/>
                <a:cs typeface="Courier New"/>
              </a:rPr>
              <a:t>”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3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34)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7908" y="1892807"/>
            <a:ext cx="5334000" cy="3124200"/>
          </a:xfrm>
          <a:custGeom>
            <a:avLst/>
            <a:gdLst/>
            <a:ahLst/>
            <a:cxnLst/>
            <a:rect l="l" t="t" r="r" b="b"/>
            <a:pathLst>
              <a:path w="5334000" h="3124200">
                <a:moveTo>
                  <a:pt x="0" y="3124200"/>
                </a:moveTo>
                <a:lnTo>
                  <a:pt x="5334000" y="3124200"/>
                </a:lnTo>
                <a:lnTo>
                  <a:pt x="5334000" y="0"/>
                </a:lnTo>
                <a:lnTo>
                  <a:pt x="0" y="0"/>
                </a:lnTo>
                <a:lnTo>
                  <a:pt x="0" y="312420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87908" y="1892807"/>
            <a:ext cx="5334000" cy="3124200"/>
          </a:xfrm>
          <a:custGeom>
            <a:avLst/>
            <a:gdLst/>
            <a:ahLst/>
            <a:cxnLst/>
            <a:rect l="l" t="t" r="r" b="b"/>
            <a:pathLst>
              <a:path w="5334000" h="3124200">
                <a:moveTo>
                  <a:pt x="0" y="3124200"/>
                </a:moveTo>
                <a:lnTo>
                  <a:pt x="5334000" y="3124200"/>
                </a:lnTo>
                <a:lnTo>
                  <a:pt x="5334000" y="0"/>
                </a:lnTo>
                <a:lnTo>
                  <a:pt x="0" y="0"/>
                </a:lnTo>
                <a:lnTo>
                  <a:pt x="0" y="31242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103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4786" y="2627757"/>
            <a:ext cx="5339080" cy="4362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800" b="1" spc="-15" dirty="0" smtClean="0">
                <a:latin typeface="Arial"/>
                <a:cs typeface="Arial"/>
              </a:rPr>
              <a:t>File</a:t>
            </a:r>
            <a:r>
              <a:rPr sz="2800" b="1" spc="-5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Proces</a:t>
            </a:r>
            <a:r>
              <a:rPr sz="2800" b="1" spc="-15" dirty="0" smtClean="0">
                <a:latin typeface="Arial"/>
                <a:cs typeface="Arial"/>
              </a:rPr>
              <a:t>sin</a:t>
            </a:r>
            <a:r>
              <a:rPr sz="2800" b="1" spc="-30" dirty="0" smtClean="0">
                <a:latin typeface="Arial"/>
                <a:cs typeface="Arial"/>
              </a:rPr>
              <a:t>g</a:t>
            </a:r>
            <a:r>
              <a:rPr sz="2800" b="1" spc="-10" dirty="0" smtClean="0">
                <a:latin typeface="Arial"/>
                <a:cs typeface="Arial"/>
              </a:rPr>
              <a:t>,</a:t>
            </a:r>
            <a:r>
              <a:rPr sz="2800" b="1" spc="10" dirty="0" smtClean="0">
                <a:latin typeface="Arial"/>
                <a:cs typeface="Arial"/>
              </a:rPr>
              <a:t> </a:t>
            </a:r>
            <a:r>
              <a:rPr sz="2800" b="1" spc="-15" dirty="0" smtClean="0">
                <a:latin typeface="Arial"/>
                <a:cs typeface="Arial"/>
              </a:rPr>
              <a:t>Error</a:t>
            </a:r>
            <a:r>
              <a:rPr sz="2800" b="1" spc="-5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Han</a:t>
            </a:r>
            <a:r>
              <a:rPr sz="2800" b="1" spc="-35" dirty="0" smtClean="0">
                <a:latin typeface="Arial"/>
                <a:cs typeface="Arial"/>
              </a:rPr>
              <a:t>d</a:t>
            </a:r>
            <a:r>
              <a:rPr sz="2800" b="1" spc="-15" dirty="0" smtClean="0">
                <a:latin typeface="Arial"/>
                <a:cs typeface="Arial"/>
              </a:rPr>
              <a:t>ling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556218" y="3791987"/>
            <a:ext cx="3182991" cy="2795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105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54786" y="485266"/>
            <a:ext cx="6120765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925194" algn="l"/>
                <a:tab pos="3517900" algn="l"/>
                <a:tab pos="4558030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Fi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l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e	P</a:t>
            </a:r>
            <a:r>
              <a:rPr sz="3600" b="1" spc="5" dirty="0" smtClean="0">
                <a:solidFill>
                  <a:srgbClr val="000066"/>
                </a:solidFill>
                <a:latin typeface="Arial"/>
                <a:cs typeface="Arial"/>
              </a:rPr>
              <a:t>r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ocessing	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w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ith	Python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67587" y="1737614"/>
            <a:ext cx="4141470" cy="14230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 smtClean="0">
                <a:latin typeface="Arial"/>
                <a:cs typeface="Arial"/>
              </a:rPr>
              <a:t>About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30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hat</a:t>
            </a:r>
            <a:r>
              <a:rPr sz="2000" b="1" spc="-50" dirty="0" smtClean="0">
                <a:latin typeface="Arial"/>
                <a:cs typeface="Arial"/>
              </a:rPr>
              <a:t> </a:t>
            </a:r>
            <a:r>
              <a:rPr sz="2000" b="1" spc="-35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ou’d</a:t>
            </a:r>
            <a:r>
              <a:rPr sz="2000" b="1" spc="2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expect….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750"/>
              </a:lnSpc>
              <a:spcBef>
                <a:spcPts val="35"/>
              </a:spcBef>
            </a:pPr>
            <a:endParaRPr sz="75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12700" marR="12700">
              <a:lnSpc>
                <a:spcPct val="120500"/>
              </a:lnSpc>
            </a:pPr>
            <a:r>
              <a:rPr sz="2000" b="1" spc="-5" dirty="0" smtClean="0">
                <a:latin typeface="Courier New"/>
                <a:cs typeface="Courier New"/>
              </a:rPr>
              <a:t>filept</a:t>
            </a:r>
            <a:r>
              <a:rPr sz="2000" b="1" spc="0" dirty="0" smtClean="0">
                <a:latin typeface="Courier New"/>
                <a:cs typeface="Courier New"/>
              </a:rPr>
              <a:t>r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=</a:t>
            </a:r>
            <a:r>
              <a:rPr sz="2000" b="1" spc="-5" dirty="0" smtClean="0">
                <a:latin typeface="Courier New"/>
                <a:cs typeface="Courier New"/>
              </a:rPr>
              <a:t> open(</a:t>
            </a:r>
            <a:r>
              <a:rPr sz="2000" b="1" spc="-5" dirty="0" smtClean="0">
                <a:solidFill>
                  <a:srgbClr val="008000"/>
                </a:solidFill>
                <a:latin typeface="Courier New"/>
                <a:cs typeface="Courier New"/>
              </a:rPr>
              <a:t>“filenam</a:t>
            </a:r>
            <a:r>
              <a:rPr sz="2000" b="1" spc="0" dirty="0" smtClean="0">
                <a:solidFill>
                  <a:srgbClr val="008000"/>
                </a:solidFill>
                <a:latin typeface="Courier New"/>
                <a:cs typeface="Courier New"/>
              </a:rPr>
              <a:t>e</a:t>
            </a:r>
            <a:r>
              <a:rPr sz="2000" b="1" spc="-5" dirty="0" smtClean="0">
                <a:solidFill>
                  <a:srgbClr val="008000"/>
                </a:solidFill>
                <a:latin typeface="Courier New"/>
                <a:cs typeface="Courier New"/>
              </a:rPr>
              <a:t>”</a:t>
            </a:r>
            <a:r>
              <a:rPr sz="2000" b="1" spc="0" dirty="0" smtClean="0">
                <a:latin typeface="Courier New"/>
                <a:cs typeface="Courier New"/>
              </a:rPr>
              <a:t>) </a:t>
            </a:r>
            <a:r>
              <a:rPr sz="2000" b="1" spc="-5" dirty="0" smtClean="0">
                <a:latin typeface="Courier New"/>
                <a:cs typeface="Courier New"/>
              </a:rPr>
              <a:t>somestrin</a:t>
            </a:r>
            <a:r>
              <a:rPr sz="2000" b="1" spc="0" dirty="0" smtClean="0">
                <a:latin typeface="Courier New"/>
                <a:cs typeface="Courier New"/>
              </a:rPr>
              <a:t>g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=</a:t>
            </a:r>
            <a:r>
              <a:rPr sz="2000" b="1" spc="-5" dirty="0" smtClean="0">
                <a:latin typeface="Courier New"/>
                <a:cs typeface="Courier New"/>
              </a:rPr>
              <a:t> fileptr.read()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7587" y="3191764"/>
            <a:ext cx="1245235" cy="6000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fo</a:t>
            </a:r>
            <a:r>
              <a:rPr sz="20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r</a:t>
            </a:r>
            <a:r>
              <a:rPr sz="20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latin typeface="Courier New"/>
                <a:cs typeface="Courier New"/>
              </a:rPr>
              <a:t>line</a:t>
            </a:r>
            <a:endParaRPr sz="2000">
              <a:latin typeface="Courier New"/>
              <a:cs typeface="Courier New"/>
            </a:endParaRPr>
          </a:p>
          <a:p>
            <a:pPr marL="469900">
              <a:lnSpc>
                <a:spcPts val="2090"/>
              </a:lnSpc>
            </a:pPr>
            <a:r>
              <a:rPr sz="20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print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39442" y="3191764"/>
            <a:ext cx="1702435" cy="6000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i</a:t>
            </a:r>
            <a:r>
              <a:rPr sz="2000" b="1" spc="0" dirty="0" smtClean="0">
                <a:solidFill>
                  <a:srgbClr val="FF6600"/>
                </a:solidFill>
                <a:latin typeface="Courier New"/>
                <a:cs typeface="Courier New"/>
              </a:rPr>
              <a:t>n</a:t>
            </a:r>
            <a:r>
              <a:rPr sz="2000" b="1" spc="-5" dirty="0" smtClean="0">
                <a:solidFill>
                  <a:srgbClr val="FF6600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latin typeface="Courier New"/>
                <a:cs typeface="Courier New"/>
              </a:rPr>
              <a:t>filept</a:t>
            </a:r>
            <a:r>
              <a:rPr sz="2000" b="1" spc="-10" dirty="0" smtClean="0">
                <a:latin typeface="Courier New"/>
                <a:cs typeface="Courier New"/>
              </a:rPr>
              <a:t>r</a:t>
            </a:r>
            <a:r>
              <a:rPr sz="2000" b="1" spc="0" dirty="0" smtClean="0">
                <a:latin typeface="Courier New"/>
                <a:cs typeface="Courier New"/>
              </a:rPr>
              <a:t>: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ts val="2090"/>
              </a:lnSpc>
            </a:pPr>
            <a:r>
              <a:rPr sz="2000" b="1" spc="-5" dirty="0" smtClean="0">
                <a:latin typeface="Courier New"/>
                <a:cs typeface="Courier New"/>
              </a:rPr>
              <a:t>line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7587" y="3824478"/>
            <a:ext cx="2312035" cy="3346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 smtClean="0">
                <a:latin typeface="Courier New"/>
                <a:cs typeface="Courier New"/>
              </a:rPr>
              <a:t>fileptr.close()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106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54786" y="551941"/>
            <a:ext cx="4291965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2324100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Exception	Handli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n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g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7316" y="1386585"/>
            <a:ext cx="7258050" cy="312674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35280" indent="-323215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35280" algn="l"/>
              </a:tabLst>
            </a:pPr>
            <a:r>
              <a:rPr sz="2000" b="1" dirty="0" smtClean="0">
                <a:latin typeface="Arial"/>
                <a:cs typeface="Arial"/>
              </a:rPr>
              <a:t>Exceptions</a:t>
            </a:r>
            <a:r>
              <a:rPr sz="2000" b="1" spc="-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are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P</a:t>
            </a:r>
            <a:r>
              <a:rPr sz="2000" b="1" spc="-40" dirty="0" smtClean="0">
                <a:latin typeface="Arial"/>
                <a:cs typeface="Arial"/>
              </a:rPr>
              <a:t>y</a:t>
            </a:r>
            <a:r>
              <a:rPr sz="2000" b="1" spc="0" dirty="0" smtClean="0">
                <a:latin typeface="Arial"/>
                <a:cs typeface="Arial"/>
              </a:rPr>
              <a:t>thon</a:t>
            </a:r>
            <a:r>
              <a:rPr sz="2000" b="1" spc="3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objects</a:t>
            </a:r>
            <a:endParaRPr sz="2000">
              <a:latin typeface="Arial"/>
              <a:cs typeface="Arial"/>
            </a:endParaRPr>
          </a:p>
          <a:p>
            <a:pPr>
              <a:lnSpc>
                <a:spcPts val="600"/>
              </a:lnSpc>
              <a:spcBef>
                <a:spcPts val="21"/>
              </a:spcBef>
              <a:buClr>
                <a:srgbClr val="FF0000"/>
              </a:buClr>
              <a:buFont typeface="Wingdings"/>
              <a:buChar char=""/>
            </a:pPr>
            <a:endParaRPr sz="600"/>
          </a:p>
          <a:p>
            <a:pPr marL="768350" lvl="1" indent="-288290">
              <a:lnSpc>
                <a:spcPct val="100000"/>
              </a:lnSpc>
              <a:buClr>
                <a:srgbClr val="FF0000"/>
              </a:buClr>
              <a:buSzPct val="108333"/>
              <a:buFont typeface="Wingdings"/>
              <a:buChar char=""/>
              <a:tabLst>
                <a:tab pos="768350" algn="l"/>
              </a:tabLst>
            </a:pPr>
            <a:r>
              <a:rPr sz="1800" dirty="0" smtClean="0">
                <a:latin typeface="Arial"/>
                <a:cs typeface="Arial"/>
              </a:rPr>
              <a:t>M</a:t>
            </a:r>
            <a:r>
              <a:rPr sz="1800" spc="-10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re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sp</a:t>
            </a:r>
            <a:r>
              <a:rPr sz="1800" spc="-15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cif</a:t>
            </a:r>
            <a:r>
              <a:rPr sz="1800" spc="-10" dirty="0" smtClean="0">
                <a:latin typeface="Arial"/>
                <a:cs typeface="Arial"/>
              </a:rPr>
              <a:t>i</a:t>
            </a:r>
            <a:r>
              <a:rPr sz="1800" spc="0" dirty="0" smtClean="0">
                <a:latin typeface="Arial"/>
                <a:cs typeface="Arial"/>
              </a:rPr>
              <a:t>c</a:t>
            </a:r>
            <a:r>
              <a:rPr sz="1800" spc="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ki</a:t>
            </a:r>
            <a:r>
              <a:rPr sz="1800" spc="-15" dirty="0" smtClean="0">
                <a:latin typeface="Arial"/>
                <a:cs typeface="Arial"/>
              </a:rPr>
              <a:t>n</a:t>
            </a:r>
            <a:r>
              <a:rPr sz="1800" spc="-10" dirty="0" smtClean="0">
                <a:latin typeface="Arial"/>
                <a:cs typeface="Arial"/>
              </a:rPr>
              <a:t>d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10" dirty="0" smtClean="0">
                <a:latin typeface="Arial"/>
                <a:cs typeface="Arial"/>
              </a:rPr>
              <a:t> </a:t>
            </a:r>
            <a:r>
              <a:rPr sz="1800" spc="-10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f</a:t>
            </a:r>
            <a:r>
              <a:rPr sz="1800" spc="-5" dirty="0" smtClean="0">
                <a:latin typeface="Arial"/>
                <a:cs typeface="Arial"/>
              </a:rPr>
              <a:t> 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rr</a:t>
            </a:r>
            <a:r>
              <a:rPr sz="1800" spc="-10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rs</a:t>
            </a:r>
            <a:r>
              <a:rPr sz="1800" spc="10" dirty="0" smtClean="0">
                <a:latin typeface="Arial"/>
                <a:cs typeface="Arial"/>
              </a:rPr>
              <a:t> 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re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su</a:t>
            </a:r>
            <a:r>
              <a:rPr sz="1800" spc="-15" dirty="0" smtClean="0">
                <a:latin typeface="Arial"/>
                <a:cs typeface="Arial"/>
              </a:rPr>
              <a:t>b</a:t>
            </a:r>
            <a:r>
              <a:rPr sz="1800" spc="0" dirty="0" smtClean="0">
                <a:latin typeface="Arial"/>
                <a:cs typeface="Arial"/>
              </a:rPr>
              <a:t>cl</a:t>
            </a:r>
            <a:r>
              <a:rPr sz="1800" spc="-15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ss</a:t>
            </a:r>
            <a:r>
              <a:rPr sz="1800" spc="-10" dirty="0" smtClean="0">
                <a:latin typeface="Arial"/>
                <a:cs typeface="Arial"/>
              </a:rPr>
              <a:t>e</a:t>
            </a:r>
            <a:r>
              <a:rPr sz="1800" spc="0" dirty="0" smtClean="0">
                <a:latin typeface="Arial"/>
                <a:cs typeface="Arial"/>
              </a:rPr>
              <a:t>s</a:t>
            </a:r>
            <a:r>
              <a:rPr sz="1800" spc="10" dirty="0" smtClean="0">
                <a:latin typeface="Arial"/>
                <a:cs typeface="Arial"/>
              </a:rPr>
              <a:t> </a:t>
            </a:r>
            <a:r>
              <a:rPr sz="1800" spc="-10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f the</a:t>
            </a:r>
            <a:r>
              <a:rPr sz="1800" spc="-1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g</a:t>
            </a:r>
            <a:r>
              <a:rPr sz="1800" spc="-10" dirty="0" smtClean="0">
                <a:latin typeface="Arial"/>
                <a:cs typeface="Arial"/>
              </a:rPr>
              <a:t>ene</a:t>
            </a:r>
            <a:r>
              <a:rPr sz="1800" spc="0" dirty="0" smtClean="0">
                <a:latin typeface="Arial"/>
                <a:cs typeface="Arial"/>
              </a:rPr>
              <a:t>r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l</a:t>
            </a:r>
            <a:r>
              <a:rPr sz="1800" spc="20" dirty="0" smtClean="0">
                <a:latin typeface="Arial"/>
                <a:cs typeface="Arial"/>
              </a:rPr>
              <a:t> </a:t>
            </a:r>
            <a:r>
              <a:rPr sz="1800" spc="0" dirty="0" smtClean="0">
                <a:latin typeface="Arial"/>
                <a:cs typeface="Arial"/>
              </a:rPr>
              <a:t>Err</a:t>
            </a:r>
            <a:r>
              <a:rPr sz="1800" spc="-10" dirty="0" smtClean="0">
                <a:latin typeface="Arial"/>
                <a:cs typeface="Arial"/>
              </a:rPr>
              <a:t>o</a:t>
            </a:r>
            <a:r>
              <a:rPr sz="1800" spc="0" dirty="0" smtClean="0">
                <a:latin typeface="Arial"/>
                <a:cs typeface="Arial"/>
              </a:rPr>
              <a:t>r</a:t>
            </a:r>
            <a:endParaRPr sz="1800">
              <a:latin typeface="Arial"/>
              <a:cs typeface="Arial"/>
            </a:endParaRPr>
          </a:p>
          <a:p>
            <a:pPr marL="768350">
              <a:lnSpc>
                <a:spcPts val="2135"/>
              </a:lnSpc>
            </a:pPr>
            <a:r>
              <a:rPr sz="1800" dirty="0" smtClean="0">
                <a:latin typeface="Arial"/>
                <a:cs typeface="Arial"/>
              </a:rPr>
              <a:t>cl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ss.</a:t>
            </a:r>
            <a:endParaRPr sz="1800">
              <a:latin typeface="Arial"/>
              <a:cs typeface="Arial"/>
            </a:endParaRPr>
          </a:p>
          <a:p>
            <a:pPr>
              <a:lnSpc>
                <a:spcPts val="750"/>
              </a:lnSpc>
              <a:spcBef>
                <a:spcPts val="38"/>
              </a:spcBef>
            </a:pPr>
            <a:endParaRPr sz="75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335280" indent="-323215">
              <a:lnSpc>
                <a:spcPct val="100000"/>
              </a:lnSpc>
              <a:buClr>
                <a:srgbClr val="FF0000"/>
              </a:buClr>
              <a:buSzPct val="110000"/>
              <a:buFont typeface="Wingdings"/>
              <a:buChar char=""/>
              <a:tabLst>
                <a:tab pos="335280" algn="l"/>
              </a:tabLst>
            </a:pPr>
            <a:r>
              <a:rPr sz="2000" b="1" dirty="0" smtClean="0">
                <a:latin typeface="Arial"/>
                <a:cs typeface="Arial"/>
              </a:rPr>
              <a:t>You</a:t>
            </a:r>
            <a:r>
              <a:rPr sz="2000" b="1" spc="-1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use the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foll</a:t>
            </a:r>
            <a:r>
              <a:rPr sz="2000" b="1" spc="-30" dirty="0" smtClean="0">
                <a:latin typeface="Arial"/>
                <a:cs typeface="Arial"/>
              </a:rPr>
              <a:t>o</a:t>
            </a:r>
            <a:r>
              <a:rPr sz="2000" b="1" spc="35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ing</a:t>
            </a:r>
            <a:r>
              <a:rPr sz="2000" b="1" spc="-50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forms</a:t>
            </a:r>
            <a:r>
              <a:rPr sz="2000" b="1" spc="-2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to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interact</a:t>
            </a:r>
            <a:r>
              <a:rPr sz="2000" b="1" spc="-35" dirty="0" smtClean="0">
                <a:latin typeface="Arial"/>
                <a:cs typeface="Arial"/>
              </a:rPr>
              <a:t> </a:t>
            </a:r>
            <a:r>
              <a:rPr sz="2000" b="1" spc="25" dirty="0" smtClean="0">
                <a:latin typeface="Arial"/>
                <a:cs typeface="Arial"/>
              </a:rPr>
              <a:t>w</a:t>
            </a:r>
            <a:r>
              <a:rPr sz="2000" b="1" spc="0" dirty="0" smtClean="0">
                <a:latin typeface="Arial"/>
                <a:cs typeface="Arial"/>
              </a:rPr>
              <a:t>i</a:t>
            </a:r>
            <a:r>
              <a:rPr sz="2000" b="1" spc="-15" dirty="0" smtClean="0">
                <a:latin typeface="Arial"/>
                <a:cs typeface="Arial"/>
              </a:rPr>
              <a:t>t</a:t>
            </a:r>
            <a:r>
              <a:rPr sz="2000" b="1" spc="0" dirty="0" smtClean="0">
                <a:latin typeface="Arial"/>
                <a:cs typeface="Arial"/>
              </a:rPr>
              <a:t>h</a:t>
            </a:r>
            <a:r>
              <a:rPr sz="2000" b="1" spc="-45" dirty="0" smtClean="0"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them:</a:t>
            </a:r>
            <a:endParaRPr sz="2000">
              <a:latin typeface="Arial"/>
              <a:cs typeface="Arial"/>
            </a:endParaRPr>
          </a:p>
          <a:p>
            <a:pPr marL="768350" lvl="1" indent="-288290">
              <a:lnSpc>
                <a:spcPct val="100000"/>
              </a:lnSpc>
              <a:spcBef>
                <a:spcPts val="250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768350" algn="l"/>
              </a:tabLst>
            </a:pPr>
            <a:r>
              <a:rPr sz="1800" dirty="0" smtClean="0">
                <a:latin typeface="Arial"/>
                <a:cs typeface="Arial"/>
              </a:rPr>
              <a:t>try</a:t>
            </a:r>
            <a:endParaRPr sz="1800">
              <a:latin typeface="Arial"/>
              <a:cs typeface="Arial"/>
            </a:endParaRPr>
          </a:p>
          <a:p>
            <a:pPr marL="768350" lvl="1" indent="-288290">
              <a:lnSpc>
                <a:spcPct val="100000"/>
              </a:lnSpc>
              <a:spcBef>
                <a:spcPts val="254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768350" algn="l"/>
              </a:tabLst>
            </a:pPr>
            <a:r>
              <a:rPr sz="1800" dirty="0" smtClean="0">
                <a:latin typeface="Arial"/>
                <a:cs typeface="Arial"/>
              </a:rPr>
              <a:t>e</a:t>
            </a:r>
            <a:r>
              <a:rPr sz="1800" spc="-20" dirty="0" smtClean="0">
                <a:latin typeface="Arial"/>
                <a:cs typeface="Arial"/>
              </a:rPr>
              <a:t>x</a:t>
            </a:r>
            <a:r>
              <a:rPr sz="1800" spc="0" dirty="0" smtClean="0">
                <a:latin typeface="Arial"/>
                <a:cs typeface="Arial"/>
              </a:rPr>
              <a:t>ce</a:t>
            </a:r>
            <a:r>
              <a:rPr sz="1800" spc="-10" dirty="0" smtClean="0">
                <a:latin typeface="Arial"/>
                <a:cs typeface="Arial"/>
              </a:rPr>
              <a:t>p</a:t>
            </a:r>
            <a:r>
              <a:rPr sz="1800" spc="0" dirty="0" smtClean="0">
                <a:latin typeface="Arial"/>
                <a:cs typeface="Arial"/>
              </a:rPr>
              <a:t>t</a:t>
            </a:r>
            <a:endParaRPr sz="1800">
              <a:latin typeface="Arial"/>
              <a:cs typeface="Arial"/>
            </a:endParaRPr>
          </a:p>
          <a:p>
            <a:pPr marL="768350" lvl="1" indent="-288290">
              <a:lnSpc>
                <a:spcPct val="100000"/>
              </a:lnSpc>
              <a:spcBef>
                <a:spcPts val="250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768350" algn="l"/>
              </a:tabLst>
            </a:pPr>
            <a:r>
              <a:rPr sz="1800" i="1" dirty="0" smtClean="0">
                <a:latin typeface="Arial"/>
                <a:cs typeface="Arial"/>
              </a:rPr>
              <a:t>e</a:t>
            </a:r>
            <a:r>
              <a:rPr sz="1800" i="1" spc="-10" dirty="0" smtClean="0">
                <a:latin typeface="Arial"/>
                <a:cs typeface="Arial"/>
              </a:rPr>
              <a:t>l</a:t>
            </a:r>
            <a:r>
              <a:rPr sz="1800" i="1" spc="0" dirty="0" smtClean="0">
                <a:latin typeface="Arial"/>
                <a:cs typeface="Arial"/>
              </a:rPr>
              <a:t>se</a:t>
            </a:r>
            <a:endParaRPr sz="1800">
              <a:latin typeface="Arial"/>
              <a:cs typeface="Arial"/>
            </a:endParaRPr>
          </a:p>
          <a:p>
            <a:pPr marL="768350" lvl="1" indent="-288290">
              <a:lnSpc>
                <a:spcPct val="100000"/>
              </a:lnSpc>
              <a:spcBef>
                <a:spcPts val="250"/>
              </a:spcBef>
              <a:buClr>
                <a:srgbClr val="FF0000"/>
              </a:buClr>
              <a:buSzPct val="108333"/>
              <a:buFont typeface="Wingdings"/>
              <a:buChar char=""/>
              <a:tabLst>
                <a:tab pos="768350" algn="l"/>
              </a:tabLst>
            </a:pPr>
            <a:r>
              <a:rPr sz="1800" dirty="0" smtClean="0">
                <a:latin typeface="Arial"/>
                <a:cs typeface="Arial"/>
              </a:rPr>
              <a:t>fin</a:t>
            </a:r>
            <a:r>
              <a:rPr sz="1800" spc="-10" dirty="0" smtClean="0">
                <a:latin typeface="Arial"/>
                <a:cs typeface="Arial"/>
              </a:rPr>
              <a:t>a</a:t>
            </a:r>
            <a:r>
              <a:rPr sz="1800" spc="0" dirty="0" smtClean="0">
                <a:latin typeface="Arial"/>
                <a:cs typeface="Arial"/>
              </a:rPr>
              <a:t>l</a:t>
            </a:r>
            <a:r>
              <a:rPr sz="1800" spc="-10" dirty="0" smtClean="0">
                <a:latin typeface="Arial"/>
                <a:cs typeface="Arial"/>
              </a:rPr>
              <a:t>l</a:t>
            </a:r>
            <a:r>
              <a:rPr sz="1800" spc="0" dirty="0" smtClean="0">
                <a:latin typeface="Arial"/>
                <a:cs typeface="Arial"/>
              </a:rPr>
              <a:t>y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72683" y="5942076"/>
            <a:ext cx="1716405" cy="3771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400" dirty="0" smtClean="0">
                <a:latin typeface="Times New Roman"/>
                <a:cs typeface="Times New Roman"/>
              </a:rPr>
              <a:t>for exa</a:t>
            </a:r>
            <a:r>
              <a:rPr sz="2400" spc="-20" dirty="0" smtClean="0">
                <a:latin typeface="Times New Roman"/>
                <a:cs typeface="Times New Roman"/>
              </a:rPr>
              <a:t>m</a:t>
            </a:r>
            <a:r>
              <a:rPr sz="2400" spc="0" dirty="0" smtClean="0">
                <a:latin typeface="Times New Roman"/>
                <a:cs typeface="Times New Roman"/>
              </a:rPr>
              <a:t>ple...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107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713943" y="568578"/>
            <a:ext cx="3935095" cy="100139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latin typeface="Courier New"/>
                <a:cs typeface="Courier New"/>
              </a:rPr>
              <a:t>&gt;&gt;&gt; </a:t>
            </a:r>
            <a:r>
              <a:rPr sz="1600" b="1" spc="-10" dirty="0" smtClean="0">
                <a:solidFill>
                  <a:srgbClr val="DEA900"/>
                </a:solidFill>
                <a:latin typeface="Courier New"/>
                <a:cs typeface="Courier New"/>
              </a:rPr>
              <a:t>def</a:t>
            </a:r>
            <a:r>
              <a:rPr sz="1600" b="1" spc="10" dirty="0" smtClean="0">
                <a:solidFill>
                  <a:srgbClr val="DEA900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latin typeface="Courier New"/>
                <a:cs typeface="Courier New"/>
              </a:rPr>
              <a:t>div</a:t>
            </a:r>
            <a:r>
              <a:rPr sz="1600" b="1" spc="5" dirty="0" smtClean="0">
                <a:latin typeface="Courier New"/>
                <a:cs typeface="Courier New"/>
              </a:rPr>
              <a:t>i</a:t>
            </a:r>
            <a:r>
              <a:rPr sz="1600" b="1" spc="-10" dirty="0" smtClean="0">
                <a:latin typeface="Courier New"/>
                <a:cs typeface="Courier New"/>
              </a:rPr>
              <a:t>de(</a:t>
            </a:r>
            <a:r>
              <a:rPr sz="1600" b="1" spc="0" dirty="0" smtClean="0">
                <a:latin typeface="Courier New"/>
                <a:cs typeface="Courier New"/>
              </a:rPr>
              <a:t>x</a:t>
            </a:r>
            <a:r>
              <a:rPr sz="1600" b="1" spc="-10" dirty="0" smtClean="0">
                <a:latin typeface="Courier New"/>
                <a:cs typeface="Courier New"/>
              </a:rPr>
              <a:t>, </a:t>
            </a:r>
            <a:r>
              <a:rPr sz="1600" b="1" spc="0" dirty="0" smtClean="0">
                <a:latin typeface="Courier New"/>
                <a:cs typeface="Courier New"/>
              </a:rPr>
              <a:t>y</a:t>
            </a:r>
            <a:r>
              <a:rPr sz="1600" b="1" spc="-10" dirty="0" smtClean="0">
                <a:latin typeface="Courier New"/>
                <a:cs typeface="Courier New"/>
              </a:rPr>
              <a:t>):</a:t>
            </a:r>
            <a:endParaRPr sz="1600">
              <a:latin typeface="Courier New"/>
              <a:cs typeface="Courier New"/>
            </a:endParaRPr>
          </a:p>
          <a:p>
            <a:pPr marL="867410">
              <a:lnSpc>
                <a:spcPct val="100000"/>
              </a:lnSpc>
            </a:pPr>
            <a:r>
              <a:rPr sz="1600" b="1" spc="-10" dirty="0" smtClean="0">
                <a:solidFill>
                  <a:srgbClr val="DEA900"/>
                </a:solidFill>
                <a:latin typeface="Courier New"/>
                <a:cs typeface="Courier New"/>
              </a:rPr>
              <a:t>try</a:t>
            </a:r>
            <a:r>
              <a:rPr sz="1600" b="1" spc="-10" dirty="0" smtClean="0">
                <a:latin typeface="Courier New"/>
                <a:cs typeface="Courier New"/>
              </a:rPr>
              <a:t>:</a:t>
            </a:r>
            <a:endParaRPr sz="1600">
              <a:latin typeface="Courier New"/>
              <a:cs typeface="Courier New"/>
            </a:endParaRPr>
          </a:p>
          <a:p>
            <a:pPr marL="1355090">
              <a:lnSpc>
                <a:spcPct val="100000"/>
              </a:lnSpc>
            </a:pPr>
            <a:r>
              <a:rPr sz="1600" b="1" spc="5" dirty="0" smtClean="0">
                <a:latin typeface="Courier New"/>
                <a:cs typeface="Courier New"/>
              </a:rPr>
              <a:t>r</a:t>
            </a:r>
            <a:r>
              <a:rPr sz="1600" b="1" spc="-10" dirty="0" smtClean="0">
                <a:latin typeface="Courier New"/>
                <a:cs typeface="Courier New"/>
              </a:rPr>
              <a:t>esult =</a:t>
            </a:r>
            <a:r>
              <a:rPr sz="1600" b="1" spc="10" dirty="0" smtClean="0">
                <a:latin typeface="Courier New"/>
                <a:cs typeface="Courier New"/>
              </a:rPr>
              <a:t> </a:t>
            </a:r>
            <a:r>
              <a:rPr sz="1600" b="1" spc="-10" dirty="0" smtClean="0">
                <a:latin typeface="Courier New"/>
                <a:cs typeface="Courier New"/>
              </a:rPr>
              <a:t>x /</a:t>
            </a:r>
            <a:r>
              <a:rPr sz="1600" b="1" spc="10" dirty="0" smtClean="0">
                <a:latin typeface="Courier New"/>
                <a:cs typeface="Courier New"/>
              </a:rPr>
              <a:t> </a:t>
            </a:r>
            <a:r>
              <a:rPr sz="1600" b="1" spc="-10" dirty="0" smtClean="0">
                <a:latin typeface="Courier New"/>
                <a:cs typeface="Courier New"/>
              </a:rPr>
              <a:t>y</a:t>
            </a:r>
            <a:endParaRPr sz="1600">
              <a:latin typeface="Courier New"/>
              <a:cs typeface="Courier New"/>
            </a:endParaRPr>
          </a:p>
          <a:p>
            <a:pPr marL="867410">
              <a:lnSpc>
                <a:spcPct val="100000"/>
              </a:lnSpc>
            </a:pPr>
            <a:r>
              <a:rPr sz="1600" b="1" spc="-10" dirty="0" smtClean="0">
                <a:solidFill>
                  <a:srgbClr val="DEA900"/>
                </a:solidFill>
                <a:latin typeface="Courier New"/>
                <a:cs typeface="Courier New"/>
              </a:rPr>
              <a:t>exce</a:t>
            </a:r>
            <a:r>
              <a:rPr sz="1600" b="1" spc="0" dirty="0" smtClean="0">
                <a:solidFill>
                  <a:srgbClr val="DEA900"/>
                </a:solidFill>
                <a:latin typeface="Courier New"/>
                <a:cs typeface="Courier New"/>
              </a:rPr>
              <a:t>p</a:t>
            </a:r>
            <a:r>
              <a:rPr sz="1600" b="1" spc="-10" dirty="0" smtClean="0">
                <a:solidFill>
                  <a:srgbClr val="DEA900"/>
                </a:solidFill>
                <a:latin typeface="Courier New"/>
                <a:cs typeface="Courier New"/>
              </a:rPr>
              <a:t>t</a:t>
            </a:r>
            <a:r>
              <a:rPr sz="1600" b="1" spc="5" dirty="0" smtClean="0">
                <a:solidFill>
                  <a:srgbClr val="DEA900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latin typeface="Courier New"/>
                <a:cs typeface="Courier New"/>
              </a:rPr>
              <a:t>Zero</a:t>
            </a:r>
            <a:r>
              <a:rPr sz="1600" b="1" spc="0" dirty="0" smtClean="0">
                <a:latin typeface="Courier New"/>
                <a:cs typeface="Courier New"/>
              </a:rPr>
              <a:t>D</a:t>
            </a:r>
            <a:r>
              <a:rPr sz="1600" b="1" spc="-10" dirty="0" smtClean="0">
                <a:latin typeface="Courier New"/>
                <a:cs typeface="Courier New"/>
              </a:rPr>
              <a:t>ivis</a:t>
            </a:r>
            <a:r>
              <a:rPr sz="1600" b="1" spc="0" dirty="0" smtClean="0">
                <a:latin typeface="Courier New"/>
                <a:cs typeface="Courier New"/>
              </a:rPr>
              <a:t>i</a:t>
            </a:r>
            <a:r>
              <a:rPr sz="1600" b="1" spc="-10" dirty="0" smtClean="0">
                <a:latin typeface="Courier New"/>
                <a:cs typeface="Courier New"/>
              </a:rPr>
              <a:t>onErro</a:t>
            </a:r>
            <a:r>
              <a:rPr sz="1600" b="1" spc="20" dirty="0" smtClean="0">
                <a:latin typeface="Courier New"/>
                <a:cs typeface="Courier New"/>
              </a:rPr>
              <a:t>r</a:t>
            </a:r>
            <a:r>
              <a:rPr sz="1600" b="1" spc="-10" dirty="0" smtClean="0">
                <a:latin typeface="Courier New"/>
                <a:cs typeface="Courier New"/>
              </a:rPr>
              <a:t>: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68958" y="1544192"/>
            <a:ext cx="1124585" cy="12458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500380">
              <a:lnSpc>
                <a:spcPct val="100000"/>
              </a:lnSpc>
            </a:pPr>
            <a:r>
              <a:rPr sz="1600" b="1" spc="5" dirty="0" smtClean="0">
                <a:latin typeface="Courier New"/>
                <a:cs typeface="Courier New"/>
              </a:rPr>
              <a:t>p</a:t>
            </a:r>
            <a:r>
              <a:rPr sz="1600" b="1" spc="-10" dirty="0" smtClean="0">
                <a:latin typeface="Courier New"/>
                <a:cs typeface="Courier New"/>
              </a:rPr>
              <a:t>rint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DEA900"/>
                </a:solidFill>
                <a:latin typeface="Courier New"/>
                <a:cs typeface="Courier New"/>
              </a:rPr>
              <a:t>else</a:t>
            </a:r>
            <a:r>
              <a:rPr sz="1600" b="1" spc="-10" dirty="0" smtClean="0">
                <a:latin typeface="Courier New"/>
                <a:cs typeface="Courier New"/>
              </a:rPr>
              <a:t>:</a:t>
            </a:r>
            <a:endParaRPr sz="1600">
              <a:latin typeface="Courier New"/>
              <a:cs typeface="Courier New"/>
            </a:endParaRPr>
          </a:p>
          <a:p>
            <a:pPr marL="500380">
              <a:lnSpc>
                <a:spcPct val="100000"/>
              </a:lnSpc>
            </a:pPr>
            <a:r>
              <a:rPr sz="1600" b="1" spc="5" dirty="0" smtClean="0">
                <a:latin typeface="Courier New"/>
                <a:cs typeface="Courier New"/>
              </a:rPr>
              <a:t>p</a:t>
            </a:r>
            <a:r>
              <a:rPr sz="1600" b="1" spc="-10" dirty="0" smtClean="0">
                <a:latin typeface="Courier New"/>
                <a:cs typeface="Courier New"/>
              </a:rPr>
              <a:t>rint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DEA900"/>
                </a:solidFill>
                <a:latin typeface="Courier New"/>
                <a:cs typeface="Courier New"/>
              </a:rPr>
              <a:t>fina</a:t>
            </a:r>
            <a:r>
              <a:rPr sz="1600" b="1" spc="0" dirty="0" smtClean="0">
                <a:solidFill>
                  <a:srgbClr val="DEA900"/>
                </a:solidFill>
                <a:latin typeface="Courier New"/>
                <a:cs typeface="Courier New"/>
              </a:rPr>
              <a:t>l</a:t>
            </a:r>
            <a:r>
              <a:rPr sz="1600" b="1" spc="-10" dirty="0" smtClean="0">
                <a:solidFill>
                  <a:srgbClr val="DEA900"/>
                </a:solidFill>
                <a:latin typeface="Courier New"/>
                <a:cs typeface="Courier New"/>
              </a:rPr>
              <a:t>l</a:t>
            </a:r>
            <a:r>
              <a:rPr sz="1600" b="1" spc="0" dirty="0" smtClean="0">
                <a:solidFill>
                  <a:srgbClr val="DEA900"/>
                </a:solidFill>
                <a:latin typeface="Courier New"/>
                <a:cs typeface="Courier New"/>
              </a:rPr>
              <a:t>y</a:t>
            </a:r>
            <a:r>
              <a:rPr sz="1600" b="1" spc="-10" dirty="0" smtClean="0">
                <a:latin typeface="Courier New"/>
                <a:cs typeface="Courier New"/>
              </a:rPr>
              <a:t>:</a:t>
            </a:r>
            <a:endParaRPr sz="1600">
              <a:latin typeface="Courier New"/>
              <a:cs typeface="Courier New"/>
            </a:endParaRPr>
          </a:p>
          <a:p>
            <a:pPr marL="500380">
              <a:lnSpc>
                <a:spcPct val="100000"/>
              </a:lnSpc>
            </a:pPr>
            <a:r>
              <a:rPr sz="1600" b="1" spc="5" dirty="0" smtClean="0">
                <a:latin typeface="Courier New"/>
                <a:cs typeface="Courier New"/>
              </a:rPr>
              <a:t>p</a:t>
            </a:r>
            <a:r>
              <a:rPr sz="1600" b="1" spc="-10" dirty="0" smtClean="0">
                <a:latin typeface="Courier New"/>
                <a:cs typeface="Courier New"/>
              </a:rPr>
              <a:t>rint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89935" y="1544192"/>
            <a:ext cx="2344420" cy="2698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00AF50"/>
                </a:solidFill>
                <a:latin typeface="Courier New"/>
                <a:cs typeface="Courier New"/>
              </a:rPr>
              <a:t>"</a:t>
            </a:r>
            <a:r>
              <a:rPr sz="1600" b="1" spc="5" dirty="0" smtClean="0">
                <a:solidFill>
                  <a:srgbClr val="00AF50"/>
                </a:solidFill>
                <a:latin typeface="Courier New"/>
                <a:cs typeface="Courier New"/>
              </a:rPr>
              <a:t>d</a:t>
            </a:r>
            <a:r>
              <a:rPr sz="1600" b="1" spc="-10" dirty="0" smtClean="0">
                <a:solidFill>
                  <a:srgbClr val="00AF50"/>
                </a:solidFill>
                <a:latin typeface="Courier New"/>
                <a:cs typeface="Courier New"/>
              </a:rPr>
              <a:t>ivis</a:t>
            </a:r>
            <a:r>
              <a:rPr sz="1600" b="1" spc="0" dirty="0" smtClean="0">
                <a:solidFill>
                  <a:srgbClr val="00AF50"/>
                </a:solidFill>
                <a:latin typeface="Courier New"/>
                <a:cs typeface="Courier New"/>
              </a:rPr>
              <a:t>i</a:t>
            </a:r>
            <a:r>
              <a:rPr sz="1600" b="1" spc="-10" dirty="0" smtClean="0">
                <a:solidFill>
                  <a:srgbClr val="00AF50"/>
                </a:solidFill>
                <a:latin typeface="Courier New"/>
                <a:cs typeface="Courier New"/>
              </a:rPr>
              <a:t>on by </a:t>
            </a:r>
            <a:r>
              <a:rPr sz="1600" b="1" spc="0" dirty="0" smtClean="0">
                <a:solidFill>
                  <a:srgbClr val="00AF50"/>
                </a:solidFill>
                <a:latin typeface="Courier New"/>
                <a:cs typeface="Courier New"/>
              </a:rPr>
              <a:t>z</a:t>
            </a:r>
            <a:r>
              <a:rPr sz="1600" b="1" spc="-10" dirty="0" smtClean="0">
                <a:solidFill>
                  <a:srgbClr val="00AF50"/>
                </a:solidFill>
                <a:latin typeface="Courier New"/>
                <a:cs typeface="Courier New"/>
              </a:rPr>
              <a:t>ero!"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89935" y="2031872"/>
            <a:ext cx="3198495" cy="7581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00AF50"/>
                </a:solidFill>
                <a:latin typeface="Courier New"/>
                <a:cs typeface="Courier New"/>
              </a:rPr>
              <a:t>"</a:t>
            </a:r>
            <a:r>
              <a:rPr sz="1600" b="1" spc="5" dirty="0" smtClean="0">
                <a:solidFill>
                  <a:srgbClr val="00AF50"/>
                </a:solidFill>
                <a:latin typeface="Courier New"/>
                <a:cs typeface="Courier New"/>
              </a:rPr>
              <a:t>r</a:t>
            </a:r>
            <a:r>
              <a:rPr sz="1600" b="1" spc="-10" dirty="0" smtClean="0">
                <a:solidFill>
                  <a:srgbClr val="00AF50"/>
                </a:solidFill>
                <a:latin typeface="Courier New"/>
                <a:cs typeface="Courier New"/>
              </a:rPr>
              <a:t>esult</a:t>
            </a:r>
            <a:r>
              <a:rPr sz="1600" b="1" spc="10" dirty="0" smtClean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00AF50"/>
                </a:solidFill>
                <a:latin typeface="Courier New"/>
                <a:cs typeface="Courier New"/>
              </a:rPr>
              <a:t>is</a:t>
            </a:r>
            <a:r>
              <a:rPr sz="1600" b="1" spc="0" dirty="0" smtClean="0">
                <a:solidFill>
                  <a:srgbClr val="00AF50"/>
                </a:solidFill>
                <a:latin typeface="Courier New"/>
                <a:cs typeface="Courier New"/>
              </a:rPr>
              <a:t>“</a:t>
            </a:r>
            <a:r>
              <a:rPr sz="1600" b="1" spc="-10" dirty="0" smtClean="0">
                <a:latin typeface="Courier New"/>
                <a:cs typeface="Courier New"/>
              </a:rPr>
              <a:t>, </a:t>
            </a:r>
            <a:r>
              <a:rPr sz="1600" b="1" spc="0" dirty="0" smtClean="0">
                <a:latin typeface="Courier New"/>
                <a:cs typeface="Courier New"/>
              </a:rPr>
              <a:t>r</a:t>
            </a:r>
            <a:r>
              <a:rPr sz="1600" b="1" spc="-10" dirty="0" smtClean="0">
                <a:latin typeface="Courier New"/>
                <a:cs typeface="Courier New"/>
              </a:rPr>
              <a:t>esult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900"/>
              </a:lnSpc>
              <a:spcBef>
                <a:spcPts val="23"/>
              </a:spcBef>
            </a:pPr>
            <a:endParaRPr sz="900"/>
          </a:p>
          <a:p>
            <a:pPr>
              <a:lnSpc>
                <a:spcPts val="1000"/>
              </a:lnSpc>
            </a:pPr>
            <a:endParaRPr sz="1000"/>
          </a:p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00AF50"/>
                </a:solidFill>
                <a:latin typeface="Courier New"/>
                <a:cs typeface="Courier New"/>
              </a:rPr>
              <a:t>"</a:t>
            </a:r>
            <a:r>
              <a:rPr sz="1600" b="1" spc="5" dirty="0" smtClean="0">
                <a:solidFill>
                  <a:srgbClr val="00AF50"/>
                </a:solidFill>
                <a:latin typeface="Courier New"/>
                <a:cs typeface="Courier New"/>
              </a:rPr>
              <a:t>e</a:t>
            </a:r>
            <a:r>
              <a:rPr sz="1600" b="1" spc="-10" dirty="0" smtClean="0">
                <a:solidFill>
                  <a:srgbClr val="00AF50"/>
                </a:solidFill>
                <a:latin typeface="Courier New"/>
                <a:cs typeface="Courier New"/>
              </a:rPr>
              <a:t>xecu</a:t>
            </a:r>
            <a:r>
              <a:rPr sz="1600" b="1" spc="0" dirty="0" smtClean="0">
                <a:solidFill>
                  <a:srgbClr val="00AF50"/>
                </a:solidFill>
                <a:latin typeface="Courier New"/>
                <a:cs typeface="Courier New"/>
              </a:rPr>
              <a:t>t</a:t>
            </a:r>
            <a:r>
              <a:rPr sz="1600" b="1" spc="-10" dirty="0" smtClean="0">
                <a:solidFill>
                  <a:srgbClr val="00AF50"/>
                </a:solidFill>
                <a:latin typeface="Courier New"/>
                <a:cs typeface="Courier New"/>
              </a:rPr>
              <a:t>ing fi</a:t>
            </a:r>
            <a:r>
              <a:rPr sz="1600" b="1" spc="0" dirty="0" smtClean="0">
                <a:solidFill>
                  <a:srgbClr val="00AF50"/>
                </a:solidFill>
                <a:latin typeface="Courier New"/>
                <a:cs typeface="Courier New"/>
              </a:rPr>
              <a:t>n</a:t>
            </a:r>
            <a:r>
              <a:rPr sz="1600" b="1" spc="-10" dirty="0" smtClean="0">
                <a:solidFill>
                  <a:srgbClr val="00AF50"/>
                </a:solidFill>
                <a:latin typeface="Courier New"/>
                <a:cs typeface="Courier New"/>
              </a:rPr>
              <a:t>ally</a:t>
            </a:r>
            <a:r>
              <a:rPr sz="1600" b="1" spc="10" dirty="0" smtClean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00AF50"/>
                </a:solidFill>
                <a:latin typeface="Courier New"/>
                <a:cs typeface="Courier New"/>
              </a:rPr>
              <a:t>clause"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13943" y="3007614"/>
            <a:ext cx="2955290" cy="2129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latin typeface="Courier New"/>
                <a:cs typeface="Courier New"/>
              </a:rPr>
              <a:t>&gt;&gt;&gt; di</a:t>
            </a:r>
            <a:r>
              <a:rPr sz="1600" b="1" spc="0" dirty="0" smtClean="0">
                <a:latin typeface="Courier New"/>
                <a:cs typeface="Courier New"/>
              </a:rPr>
              <a:t>v</a:t>
            </a:r>
            <a:r>
              <a:rPr sz="1600" b="1" spc="-10" dirty="0" smtClean="0">
                <a:latin typeface="Courier New"/>
                <a:cs typeface="Courier New"/>
              </a:rPr>
              <a:t>ide(</a:t>
            </a:r>
            <a:r>
              <a:rPr sz="1600" b="1" spc="0" dirty="0" smtClean="0">
                <a:latin typeface="Courier New"/>
                <a:cs typeface="Courier New"/>
              </a:rPr>
              <a:t>2</a:t>
            </a:r>
            <a:r>
              <a:rPr sz="1600" b="1" spc="-10" dirty="0" smtClean="0">
                <a:latin typeface="Courier New"/>
                <a:cs typeface="Courier New"/>
              </a:rPr>
              <a:t>, 1)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006FC0"/>
                </a:solidFill>
                <a:latin typeface="Courier New"/>
                <a:cs typeface="Courier New"/>
              </a:rPr>
              <a:t>result</a:t>
            </a:r>
            <a:r>
              <a:rPr sz="1600" b="1" spc="10" dirty="0" smtClean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006FC0"/>
                </a:solidFill>
                <a:latin typeface="Courier New"/>
                <a:cs typeface="Courier New"/>
              </a:rPr>
              <a:t>is 2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006FC0"/>
                </a:solidFill>
                <a:latin typeface="Courier New"/>
                <a:cs typeface="Courier New"/>
              </a:rPr>
              <a:t>execut</a:t>
            </a:r>
            <a:r>
              <a:rPr sz="1600" b="1" spc="0" dirty="0" smtClean="0">
                <a:solidFill>
                  <a:srgbClr val="006FC0"/>
                </a:solidFill>
                <a:latin typeface="Courier New"/>
                <a:cs typeface="Courier New"/>
              </a:rPr>
              <a:t>i</a:t>
            </a:r>
            <a:r>
              <a:rPr sz="1600" b="1" spc="-10" dirty="0" smtClean="0">
                <a:solidFill>
                  <a:srgbClr val="006FC0"/>
                </a:solidFill>
                <a:latin typeface="Courier New"/>
                <a:cs typeface="Courier New"/>
              </a:rPr>
              <a:t>ng</a:t>
            </a:r>
            <a:r>
              <a:rPr sz="1600" b="1" spc="-5" dirty="0" smtClean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006FC0"/>
                </a:solidFill>
                <a:latin typeface="Courier New"/>
                <a:cs typeface="Courier New"/>
              </a:rPr>
              <a:t>f</a:t>
            </a:r>
            <a:r>
              <a:rPr sz="1600" b="1" spc="5" dirty="0" smtClean="0">
                <a:solidFill>
                  <a:srgbClr val="006FC0"/>
                </a:solidFill>
                <a:latin typeface="Courier New"/>
                <a:cs typeface="Courier New"/>
              </a:rPr>
              <a:t>i</a:t>
            </a:r>
            <a:r>
              <a:rPr sz="1600" b="1" spc="-10" dirty="0" smtClean="0">
                <a:solidFill>
                  <a:srgbClr val="006FC0"/>
                </a:solidFill>
                <a:latin typeface="Courier New"/>
                <a:cs typeface="Courier New"/>
              </a:rPr>
              <a:t>nally </a:t>
            </a:r>
            <a:r>
              <a:rPr sz="1600" b="1" spc="0" dirty="0" smtClean="0">
                <a:solidFill>
                  <a:srgbClr val="006FC0"/>
                </a:solidFill>
                <a:latin typeface="Courier New"/>
                <a:cs typeface="Courier New"/>
              </a:rPr>
              <a:t>c</a:t>
            </a:r>
            <a:r>
              <a:rPr sz="1600" b="1" spc="-10" dirty="0" smtClean="0">
                <a:solidFill>
                  <a:srgbClr val="006FC0"/>
                </a:solidFill>
                <a:latin typeface="Courier New"/>
                <a:cs typeface="Courier New"/>
              </a:rPr>
              <a:t>lause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600"/>
              </a:lnSpc>
              <a:spcBef>
                <a:spcPts val="2"/>
              </a:spcBef>
            </a:pPr>
            <a:endParaRPr sz="600"/>
          </a:p>
          <a:p>
            <a:pPr marL="12700" marR="13970">
              <a:lnSpc>
                <a:spcPct val="100000"/>
              </a:lnSpc>
            </a:pPr>
            <a:r>
              <a:rPr sz="1600" b="1" spc="-10" dirty="0" smtClean="0">
                <a:latin typeface="Courier New"/>
                <a:cs typeface="Courier New"/>
              </a:rPr>
              <a:t>&gt;&gt;&gt; di</a:t>
            </a:r>
            <a:r>
              <a:rPr sz="1600" b="1" spc="0" dirty="0" smtClean="0">
                <a:latin typeface="Courier New"/>
                <a:cs typeface="Courier New"/>
              </a:rPr>
              <a:t>v</a:t>
            </a:r>
            <a:r>
              <a:rPr sz="1600" b="1" spc="-10" dirty="0" smtClean="0">
                <a:latin typeface="Courier New"/>
                <a:cs typeface="Courier New"/>
              </a:rPr>
              <a:t>ide(</a:t>
            </a:r>
            <a:r>
              <a:rPr sz="1600" b="1" spc="0" dirty="0" smtClean="0">
                <a:latin typeface="Courier New"/>
                <a:cs typeface="Courier New"/>
              </a:rPr>
              <a:t>2</a:t>
            </a:r>
            <a:r>
              <a:rPr sz="1600" b="1" spc="-10" dirty="0" smtClean="0">
                <a:latin typeface="Courier New"/>
                <a:cs typeface="Courier New"/>
              </a:rPr>
              <a:t>, 0) </a:t>
            </a:r>
            <a:r>
              <a:rPr sz="1600" b="1" spc="-10" dirty="0" smtClean="0">
                <a:solidFill>
                  <a:srgbClr val="006FC0"/>
                </a:solidFill>
                <a:latin typeface="Courier New"/>
                <a:cs typeface="Courier New"/>
              </a:rPr>
              <a:t>divisi</a:t>
            </a:r>
            <a:r>
              <a:rPr sz="1600" b="1" spc="0" dirty="0" smtClean="0">
                <a:solidFill>
                  <a:srgbClr val="006FC0"/>
                </a:solidFill>
                <a:latin typeface="Courier New"/>
                <a:cs typeface="Courier New"/>
              </a:rPr>
              <a:t>o</a:t>
            </a:r>
            <a:r>
              <a:rPr sz="1600" b="1" spc="-10" dirty="0" smtClean="0">
                <a:solidFill>
                  <a:srgbClr val="006FC0"/>
                </a:solidFill>
                <a:latin typeface="Courier New"/>
                <a:cs typeface="Courier New"/>
              </a:rPr>
              <a:t>n by</a:t>
            </a:r>
            <a:r>
              <a:rPr sz="1600" b="1" spc="10" dirty="0" smtClean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006FC0"/>
                </a:solidFill>
                <a:latin typeface="Courier New"/>
                <a:cs typeface="Courier New"/>
              </a:rPr>
              <a:t>zero! execut</a:t>
            </a:r>
            <a:r>
              <a:rPr sz="1600" b="1" spc="0" dirty="0" smtClean="0">
                <a:solidFill>
                  <a:srgbClr val="006FC0"/>
                </a:solidFill>
                <a:latin typeface="Courier New"/>
                <a:cs typeface="Courier New"/>
              </a:rPr>
              <a:t>i</a:t>
            </a:r>
            <a:r>
              <a:rPr sz="1600" b="1" spc="-10" dirty="0" smtClean="0">
                <a:solidFill>
                  <a:srgbClr val="006FC0"/>
                </a:solidFill>
                <a:latin typeface="Courier New"/>
                <a:cs typeface="Courier New"/>
              </a:rPr>
              <a:t>ng f</a:t>
            </a:r>
            <a:r>
              <a:rPr sz="1600" b="1" spc="0" dirty="0" smtClean="0">
                <a:solidFill>
                  <a:srgbClr val="006FC0"/>
                </a:solidFill>
                <a:latin typeface="Courier New"/>
                <a:cs typeface="Courier New"/>
              </a:rPr>
              <a:t>i</a:t>
            </a:r>
            <a:r>
              <a:rPr sz="1600" b="1" spc="-10" dirty="0" smtClean="0">
                <a:solidFill>
                  <a:srgbClr val="006FC0"/>
                </a:solidFill>
                <a:latin typeface="Courier New"/>
                <a:cs typeface="Courier New"/>
              </a:rPr>
              <a:t>nally </a:t>
            </a:r>
            <a:r>
              <a:rPr sz="1600" b="1" spc="0" dirty="0" smtClean="0">
                <a:solidFill>
                  <a:srgbClr val="006FC0"/>
                </a:solidFill>
                <a:latin typeface="Courier New"/>
                <a:cs typeface="Courier New"/>
              </a:rPr>
              <a:t>c</a:t>
            </a:r>
            <a:r>
              <a:rPr sz="1600" b="1" spc="-10" dirty="0" smtClean="0">
                <a:solidFill>
                  <a:srgbClr val="006FC0"/>
                </a:solidFill>
                <a:latin typeface="Courier New"/>
                <a:cs typeface="Courier New"/>
              </a:rPr>
              <a:t>lause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550"/>
              </a:lnSpc>
              <a:spcBef>
                <a:spcPts val="49"/>
              </a:spcBef>
            </a:pPr>
            <a:endParaRPr sz="550"/>
          </a:p>
          <a:p>
            <a:pPr marL="12700">
              <a:lnSpc>
                <a:spcPct val="100000"/>
              </a:lnSpc>
            </a:pPr>
            <a:r>
              <a:rPr sz="1600" b="1" spc="-10" dirty="0" smtClean="0">
                <a:latin typeface="Courier New"/>
                <a:cs typeface="Courier New"/>
              </a:rPr>
              <a:t>&gt;&gt;&gt; di</a:t>
            </a:r>
            <a:r>
              <a:rPr sz="1600" b="1" spc="0" dirty="0" smtClean="0">
                <a:latin typeface="Courier New"/>
                <a:cs typeface="Courier New"/>
              </a:rPr>
              <a:t>v</a:t>
            </a:r>
            <a:r>
              <a:rPr sz="1600" b="1" spc="-10" dirty="0" smtClean="0">
                <a:latin typeface="Courier New"/>
                <a:cs typeface="Courier New"/>
              </a:rPr>
              <a:t>ide</a:t>
            </a:r>
            <a:r>
              <a:rPr sz="1600" b="1" spc="0" dirty="0" smtClean="0">
                <a:latin typeface="Courier New"/>
                <a:cs typeface="Courier New"/>
              </a:rPr>
              <a:t>(</a:t>
            </a:r>
            <a:r>
              <a:rPr sz="1600" b="1" spc="5" dirty="0" smtClean="0">
                <a:solidFill>
                  <a:srgbClr val="00AF50"/>
                </a:solidFill>
                <a:latin typeface="Courier New"/>
                <a:cs typeface="Courier New"/>
              </a:rPr>
              <a:t>"</a:t>
            </a:r>
            <a:r>
              <a:rPr sz="1600" b="1" spc="-10" dirty="0" smtClean="0">
                <a:solidFill>
                  <a:srgbClr val="00AF50"/>
                </a:solidFill>
                <a:latin typeface="Courier New"/>
                <a:cs typeface="Courier New"/>
              </a:rPr>
              <a:t>2“</a:t>
            </a:r>
            <a:r>
              <a:rPr sz="1600" b="1" spc="-10" dirty="0" smtClean="0">
                <a:latin typeface="Courier New"/>
                <a:cs typeface="Courier New"/>
              </a:rPr>
              <a:t>, </a:t>
            </a:r>
            <a:r>
              <a:rPr sz="1600" b="1" spc="-10" dirty="0" smtClean="0">
                <a:solidFill>
                  <a:srgbClr val="00AF50"/>
                </a:solidFill>
                <a:latin typeface="Courier New"/>
                <a:cs typeface="Courier New"/>
              </a:rPr>
              <a:t>"1</a:t>
            </a:r>
            <a:r>
              <a:rPr sz="1600" b="1" spc="0" dirty="0" smtClean="0">
                <a:solidFill>
                  <a:srgbClr val="00AF50"/>
                </a:solidFill>
                <a:latin typeface="Courier New"/>
                <a:cs typeface="Courier New"/>
              </a:rPr>
              <a:t>“</a:t>
            </a:r>
            <a:r>
              <a:rPr sz="1600" b="1" spc="-10" dirty="0" smtClean="0">
                <a:latin typeface="Courier New"/>
                <a:cs typeface="Courier New"/>
              </a:rPr>
              <a:t>)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006FC0"/>
                </a:solidFill>
                <a:latin typeface="Courier New"/>
                <a:cs typeface="Courier New"/>
              </a:rPr>
              <a:t>execut</a:t>
            </a:r>
            <a:r>
              <a:rPr sz="1600" b="1" spc="0" dirty="0" smtClean="0">
                <a:solidFill>
                  <a:srgbClr val="006FC0"/>
                </a:solidFill>
                <a:latin typeface="Courier New"/>
                <a:cs typeface="Courier New"/>
              </a:rPr>
              <a:t>i</a:t>
            </a:r>
            <a:r>
              <a:rPr sz="1600" b="1" spc="-10" dirty="0" smtClean="0">
                <a:solidFill>
                  <a:srgbClr val="006FC0"/>
                </a:solidFill>
                <a:latin typeface="Courier New"/>
                <a:cs typeface="Courier New"/>
              </a:rPr>
              <a:t>ng</a:t>
            </a:r>
            <a:r>
              <a:rPr sz="1600" b="1" spc="-5" dirty="0" smtClean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006FC0"/>
                </a:solidFill>
                <a:latin typeface="Courier New"/>
                <a:cs typeface="Courier New"/>
              </a:rPr>
              <a:t>f</a:t>
            </a:r>
            <a:r>
              <a:rPr sz="1600" b="1" spc="5" dirty="0" smtClean="0">
                <a:solidFill>
                  <a:srgbClr val="006FC0"/>
                </a:solidFill>
                <a:latin typeface="Courier New"/>
                <a:cs typeface="Courier New"/>
              </a:rPr>
              <a:t>i</a:t>
            </a:r>
            <a:r>
              <a:rPr sz="1600" b="1" spc="-10" dirty="0" smtClean="0">
                <a:solidFill>
                  <a:srgbClr val="006FC0"/>
                </a:solidFill>
                <a:latin typeface="Courier New"/>
                <a:cs typeface="Courier New"/>
              </a:rPr>
              <a:t>nally </a:t>
            </a:r>
            <a:r>
              <a:rPr sz="1600" b="1" spc="0" dirty="0" smtClean="0">
                <a:solidFill>
                  <a:srgbClr val="006FC0"/>
                </a:solidFill>
                <a:latin typeface="Courier New"/>
                <a:cs typeface="Courier New"/>
              </a:rPr>
              <a:t>c</a:t>
            </a:r>
            <a:r>
              <a:rPr sz="1600" b="1" spc="-10" dirty="0" smtClean="0">
                <a:solidFill>
                  <a:srgbClr val="006FC0"/>
                </a:solidFill>
                <a:latin typeface="Courier New"/>
                <a:cs typeface="Courier New"/>
              </a:rPr>
              <a:t>lause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3943" y="5111241"/>
            <a:ext cx="2711450" cy="100139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r">
              <a:lnSpc>
                <a:spcPct val="100000"/>
              </a:lnSpc>
            </a:pP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Traceb</a:t>
            </a:r>
            <a:r>
              <a:rPr sz="16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a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ck</a:t>
            </a:r>
            <a:r>
              <a:rPr sz="1600" b="1" spc="10" dirty="0" smtClean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b="1" spc="5" dirty="0" smtClean="0">
                <a:solidFill>
                  <a:srgbClr val="FF0000"/>
                </a:solidFill>
                <a:latin typeface="Courier New"/>
                <a:cs typeface="Courier New"/>
              </a:rPr>
              <a:t>m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ost re</a:t>
            </a:r>
            <a:r>
              <a:rPr sz="16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c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ent File</a:t>
            </a:r>
            <a:r>
              <a:rPr sz="1600" b="1" spc="10" dirty="0" smtClean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"</a:t>
            </a:r>
            <a:r>
              <a:rPr sz="1600" b="1" spc="-5" dirty="0" smtClean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st</a:t>
            </a:r>
            <a:r>
              <a:rPr sz="16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d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i</a:t>
            </a:r>
            <a:r>
              <a:rPr sz="1600" b="1" spc="-5" dirty="0" smtClean="0">
                <a:solidFill>
                  <a:srgbClr val="FF0000"/>
                </a:solidFill>
                <a:latin typeface="Courier New"/>
                <a:cs typeface="Courier New"/>
              </a:rPr>
              <a:t>n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&gt;", </a:t>
            </a:r>
            <a:r>
              <a:rPr sz="16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l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ine File</a:t>
            </a:r>
            <a:r>
              <a:rPr sz="1600" b="1" spc="10" dirty="0" smtClean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"</a:t>
            </a:r>
            <a:r>
              <a:rPr sz="1600" b="1" spc="-5" dirty="0" smtClean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st</a:t>
            </a:r>
            <a:r>
              <a:rPr sz="16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d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i</a:t>
            </a:r>
            <a:r>
              <a:rPr sz="1600" b="1" spc="-5" dirty="0" smtClean="0">
                <a:solidFill>
                  <a:srgbClr val="FF0000"/>
                </a:solidFill>
                <a:latin typeface="Courier New"/>
                <a:cs typeface="Courier New"/>
              </a:rPr>
              <a:t>n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&gt;", </a:t>
            </a:r>
            <a:r>
              <a:rPr sz="16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l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ine TypeEr</a:t>
            </a:r>
            <a:r>
              <a:rPr sz="16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r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16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r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: </a:t>
            </a:r>
            <a:r>
              <a:rPr sz="16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u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nsuppo</a:t>
            </a:r>
            <a:r>
              <a:rPr sz="16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r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ted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21086" y="5111241"/>
            <a:ext cx="4671695" cy="100139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3335" marR="3315335" indent="-635">
              <a:lnSpc>
                <a:spcPct val="100000"/>
              </a:lnSpc>
            </a:pPr>
            <a:r>
              <a:rPr sz="16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c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all la</a:t>
            </a:r>
            <a:r>
              <a:rPr sz="16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s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t): </a:t>
            </a:r>
            <a:r>
              <a:rPr sz="16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1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, in ?</a:t>
            </a:r>
            <a:endParaRPr sz="1600">
              <a:latin typeface="Courier New"/>
              <a:cs typeface="Courier New"/>
            </a:endParaRPr>
          </a:p>
          <a:p>
            <a:pPr marL="13335">
              <a:lnSpc>
                <a:spcPct val="100000"/>
              </a:lnSpc>
            </a:pPr>
            <a:r>
              <a:rPr sz="16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3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, in d</a:t>
            </a:r>
            <a:r>
              <a:rPr sz="16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i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vide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6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perand</a:t>
            </a:r>
            <a:r>
              <a:rPr sz="1600" b="1" spc="35" dirty="0" smtClean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type</a:t>
            </a:r>
            <a:r>
              <a:rPr sz="16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(</a:t>
            </a:r>
            <a:r>
              <a:rPr sz="1600" b="1" spc="-5" dirty="0" smtClean="0">
                <a:solidFill>
                  <a:srgbClr val="FF0000"/>
                </a:solidFill>
                <a:latin typeface="Courier New"/>
                <a:cs typeface="Courier New"/>
              </a:rPr>
              <a:t>s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) for</a:t>
            </a:r>
            <a:r>
              <a:rPr sz="1600" b="1" spc="10" dirty="0" smtClean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/: </a:t>
            </a:r>
            <a:r>
              <a:rPr sz="16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's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t</a:t>
            </a:r>
            <a:r>
              <a:rPr sz="1600" b="1" spc="-5" dirty="0" smtClean="0">
                <a:solidFill>
                  <a:srgbClr val="FF0000"/>
                </a:solidFill>
                <a:latin typeface="Courier New"/>
                <a:cs typeface="Courier New"/>
              </a:rPr>
              <a:t>r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' and</a:t>
            </a:r>
            <a:r>
              <a:rPr sz="1600" b="1" spc="10" dirty="0" smtClean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600" b="1" spc="-5" dirty="0" smtClean="0">
                <a:solidFill>
                  <a:srgbClr val="FF0000"/>
                </a:solidFill>
                <a:latin typeface="Courier New"/>
                <a:cs typeface="Courier New"/>
              </a:rPr>
              <a:t>'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st</a:t>
            </a:r>
            <a:r>
              <a:rPr sz="1600" b="1" spc="5" dirty="0" smtClean="0">
                <a:solidFill>
                  <a:srgbClr val="FF0000"/>
                </a:solidFill>
                <a:latin typeface="Courier New"/>
                <a:cs typeface="Courier New"/>
              </a:rPr>
              <a:t>r</a:t>
            </a:r>
            <a:r>
              <a:rPr sz="1600" b="1" spc="-10" dirty="0" smtClean="0">
                <a:solidFill>
                  <a:srgbClr val="FF0000"/>
                </a:solidFill>
                <a:latin typeface="Courier New"/>
                <a:cs typeface="Courier New"/>
              </a:rPr>
              <a:t>'</a:t>
            </a:r>
            <a:endParaRPr sz="16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5454" y="2602610"/>
            <a:ext cx="1653539" cy="4965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 smtClean="0">
                <a:solidFill>
                  <a:srgbClr val="000066"/>
                </a:solidFill>
                <a:latin typeface="Arial"/>
                <a:cs typeface="Arial"/>
              </a:rPr>
              <a:t>It</a:t>
            </a:r>
            <a:r>
              <a:rPr sz="3200" b="1" spc="-10" dirty="0" smtClean="0">
                <a:solidFill>
                  <a:srgbClr val="000066"/>
                </a:solidFill>
                <a:latin typeface="Arial"/>
                <a:cs typeface="Arial"/>
              </a:rPr>
              <a:t>e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rators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95912" y="3489282"/>
            <a:ext cx="1483637" cy="24954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/>
          <p:nvPr/>
        </p:nvSpPr>
        <p:spPr>
          <a:xfrm>
            <a:off x="8057133" y="6366255"/>
            <a:ext cx="322580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400" spc="-5" dirty="0" smtClean="0">
                <a:latin typeface="Arial"/>
                <a:cs typeface="Arial"/>
              </a:rPr>
              <a:t>109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900175" y="335279"/>
            <a:ext cx="4063365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968500" algn="l"/>
                <a:tab pos="2500630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Iterators	</a:t>
            </a:r>
            <a:r>
              <a:rPr sz="3600" b="1" spc="-15" dirty="0" smtClean="0">
                <a:solidFill>
                  <a:srgbClr val="000066"/>
                </a:solidFill>
                <a:latin typeface="Arial"/>
                <a:cs typeface="Arial"/>
              </a:rPr>
              <a:t>i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n	Python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8827" y="1114678"/>
            <a:ext cx="2620645" cy="21405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95325" marR="12700" indent="-683260">
              <a:lnSpc>
                <a:spcPct val="110000"/>
              </a:lnSpc>
            </a:pPr>
            <a:r>
              <a:rPr sz="1800" b="1" dirty="0" smtClean="0">
                <a:solidFill>
                  <a:srgbClr val="99852B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99852B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f</a:t>
            </a:r>
            <a:r>
              <a:rPr sz="1800" b="1" spc="0" dirty="0" smtClean="0">
                <a:latin typeface="Courier New"/>
                <a:cs typeface="Courier New"/>
              </a:rPr>
              <a:t>or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e</a:t>
            </a:r>
            <a:r>
              <a:rPr sz="1800" b="1" spc="-15" dirty="0" smtClean="0">
                <a:latin typeface="Courier New"/>
                <a:cs typeface="Courier New"/>
              </a:rPr>
              <a:t> i</a:t>
            </a:r>
            <a:r>
              <a:rPr sz="1800" b="1" spc="0" dirty="0" smtClean="0">
                <a:latin typeface="Courier New"/>
                <a:cs typeface="Courier New"/>
              </a:rPr>
              <a:t>n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[</a:t>
            </a:r>
            <a:r>
              <a:rPr sz="1800" b="1" spc="0" dirty="0" smtClean="0">
                <a:latin typeface="Courier New"/>
                <a:cs typeface="Courier New"/>
              </a:rPr>
              <a:t>1</a:t>
            </a:r>
            <a:r>
              <a:rPr sz="1800" b="1" spc="-15" dirty="0" smtClean="0">
                <a:latin typeface="Courier New"/>
                <a:cs typeface="Courier New"/>
              </a:rPr>
              <a:t>,</a:t>
            </a:r>
            <a:r>
              <a:rPr sz="1800" b="1" spc="0" dirty="0" smtClean="0">
                <a:latin typeface="Courier New"/>
                <a:cs typeface="Courier New"/>
              </a:rPr>
              <a:t>2]: pr</a:t>
            </a:r>
            <a:r>
              <a:rPr sz="1800" b="1" spc="-15" dirty="0" smtClean="0">
                <a:latin typeface="Courier New"/>
                <a:cs typeface="Courier New"/>
              </a:rPr>
              <a:t>i</a:t>
            </a:r>
            <a:r>
              <a:rPr sz="1800" b="1" spc="0" dirty="0" smtClean="0">
                <a:latin typeface="Courier New"/>
                <a:cs typeface="Courier New"/>
              </a:rPr>
              <a:t>nt</a:t>
            </a:r>
            <a:r>
              <a:rPr sz="1800" b="1" spc="-3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e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dirty="0" smtClean="0">
                <a:solidFill>
                  <a:srgbClr val="CC00CC"/>
                </a:solidFill>
                <a:latin typeface="Courier New"/>
                <a:cs typeface="Courier New"/>
              </a:rPr>
              <a:t>1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dirty="0" smtClean="0">
                <a:solidFill>
                  <a:srgbClr val="CC00CC"/>
                </a:solidFill>
                <a:latin typeface="Courier New"/>
                <a:cs typeface="Courier New"/>
              </a:rPr>
              <a:t>2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dirty="0" smtClean="0">
                <a:solidFill>
                  <a:srgbClr val="99852B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99852B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s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=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[</a:t>
            </a:r>
            <a:r>
              <a:rPr sz="1800" b="1" spc="-15" dirty="0" smtClean="0">
                <a:latin typeface="Courier New"/>
                <a:cs typeface="Courier New"/>
              </a:rPr>
              <a:t>1,</a:t>
            </a:r>
            <a:r>
              <a:rPr sz="1800" b="1" spc="0" dirty="0" smtClean="0">
                <a:latin typeface="Courier New"/>
                <a:cs typeface="Courier New"/>
              </a:rPr>
              <a:t>2]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dirty="0" smtClean="0">
                <a:solidFill>
                  <a:srgbClr val="99852B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99852B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i</a:t>
            </a:r>
            <a:r>
              <a:rPr sz="1800" b="1" spc="0" dirty="0" smtClean="0">
                <a:latin typeface="Courier New"/>
                <a:cs typeface="Courier New"/>
              </a:rPr>
              <a:t>t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=</a:t>
            </a:r>
            <a:r>
              <a:rPr sz="1800" b="1" spc="-10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it</a:t>
            </a:r>
            <a:r>
              <a:rPr sz="1800" b="1" spc="0" dirty="0" smtClean="0">
                <a:latin typeface="Courier New"/>
                <a:cs typeface="Courier New"/>
              </a:rPr>
              <a:t>er</a:t>
            </a:r>
            <a:r>
              <a:rPr sz="1800" b="1" spc="-15" dirty="0" smtClean="0">
                <a:latin typeface="Courier New"/>
                <a:cs typeface="Courier New"/>
              </a:rPr>
              <a:t>(</a:t>
            </a:r>
            <a:r>
              <a:rPr sz="1800" b="1" spc="0" dirty="0" smtClean="0">
                <a:latin typeface="Courier New"/>
                <a:cs typeface="Courier New"/>
              </a:rPr>
              <a:t>s)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spc="-5" dirty="0" smtClean="0">
                <a:solidFill>
                  <a:srgbClr val="99852B"/>
                </a:solidFill>
                <a:latin typeface="Courier New"/>
                <a:cs typeface="Courier New"/>
              </a:rPr>
              <a:t>&gt;&gt;</a:t>
            </a:r>
            <a:r>
              <a:rPr sz="1800" b="1" spc="0" dirty="0" smtClean="0">
                <a:solidFill>
                  <a:srgbClr val="99852B"/>
                </a:solidFill>
                <a:latin typeface="Courier New"/>
                <a:cs typeface="Courier New"/>
              </a:rPr>
              <a:t>&gt;</a:t>
            </a:r>
            <a:r>
              <a:rPr sz="1800" b="1" spc="-15" dirty="0" smtClean="0">
                <a:solidFill>
                  <a:srgbClr val="99852B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i</a:t>
            </a:r>
            <a:r>
              <a:rPr sz="1800" b="1" spc="0" dirty="0" smtClean="0">
                <a:latin typeface="Courier New"/>
                <a:cs typeface="Courier New"/>
              </a:rPr>
              <a:t>t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8827" y="3255009"/>
            <a:ext cx="2211070" cy="302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 smtClean="0">
                <a:solidFill>
                  <a:srgbClr val="CC00CC"/>
                </a:solidFill>
                <a:latin typeface="Courier New"/>
                <a:cs typeface="Courier New"/>
              </a:rPr>
              <a:t>&lt;</a:t>
            </a:r>
            <a:r>
              <a:rPr sz="1800" b="1" spc="0" dirty="0" smtClean="0">
                <a:solidFill>
                  <a:srgbClr val="CC00CC"/>
                </a:solidFill>
                <a:latin typeface="Courier New"/>
                <a:cs typeface="Courier New"/>
              </a:rPr>
              <a:t>i</a:t>
            </a:r>
            <a:r>
              <a:rPr sz="1800" b="1" spc="-15" dirty="0" smtClean="0">
                <a:solidFill>
                  <a:srgbClr val="CC00CC"/>
                </a:solidFill>
                <a:latin typeface="Courier New"/>
                <a:cs typeface="Courier New"/>
              </a:rPr>
              <a:t>t</a:t>
            </a:r>
            <a:r>
              <a:rPr sz="1800" b="1" spc="0" dirty="0" smtClean="0">
                <a:solidFill>
                  <a:srgbClr val="CC00CC"/>
                </a:solidFill>
                <a:latin typeface="Courier New"/>
                <a:cs typeface="Courier New"/>
              </a:rPr>
              <a:t>e</a:t>
            </a:r>
            <a:r>
              <a:rPr sz="1800" b="1" spc="-15" dirty="0" smtClean="0">
                <a:solidFill>
                  <a:srgbClr val="CC00CC"/>
                </a:solidFill>
                <a:latin typeface="Courier New"/>
                <a:cs typeface="Courier New"/>
              </a:rPr>
              <a:t>r</a:t>
            </a:r>
            <a:r>
              <a:rPr sz="1800" b="1" spc="0" dirty="0" smtClean="0">
                <a:solidFill>
                  <a:srgbClr val="CC00CC"/>
                </a:solidFill>
                <a:latin typeface="Courier New"/>
                <a:cs typeface="Courier New"/>
              </a:rPr>
              <a:t>at</a:t>
            </a:r>
            <a:r>
              <a:rPr sz="1800" b="1" spc="-15" dirty="0" smtClean="0">
                <a:solidFill>
                  <a:srgbClr val="CC00CC"/>
                </a:solidFill>
                <a:latin typeface="Courier New"/>
                <a:cs typeface="Courier New"/>
              </a:rPr>
              <a:t>o</a:t>
            </a:r>
            <a:r>
              <a:rPr sz="1800" b="1" spc="0" dirty="0" smtClean="0">
                <a:solidFill>
                  <a:srgbClr val="CC00CC"/>
                </a:solidFill>
                <a:latin typeface="Courier New"/>
                <a:cs typeface="Courier New"/>
              </a:rPr>
              <a:t>r</a:t>
            </a:r>
            <a:r>
              <a:rPr sz="1800" b="1" spc="-10" dirty="0" smtClean="0">
                <a:solidFill>
                  <a:srgbClr val="CC00CC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CC00CC"/>
                </a:solidFill>
                <a:latin typeface="Courier New"/>
                <a:cs typeface="Courier New"/>
              </a:rPr>
              <a:t>o</a:t>
            </a:r>
            <a:r>
              <a:rPr sz="1800" b="1" spc="0" dirty="0" smtClean="0">
                <a:solidFill>
                  <a:srgbClr val="CC00CC"/>
                </a:solidFill>
                <a:latin typeface="Courier New"/>
                <a:cs typeface="Courier New"/>
              </a:rPr>
              <a:t>bj</a:t>
            </a:r>
            <a:r>
              <a:rPr sz="1800" b="1" spc="-15" dirty="0" smtClean="0">
                <a:solidFill>
                  <a:srgbClr val="CC00CC"/>
                </a:solidFill>
                <a:latin typeface="Courier New"/>
                <a:cs typeface="Courier New"/>
              </a:rPr>
              <a:t>e</a:t>
            </a:r>
            <a:r>
              <a:rPr sz="1800" b="1" spc="0" dirty="0" smtClean="0">
                <a:solidFill>
                  <a:srgbClr val="CC00CC"/>
                </a:solidFill>
                <a:latin typeface="Courier New"/>
                <a:cs typeface="Courier New"/>
              </a:rPr>
              <a:t>ct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49955" y="3255009"/>
            <a:ext cx="1936114" cy="302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CC00CC"/>
                </a:solidFill>
                <a:latin typeface="Courier New"/>
                <a:cs typeface="Courier New"/>
              </a:rPr>
              <a:t>at</a:t>
            </a:r>
            <a:r>
              <a:rPr sz="1800" b="1" spc="-15" dirty="0" smtClean="0">
                <a:solidFill>
                  <a:srgbClr val="CC00CC"/>
                </a:solidFill>
                <a:latin typeface="Courier New"/>
                <a:cs typeface="Courier New"/>
              </a:rPr>
              <a:t> 0x</a:t>
            </a:r>
            <a:r>
              <a:rPr sz="1800" b="1" spc="0" dirty="0" smtClean="0">
                <a:solidFill>
                  <a:srgbClr val="CC00CC"/>
                </a:solidFill>
                <a:latin typeface="Courier New"/>
                <a:cs typeface="Courier New"/>
              </a:rPr>
              <a:t>00</a:t>
            </a:r>
            <a:r>
              <a:rPr sz="1800" b="1" spc="-15" dirty="0" smtClean="0">
                <a:solidFill>
                  <a:srgbClr val="CC00CC"/>
                </a:solidFill>
                <a:latin typeface="Courier New"/>
                <a:cs typeface="Courier New"/>
              </a:rPr>
              <a:t>A</a:t>
            </a:r>
            <a:r>
              <a:rPr sz="1800" b="1" spc="0" dirty="0" smtClean="0">
                <a:solidFill>
                  <a:srgbClr val="CC00CC"/>
                </a:solidFill>
                <a:latin typeface="Courier New"/>
                <a:cs typeface="Courier New"/>
              </a:rPr>
              <a:t>1</a:t>
            </a:r>
            <a:r>
              <a:rPr sz="1800" b="1" spc="-15" dirty="0" smtClean="0">
                <a:solidFill>
                  <a:srgbClr val="CC00CC"/>
                </a:solidFill>
                <a:latin typeface="Courier New"/>
                <a:cs typeface="Courier New"/>
              </a:rPr>
              <a:t>D</a:t>
            </a:r>
            <a:r>
              <a:rPr sz="1800" b="1" spc="0" dirty="0" smtClean="0">
                <a:solidFill>
                  <a:srgbClr val="CC00CC"/>
                </a:solidFill>
                <a:latin typeface="Courier New"/>
                <a:cs typeface="Courier New"/>
              </a:rPr>
              <a:t>B5</a:t>
            </a:r>
            <a:r>
              <a:rPr sz="1800" b="1" spc="-15" dirty="0" smtClean="0">
                <a:solidFill>
                  <a:srgbClr val="CC00CC"/>
                </a:solidFill>
                <a:latin typeface="Courier New"/>
                <a:cs typeface="Courier New"/>
              </a:rPr>
              <a:t>0</a:t>
            </a:r>
            <a:r>
              <a:rPr sz="1800" b="1" spc="0" dirty="0" smtClean="0">
                <a:solidFill>
                  <a:srgbClr val="CC00CC"/>
                </a:solidFill>
                <a:latin typeface="Courier New"/>
                <a:cs typeface="Courier New"/>
              </a:rPr>
              <a:t>&gt;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28827" y="3556761"/>
            <a:ext cx="1801495" cy="15093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99852B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99852B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i</a:t>
            </a:r>
            <a:r>
              <a:rPr sz="1800" b="1" spc="0" dirty="0" smtClean="0">
                <a:latin typeface="Courier New"/>
                <a:cs typeface="Courier New"/>
              </a:rPr>
              <a:t>t.</a:t>
            </a:r>
            <a:r>
              <a:rPr sz="1800" b="1" spc="-15" dirty="0" smtClean="0">
                <a:latin typeface="Courier New"/>
                <a:cs typeface="Courier New"/>
              </a:rPr>
              <a:t>n</a:t>
            </a:r>
            <a:r>
              <a:rPr sz="1800" b="1" spc="0" dirty="0" smtClean="0">
                <a:latin typeface="Courier New"/>
                <a:cs typeface="Courier New"/>
              </a:rPr>
              <a:t>e</a:t>
            </a:r>
            <a:r>
              <a:rPr sz="1800" b="1" spc="-15" dirty="0" smtClean="0">
                <a:latin typeface="Courier New"/>
                <a:cs typeface="Courier New"/>
              </a:rPr>
              <a:t>x</a:t>
            </a:r>
            <a:r>
              <a:rPr sz="1800" b="1" spc="-10" dirty="0" smtClean="0">
                <a:latin typeface="Courier New"/>
                <a:cs typeface="Courier New"/>
              </a:rPr>
              <a:t>t</a:t>
            </a:r>
            <a:r>
              <a:rPr sz="1800" b="1" spc="0" dirty="0" smtClean="0">
                <a:latin typeface="Courier New"/>
                <a:cs typeface="Courier New"/>
              </a:rPr>
              <a:t>()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dirty="0" smtClean="0">
                <a:solidFill>
                  <a:srgbClr val="CC00CC"/>
                </a:solidFill>
                <a:latin typeface="Courier New"/>
                <a:cs typeface="Courier New"/>
              </a:rPr>
              <a:t>1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dirty="0" smtClean="0">
                <a:solidFill>
                  <a:srgbClr val="99852B"/>
                </a:solidFill>
                <a:latin typeface="Courier New"/>
                <a:cs typeface="Courier New"/>
              </a:rPr>
              <a:t>&gt;&gt;&gt;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dirty="0" smtClean="0">
                <a:solidFill>
                  <a:srgbClr val="CC00CC"/>
                </a:solidFill>
                <a:latin typeface="Courier New"/>
                <a:cs typeface="Courier New"/>
              </a:rPr>
              <a:t>2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dirty="0" smtClean="0">
                <a:solidFill>
                  <a:srgbClr val="99852B"/>
                </a:solidFill>
                <a:latin typeface="Courier New"/>
                <a:cs typeface="Courier New"/>
              </a:rPr>
              <a:t>&gt;&gt;&gt;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5994" y="4160266"/>
            <a:ext cx="1254125" cy="302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spc="-15" dirty="0" smtClean="0">
                <a:latin typeface="Courier New"/>
                <a:cs typeface="Courier New"/>
              </a:rPr>
              <a:t>i</a:t>
            </a:r>
            <a:r>
              <a:rPr sz="1800" b="1" spc="0" dirty="0" smtClean="0">
                <a:latin typeface="Courier New"/>
                <a:cs typeface="Courier New"/>
              </a:rPr>
              <a:t>t.</a:t>
            </a:r>
            <a:r>
              <a:rPr sz="1800" b="1" spc="-15" dirty="0" smtClean="0">
                <a:latin typeface="Courier New"/>
                <a:cs typeface="Courier New"/>
              </a:rPr>
              <a:t>n</a:t>
            </a:r>
            <a:r>
              <a:rPr sz="1800" b="1" spc="0" dirty="0" smtClean="0">
                <a:latin typeface="Courier New"/>
                <a:cs typeface="Courier New"/>
              </a:rPr>
              <a:t>e</a:t>
            </a:r>
            <a:r>
              <a:rPr sz="1800" b="1" spc="-15" dirty="0" smtClean="0">
                <a:latin typeface="Courier New"/>
                <a:cs typeface="Courier New"/>
              </a:rPr>
              <a:t>x</a:t>
            </a:r>
            <a:r>
              <a:rPr sz="1800" b="1" spc="-10" dirty="0" smtClean="0">
                <a:latin typeface="Courier New"/>
                <a:cs typeface="Courier New"/>
              </a:rPr>
              <a:t>t</a:t>
            </a:r>
            <a:r>
              <a:rPr sz="1800" b="1" spc="0" dirty="0" smtClean="0">
                <a:latin typeface="Courier New"/>
                <a:cs typeface="Courier New"/>
              </a:rPr>
              <a:t>()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75994" y="4764023"/>
            <a:ext cx="1254125" cy="302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spc="-15" dirty="0" smtClean="0">
                <a:latin typeface="Courier New"/>
                <a:cs typeface="Courier New"/>
              </a:rPr>
              <a:t>i</a:t>
            </a:r>
            <a:r>
              <a:rPr sz="1800" b="1" spc="0" dirty="0" smtClean="0">
                <a:latin typeface="Courier New"/>
                <a:cs typeface="Courier New"/>
              </a:rPr>
              <a:t>t.</a:t>
            </a:r>
            <a:r>
              <a:rPr sz="1800" b="1" spc="-15" dirty="0" smtClean="0">
                <a:latin typeface="Courier New"/>
                <a:cs typeface="Courier New"/>
              </a:rPr>
              <a:t>n</a:t>
            </a:r>
            <a:r>
              <a:rPr sz="1800" b="1" spc="0" dirty="0" smtClean="0">
                <a:latin typeface="Courier New"/>
                <a:cs typeface="Courier New"/>
              </a:rPr>
              <a:t>e</a:t>
            </a:r>
            <a:r>
              <a:rPr sz="1800" b="1" spc="-15" dirty="0" smtClean="0">
                <a:latin typeface="Courier New"/>
                <a:cs typeface="Courier New"/>
              </a:rPr>
              <a:t>x</a:t>
            </a:r>
            <a:r>
              <a:rPr sz="1800" b="1" spc="-10" dirty="0" smtClean="0">
                <a:latin typeface="Courier New"/>
                <a:cs typeface="Courier New"/>
              </a:rPr>
              <a:t>t</a:t>
            </a:r>
            <a:r>
              <a:rPr sz="1800" b="1" spc="0" dirty="0" smtClean="0">
                <a:latin typeface="Courier New"/>
                <a:cs typeface="Courier New"/>
              </a:rPr>
              <a:t>()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8827" y="5038344"/>
            <a:ext cx="2346960" cy="12350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87020" marR="12700" indent="-274320">
              <a:lnSpc>
                <a:spcPct val="110000"/>
              </a:lnSpc>
            </a:pPr>
            <a:r>
              <a:rPr sz="1800" b="1" dirty="0" smtClean="0">
                <a:solidFill>
                  <a:srgbClr val="FF0000"/>
                </a:solidFill>
                <a:latin typeface="Courier New"/>
                <a:cs typeface="Courier New"/>
              </a:rPr>
              <a:t>(m</a:t>
            </a:r>
            <a:r>
              <a:rPr sz="1800" b="1" spc="-15" dirty="0" smtClean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18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st</a:t>
            </a:r>
            <a:r>
              <a:rPr sz="1800" b="1" spc="-15" dirty="0" smtClean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r</a:t>
            </a:r>
            <a:r>
              <a:rPr sz="1800" b="1" spc="-15" dirty="0" smtClean="0">
                <a:solidFill>
                  <a:srgbClr val="FF0000"/>
                </a:solidFill>
                <a:latin typeface="Courier New"/>
                <a:cs typeface="Courier New"/>
              </a:rPr>
              <a:t>e</a:t>
            </a:r>
            <a:r>
              <a:rPr sz="18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c</a:t>
            </a:r>
            <a:r>
              <a:rPr sz="1800" b="1" spc="-15" dirty="0" smtClean="0">
                <a:solidFill>
                  <a:srgbClr val="FF0000"/>
                </a:solidFill>
                <a:latin typeface="Courier New"/>
                <a:cs typeface="Courier New"/>
              </a:rPr>
              <a:t>en</a:t>
            </a:r>
            <a:r>
              <a:rPr sz="18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t</a:t>
            </a:r>
            <a:r>
              <a:rPr sz="1800" b="1" spc="-5" dirty="0" smtClean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FF0000"/>
                </a:solidFill>
                <a:latin typeface="Courier New"/>
                <a:cs typeface="Courier New"/>
              </a:rPr>
              <a:t>c</a:t>
            </a:r>
            <a:r>
              <a:rPr sz="18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a</a:t>
            </a:r>
            <a:r>
              <a:rPr sz="1800" b="1" spc="-15" dirty="0" smtClean="0">
                <a:solidFill>
                  <a:srgbClr val="FF0000"/>
                </a:solidFill>
                <a:latin typeface="Courier New"/>
                <a:cs typeface="Courier New"/>
              </a:rPr>
              <a:t>l</a:t>
            </a:r>
            <a:r>
              <a:rPr sz="18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l </a:t>
            </a:r>
            <a:r>
              <a:rPr sz="1800" b="1" spc="-15" dirty="0" smtClean="0">
                <a:solidFill>
                  <a:srgbClr val="FF0000"/>
                </a:solidFill>
                <a:latin typeface="Courier New"/>
                <a:cs typeface="Courier New"/>
              </a:rPr>
              <a:t>F</a:t>
            </a:r>
            <a:r>
              <a:rPr sz="18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i</a:t>
            </a:r>
            <a:r>
              <a:rPr sz="1800" b="1" spc="-15" dirty="0" smtClean="0">
                <a:solidFill>
                  <a:srgbClr val="FF0000"/>
                </a:solidFill>
                <a:latin typeface="Courier New"/>
                <a:cs typeface="Courier New"/>
              </a:rPr>
              <a:t>l</a:t>
            </a:r>
            <a:r>
              <a:rPr sz="18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e</a:t>
            </a:r>
            <a:r>
              <a:rPr sz="1800" b="1" spc="-5" dirty="0" smtClean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solidFill>
                  <a:srgbClr val="FF0000"/>
                </a:solidFill>
                <a:latin typeface="Courier New"/>
                <a:cs typeface="Courier New"/>
              </a:rPr>
              <a:t>"</a:t>
            </a:r>
            <a:r>
              <a:rPr sz="18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&lt;</a:t>
            </a:r>
            <a:r>
              <a:rPr sz="1800" b="1" spc="-15" dirty="0" smtClean="0">
                <a:solidFill>
                  <a:srgbClr val="FF0000"/>
                </a:solidFill>
                <a:latin typeface="Courier New"/>
                <a:cs typeface="Courier New"/>
              </a:rPr>
              <a:t>st</a:t>
            </a:r>
            <a:r>
              <a:rPr sz="18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di</a:t>
            </a:r>
            <a:r>
              <a:rPr sz="1800" b="1" spc="-15" dirty="0" smtClean="0">
                <a:solidFill>
                  <a:srgbClr val="FF0000"/>
                </a:solidFill>
                <a:latin typeface="Courier New"/>
                <a:cs typeface="Courier New"/>
              </a:rPr>
              <a:t>n</a:t>
            </a:r>
            <a:r>
              <a:rPr sz="18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&gt;</a:t>
            </a:r>
            <a:r>
              <a:rPr sz="1800" b="1" spc="-15" dirty="0" smtClean="0">
                <a:solidFill>
                  <a:srgbClr val="FF0000"/>
                </a:solidFill>
                <a:latin typeface="Courier New"/>
                <a:cs typeface="Courier New"/>
              </a:rPr>
              <a:t>"</a:t>
            </a:r>
            <a:r>
              <a:rPr sz="18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,</a:t>
            </a:r>
            <a:endParaRPr sz="1800">
              <a:latin typeface="Courier New"/>
              <a:cs typeface="Courier New"/>
            </a:endParaRPr>
          </a:p>
          <a:p>
            <a:pPr marL="559435">
              <a:lnSpc>
                <a:spcPct val="100000"/>
              </a:lnSpc>
              <a:spcBef>
                <a:spcPts val="215"/>
              </a:spcBef>
            </a:pPr>
            <a:r>
              <a:rPr sz="1800" b="1" spc="-15" dirty="0" smtClean="0">
                <a:solidFill>
                  <a:srgbClr val="FF0000"/>
                </a:solidFill>
                <a:latin typeface="Courier New"/>
                <a:cs typeface="Courier New"/>
              </a:rPr>
              <a:t>i</a:t>
            </a:r>
            <a:r>
              <a:rPr sz="18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t.</a:t>
            </a:r>
            <a:r>
              <a:rPr sz="1800" b="1" spc="-20" dirty="0" smtClean="0">
                <a:solidFill>
                  <a:srgbClr val="FF0000"/>
                </a:solidFill>
                <a:latin typeface="Courier New"/>
                <a:cs typeface="Courier New"/>
              </a:rPr>
              <a:t>n</a:t>
            </a:r>
            <a:r>
              <a:rPr sz="18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e</a:t>
            </a:r>
            <a:r>
              <a:rPr sz="1800" b="1" spc="-15" dirty="0" smtClean="0">
                <a:solidFill>
                  <a:srgbClr val="FF0000"/>
                </a:solidFill>
                <a:latin typeface="Courier New"/>
                <a:cs typeface="Courier New"/>
              </a:rPr>
              <a:t>xt</a:t>
            </a:r>
            <a:r>
              <a:rPr sz="1800" b="1" spc="-5" dirty="0" smtClean="0">
                <a:solidFill>
                  <a:srgbClr val="FF0000"/>
                </a:solidFill>
                <a:latin typeface="Courier New"/>
                <a:cs typeface="Courier New"/>
              </a:rPr>
              <a:t>()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dirty="0" smtClean="0">
                <a:solidFill>
                  <a:srgbClr val="FF0000"/>
                </a:solidFill>
                <a:latin typeface="Courier New"/>
                <a:cs typeface="Courier New"/>
              </a:rPr>
              <a:t>St</a:t>
            </a:r>
            <a:r>
              <a:rPr sz="1800" b="1" spc="-15" dirty="0" smtClean="0">
                <a:solidFill>
                  <a:srgbClr val="FF0000"/>
                </a:solidFill>
                <a:latin typeface="Courier New"/>
                <a:cs typeface="Courier New"/>
              </a:rPr>
              <a:t>o</a:t>
            </a:r>
            <a:r>
              <a:rPr sz="18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p</a:t>
            </a:r>
            <a:r>
              <a:rPr sz="1800" b="1" spc="-15" dirty="0" smtClean="0">
                <a:solidFill>
                  <a:srgbClr val="FF0000"/>
                </a:solidFill>
                <a:latin typeface="Courier New"/>
                <a:cs typeface="Courier New"/>
              </a:rPr>
              <a:t>I</a:t>
            </a:r>
            <a:r>
              <a:rPr sz="18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te</a:t>
            </a:r>
            <a:r>
              <a:rPr sz="1800" b="1" spc="-15" dirty="0" smtClean="0">
                <a:solidFill>
                  <a:srgbClr val="FF0000"/>
                </a:solidFill>
                <a:latin typeface="Courier New"/>
                <a:cs typeface="Courier New"/>
              </a:rPr>
              <a:t>r</a:t>
            </a:r>
            <a:r>
              <a:rPr sz="18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a</a:t>
            </a:r>
            <a:r>
              <a:rPr sz="1800" b="1" spc="-15" dirty="0" smtClean="0">
                <a:solidFill>
                  <a:srgbClr val="FF0000"/>
                </a:solidFill>
                <a:latin typeface="Courier New"/>
                <a:cs typeface="Courier New"/>
              </a:rPr>
              <a:t>ti</a:t>
            </a:r>
            <a:r>
              <a:rPr sz="18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on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86506" y="5065776"/>
            <a:ext cx="1664335" cy="6038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spc="-15" dirty="0" smtClean="0">
                <a:solidFill>
                  <a:srgbClr val="FF0000"/>
                </a:solidFill>
                <a:latin typeface="Courier New"/>
                <a:cs typeface="Courier New"/>
              </a:rPr>
              <a:t>l</a:t>
            </a:r>
            <a:r>
              <a:rPr sz="18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a</a:t>
            </a:r>
            <a:r>
              <a:rPr sz="1800" b="1" spc="-15" dirty="0" smtClean="0">
                <a:solidFill>
                  <a:srgbClr val="FF0000"/>
                </a:solidFill>
                <a:latin typeface="Courier New"/>
                <a:cs typeface="Courier New"/>
              </a:rPr>
              <a:t>st</a:t>
            </a:r>
            <a:r>
              <a:rPr sz="18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):</a:t>
            </a:r>
            <a:endParaRPr sz="1800">
              <a:latin typeface="Courier New"/>
              <a:cs typeface="Courier New"/>
            </a:endParaRPr>
          </a:p>
          <a:p>
            <a:pPr marL="13335">
              <a:lnSpc>
                <a:spcPct val="100000"/>
              </a:lnSpc>
              <a:spcBef>
                <a:spcPts val="215"/>
              </a:spcBef>
            </a:pPr>
            <a:r>
              <a:rPr sz="1800" b="1" spc="-15" dirty="0" smtClean="0">
                <a:solidFill>
                  <a:srgbClr val="FF0000"/>
                </a:solidFill>
                <a:latin typeface="Courier New"/>
                <a:cs typeface="Courier New"/>
              </a:rPr>
              <a:t>l</a:t>
            </a:r>
            <a:r>
              <a:rPr sz="18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i</a:t>
            </a:r>
            <a:r>
              <a:rPr sz="1800" b="1" spc="-15" dirty="0" smtClean="0">
                <a:solidFill>
                  <a:srgbClr val="FF0000"/>
                </a:solidFill>
                <a:latin typeface="Courier New"/>
                <a:cs typeface="Courier New"/>
              </a:rPr>
              <a:t>n</a:t>
            </a:r>
            <a:r>
              <a:rPr sz="18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e</a:t>
            </a:r>
            <a:r>
              <a:rPr sz="1800" b="1" spc="-15" dirty="0" smtClean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1,</a:t>
            </a:r>
            <a:r>
              <a:rPr sz="1800" b="1" spc="-15" dirty="0" smtClean="0">
                <a:solidFill>
                  <a:srgbClr val="FF0000"/>
                </a:solidFill>
                <a:latin typeface="Courier New"/>
                <a:cs typeface="Courier New"/>
              </a:rPr>
              <a:t> i</a:t>
            </a:r>
            <a:r>
              <a:rPr sz="18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n</a:t>
            </a:r>
            <a:r>
              <a:rPr sz="1800" b="1" spc="-5" dirty="0" smtClean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?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110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87679" y="213740"/>
            <a:ext cx="6885940" cy="6045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ts val="4760"/>
              </a:lnSpc>
            </a:pPr>
            <a:r>
              <a:rPr sz="4000" b="1" spc="-25" dirty="0" smtClean="0">
                <a:solidFill>
                  <a:srgbClr val="000066"/>
                </a:solidFill>
                <a:latin typeface="Arial"/>
                <a:cs typeface="Arial"/>
              </a:rPr>
              <a:t>Class</a:t>
            </a:r>
            <a:r>
              <a:rPr sz="4000" b="1" spc="-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4000" b="1" spc="-35" dirty="0" smtClean="0">
                <a:solidFill>
                  <a:srgbClr val="000066"/>
                </a:solidFill>
                <a:latin typeface="Arial"/>
                <a:cs typeface="Arial"/>
              </a:rPr>
              <a:t>w</a:t>
            </a:r>
            <a:r>
              <a:rPr sz="4000" b="1" spc="-5" dirty="0" smtClean="0">
                <a:solidFill>
                  <a:srgbClr val="000066"/>
                </a:solidFill>
                <a:latin typeface="Arial"/>
                <a:cs typeface="Arial"/>
              </a:rPr>
              <a:t>i</a:t>
            </a:r>
            <a:r>
              <a:rPr sz="4000" b="1" spc="-20" dirty="0" smtClean="0">
                <a:solidFill>
                  <a:srgbClr val="000066"/>
                </a:solidFill>
                <a:latin typeface="Arial"/>
                <a:cs typeface="Arial"/>
              </a:rPr>
              <a:t>th</a:t>
            </a:r>
            <a:r>
              <a:rPr sz="4000" b="1" spc="1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4000" b="1" spc="-20" dirty="0" smtClean="0">
                <a:solidFill>
                  <a:srgbClr val="000066"/>
                </a:solidFill>
                <a:latin typeface="Arial"/>
                <a:cs typeface="Arial"/>
              </a:rPr>
              <a:t>iterator</a:t>
            </a:r>
            <a:r>
              <a:rPr sz="4000" b="1" spc="2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4000" b="1" spc="-20" dirty="0" smtClean="0">
                <a:solidFill>
                  <a:srgbClr val="000066"/>
                </a:solidFill>
                <a:latin typeface="Arial"/>
                <a:cs typeface="Arial"/>
              </a:rPr>
              <a:t>in</a:t>
            </a:r>
            <a:r>
              <a:rPr sz="4000" b="1" spc="-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4000" b="1" spc="-25" dirty="0" smtClean="0">
                <a:solidFill>
                  <a:srgbClr val="000066"/>
                </a:solidFill>
                <a:latin typeface="Arial"/>
                <a:cs typeface="Arial"/>
              </a:rPr>
              <a:t>Python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2225" y="989710"/>
            <a:ext cx="7135495" cy="5911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class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Rev</a:t>
            </a:r>
            <a:r>
              <a:rPr sz="1800" b="1" spc="-15" dirty="0" smtClean="0">
                <a:latin typeface="Courier New"/>
                <a:cs typeface="Courier New"/>
              </a:rPr>
              <a:t>e</a:t>
            </a:r>
            <a:r>
              <a:rPr sz="1800" b="1" spc="-10" dirty="0" smtClean="0">
                <a:latin typeface="Courier New"/>
                <a:cs typeface="Courier New"/>
              </a:rPr>
              <a:t>r</a:t>
            </a:r>
            <a:r>
              <a:rPr sz="1800" b="1" spc="0" dirty="0" smtClean="0">
                <a:latin typeface="Courier New"/>
                <a:cs typeface="Courier New"/>
              </a:rPr>
              <a:t>se:</a:t>
            </a:r>
            <a:endParaRPr sz="1800">
              <a:latin typeface="Courier New"/>
              <a:cs typeface="Courier New"/>
            </a:endParaRPr>
          </a:p>
          <a:p>
            <a:pPr marL="560070">
              <a:lnSpc>
                <a:spcPct val="100000"/>
              </a:lnSpc>
              <a:spcBef>
                <a:spcPts val="215"/>
              </a:spcBef>
            </a:pPr>
            <a:r>
              <a:rPr sz="1800" b="1" spc="-15" dirty="0" smtClean="0">
                <a:latin typeface="Courier New"/>
                <a:cs typeface="Courier New"/>
              </a:rPr>
              <a:t>"</a:t>
            </a:r>
            <a:r>
              <a:rPr sz="1800" b="1" spc="0" dirty="0" smtClean="0">
                <a:latin typeface="Courier New"/>
                <a:cs typeface="Courier New"/>
              </a:rPr>
              <a:t>It</a:t>
            </a:r>
            <a:r>
              <a:rPr sz="1800" b="1" spc="-15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r</a:t>
            </a:r>
            <a:r>
              <a:rPr sz="1800" b="1" spc="-15" dirty="0" smtClean="0">
                <a:latin typeface="Courier New"/>
                <a:cs typeface="Courier New"/>
              </a:rPr>
              <a:t>at</a:t>
            </a:r>
            <a:r>
              <a:rPr sz="1800" b="1" spc="0" dirty="0" smtClean="0">
                <a:latin typeface="Courier New"/>
                <a:cs typeface="Courier New"/>
              </a:rPr>
              <a:t>or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f</a:t>
            </a:r>
            <a:r>
              <a:rPr sz="1800" b="1" spc="-10" dirty="0" smtClean="0">
                <a:latin typeface="Courier New"/>
                <a:cs typeface="Courier New"/>
              </a:rPr>
              <a:t>o</a:t>
            </a:r>
            <a:r>
              <a:rPr sz="1800" b="1" spc="0" dirty="0" smtClean="0">
                <a:latin typeface="Courier New"/>
                <a:cs typeface="Courier New"/>
              </a:rPr>
              <a:t>r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lo</a:t>
            </a:r>
            <a:r>
              <a:rPr sz="1800" b="1" spc="-15" dirty="0" smtClean="0">
                <a:latin typeface="Courier New"/>
                <a:cs typeface="Courier New"/>
              </a:rPr>
              <a:t>o</a:t>
            </a:r>
            <a:r>
              <a:rPr sz="1800" b="1" spc="-10" dirty="0" smtClean="0">
                <a:latin typeface="Courier New"/>
                <a:cs typeface="Courier New"/>
              </a:rPr>
              <a:t>p</a:t>
            </a:r>
            <a:r>
              <a:rPr sz="1800" b="1" spc="0" dirty="0" smtClean="0">
                <a:latin typeface="Courier New"/>
                <a:cs typeface="Courier New"/>
              </a:rPr>
              <a:t>ing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o</a:t>
            </a:r>
            <a:r>
              <a:rPr sz="1800" b="1" spc="0" dirty="0" smtClean="0">
                <a:latin typeface="Courier New"/>
                <a:cs typeface="Courier New"/>
              </a:rPr>
              <a:t>ver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a</a:t>
            </a:r>
            <a:r>
              <a:rPr sz="1800" b="1" spc="-2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sequ</a:t>
            </a:r>
            <a:r>
              <a:rPr sz="1800" b="1" spc="-15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nce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b</a:t>
            </a:r>
            <a:r>
              <a:rPr sz="1800" b="1" spc="-10" dirty="0" smtClean="0">
                <a:latin typeface="Courier New"/>
                <a:cs typeface="Courier New"/>
              </a:rPr>
              <a:t>a</a:t>
            </a:r>
            <a:r>
              <a:rPr sz="1800" b="1" spc="0" dirty="0" smtClean="0">
                <a:latin typeface="Courier New"/>
                <a:cs typeface="Courier New"/>
              </a:rPr>
              <a:t>ckwa</a:t>
            </a:r>
            <a:r>
              <a:rPr sz="1800" b="1" spc="-15" dirty="0" smtClean="0">
                <a:latin typeface="Courier New"/>
                <a:cs typeface="Courier New"/>
              </a:rPr>
              <a:t>r</a:t>
            </a:r>
            <a:r>
              <a:rPr sz="1800" b="1" spc="0" dirty="0" smtClean="0">
                <a:latin typeface="Courier New"/>
                <a:cs typeface="Courier New"/>
              </a:rPr>
              <a:t>ds"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9621" y="1565783"/>
            <a:ext cx="4257040" cy="214058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558165" marR="693420" indent="-546100">
              <a:lnSpc>
                <a:spcPct val="110000"/>
              </a:lnSpc>
            </a:pPr>
            <a:r>
              <a:rPr sz="1800" b="1" spc="-15" dirty="0" smtClean="0">
                <a:latin typeface="Courier New"/>
                <a:cs typeface="Courier New"/>
              </a:rPr>
              <a:t>d</a:t>
            </a:r>
            <a:r>
              <a:rPr sz="1800" b="1" spc="0" dirty="0" smtClean="0">
                <a:latin typeface="Courier New"/>
                <a:cs typeface="Courier New"/>
              </a:rPr>
              <a:t>ef</a:t>
            </a:r>
            <a:r>
              <a:rPr sz="1800" b="1" spc="-20" dirty="0" smtClean="0">
                <a:latin typeface="Courier New"/>
                <a:cs typeface="Courier New"/>
              </a:rPr>
              <a:t> </a:t>
            </a:r>
            <a:r>
              <a:rPr sz="1800" b="1" u="heavy" spc="0" dirty="0" smtClean="0">
                <a:latin typeface="Courier New"/>
                <a:cs typeface="Courier New"/>
              </a:rPr>
              <a:t>  </a:t>
            </a:r>
            <a:r>
              <a:rPr sz="1800" b="1" spc="-15" dirty="0" smtClean="0">
                <a:latin typeface="Courier New"/>
                <a:cs typeface="Courier New"/>
              </a:rPr>
              <a:t>i</a:t>
            </a:r>
            <a:r>
              <a:rPr sz="1800" b="1" spc="0" dirty="0" smtClean="0">
                <a:latin typeface="Courier New"/>
                <a:cs typeface="Courier New"/>
              </a:rPr>
              <a:t>ni</a:t>
            </a:r>
            <a:r>
              <a:rPr sz="1800" b="1" spc="-20" dirty="0" smtClean="0">
                <a:latin typeface="Courier New"/>
                <a:cs typeface="Courier New"/>
              </a:rPr>
              <a:t>t</a:t>
            </a:r>
            <a:r>
              <a:rPr sz="1800" b="1" u="heavy" spc="0" dirty="0" smtClean="0">
                <a:latin typeface="Courier New"/>
                <a:cs typeface="Courier New"/>
              </a:rPr>
              <a:t>  </a:t>
            </a:r>
            <a:r>
              <a:rPr sz="1800" b="1" spc="0" dirty="0" smtClean="0">
                <a:latin typeface="Courier New"/>
                <a:cs typeface="Courier New"/>
              </a:rPr>
              <a:t>(s</a:t>
            </a:r>
            <a:r>
              <a:rPr sz="1800" b="1" spc="-20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l</a:t>
            </a:r>
            <a:r>
              <a:rPr sz="1800" b="1" spc="-15" dirty="0" smtClean="0">
                <a:latin typeface="Courier New"/>
                <a:cs typeface="Courier New"/>
              </a:rPr>
              <a:t>f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d</a:t>
            </a:r>
            <a:r>
              <a:rPr sz="1800" b="1" spc="-20" dirty="0" smtClean="0">
                <a:latin typeface="Courier New"/>
                <a:cs typeface="Courier New"/>
              </a:rPr>
              <a:t>a</a:t>
            </a:r>
            <a:r>
              <a:rPr sz="1800" b="1" spc="0" dirty="0" smtClean="0">
                <a:latin typeface="Courier New"/>
                <a:cs typeface="Courier New"/>
              </a:rPr>
              <a:t>t</a:t>
            </a:r>
            <a:r>
              <a:rPr sz="1800" b="1" spc="-15" dirty="0" smtClean="0">
                <a:latin typeface="Courier New"/>
                <a:cs typeface="Courier New"/>
              </a:rPr>
              <a:t>a</a:t>
            </a:r>
            <a:r>
              <a:rPr sz="1800" b="1" spc="0" dirty="0" smtClean="0">
                <a:latin typeface="Courier New"/>
                <a:cs typeface="Courier New"/>
              </a:rPr>
              <a:t>): s</a:t>
            </a:r>
            <a:r>
              <a:rPr sz="1800" b="1" spc="-15" dirty="0" smtClean="0">
                <a:latin typeface="Courier New"/>
                <a:cs typeface="Courier New"/>
              </a:rPr>
              <a:t>el</a:t>
            </a:r>
            <a:r>
              <a:rPr sz="1800" b="1" spc="0" dirty="0" smtClean="0">
                <a:latin typeface="Courier New"/>
                <a:cs typeface="Courier New"/>
              </a:rPr>
              <a:t>f.</a:t>
            </a:r>
            <a:r>
              <a:rPr sz="1800" b="1" spc="-15" dirty="0" smtClean="0">
                <a:latin typeface="Courier New"/>
                <a:cs typeface="Courier New"/>
              </a:rPr>
              <a:t>d</a:t>
            </a:r>
            <a:r>
              <a:rPr sz="1800" b="1" spc="0" dirty="0" smtClean="0">
                <a:latin typeface="Courier New"/>
                <a:cs typeface="Courier New"/>
              </a:rPr>
              <a:t>a</a:t>
            </a:r>
            <a:r>
              <a:rPr sz="1800" b="1" spc="-15" dirty="0" smtClean="0">
                <a:latin typeface="Courier New"/>
                <a:cs typeface="Courier New"/>
              </a:rPr>
              <a:t>t</a:t>
            </a:r>
            <a:r>
              <a:rPr sz="1800" b="1" spc="0" dirty="0" smtClean="0">
                <a:latin typeface="Courier New"/>
                <a:cs typeface="Courier New"/>
              </a:rPr>
              <a:t>a</a:t>
            </a:r>
            <a:r>
              <a:rPr sz="1800" b="1" spc="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=</a:t>
            </a:r>
            <a:r>
              <a:rPr sz="1800" b="1" spc="-15" dirty="0" smtClean="0">
                <a:latin typeface="Courier New"/>
                <a:cs typeface="Courier New"/>
              </a:rPr>
              <a:t> da</a:t>
            </a:r>
            <a:r>
              <a:rPr sz="1800" b="1" spc="0" dirty="0" smtClean="0">
                <a:latin typeface="Courier New"/>
                <a:cs typeface="Courier New"/>
              </a:rPr>
              <a:t>ta s</a:t>
            </a:r>
            <a:r>
              <a:rPr sz="1800" b="1" spc="-15" dirty="0" smtClean="0">
                <a:latin typeface="Courier New"/>
                <a:cs typeface="Courier New"/>
              </a:rPr>
              <a:t>el</a:t>
            </a:r>
            <a:r>
              <a:rPr sz="1800" b="1" spc="0" dirty="0" smtClean="0">
                <a:latin typeface="Courier New"/>
                <a:cs typeface="Courier New"/>
              </a:rPr>
              <a:t>f.</a:t>
            </a:r>
            <a:r>
              <a:rPr sz="1800" b="1" spc="-15" dirty="0" smtClean="0">
                <a:latin typeface="Courier New"/>
                <a:cs typeface="Courier New"/>
              </a:rPr>
              <a:t>i</a:t>
            </a:r>
            <a:r>
              <a:rPr sz="1800" b="1" spc="0" dirty="0" smtClean="0">
                <a:latin typeface="Courier New"/>
                <a:cs typeface="Courier New"/>
              </a:rPr>
              <a:t>n</a:t>
            </a:r>
            <a:r>
              <a:rPr sz="1800" b="1" spc="-15" dirty="0" smtClean="0">
                <a:latin typeface="Courier New"/>
                <a:cs typeface="Courier New"/>
              </a:rPr>
              <a:t>d</a:t>
            </a:r>
            <a:r>
              <a:rPr sz="1800" b="1" spc="0" dirty="0" smtClean="0">
                <a:latin typeface="Courier New"/>
                <a:cs typeface="Courier New"/>
              </a:rPr>
              <a:t>ex</a:t>
            </a:r>
            <a:r>
              <a:rPr sz="1800" b="1" spc="-1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=</a:t>
            </a:r>
            <a:r>
              <a:rPr sz="1800" b="1" spc="-15" dirty="0" smtClean="0">
                <a:latin typeface="Courier New"/>
                <a:cs typeface="Courier New"/>
              </a:rPr>
              <a:t> l</a:t>
            </a:r>
            <a:r>
              <a:rPr sz="1800" b="1" spc="0" dirty="0" smtClean="0">
                <a:latin typeface="Courier New"/>
                <a:cs typeface="Courier New"/>
              </a:rPr>
              <a:t>en</a:t>
            </a:r>
            <a:r>
              <a:rPr sz="1800" b="1" spc="-15" dirty="0" smtClean="0">
                <a:latin typeface="Courier New"/>
                <a:cs typeface="Courier New"/>
              </a:rPr>
              <a:t>(</a:t>
            </a:r>
            <a:r>
              <a:rPr sz="1800" b="1" spc="0" dirty="0" smtClean="0">
                <a:latin typeface="Courier New"/>
                <a:cs typeface="Courier New"/>
              </a:rPr>
              <a:t>d</a:t>
            </a:r>
            <a:r>
              <a:rPr sz="1800" b="1" spc="-15" dirty="0" smtClean="0">
                <a:latin typeface="Courier New"/>
                <a:cs typeface="Courier New"/>
              </a:rPr>
              <a:t>a</a:t>
            </a:r>
            <a:r>
              <a:rPr sz="1800" b="1" spc="0" dirty="0" smtClean="0">
                <a:latin typeface="Courier New"/>
                <a:cs typeface="Courier New"/>
              </a:rPr>
              <a:t>ta)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800" b="1" spc="-15" dirty="0" smtClean="0">
                <a:latin typeface="Courier New"/>
                <a:cs typeface="Courier New"/>
              </a:rPr>
              <a:t>d</a:t>
            </a:r>
            <a:r>
              <a:rPr sz="1800" b="1" spc="0" dirty="0" smtClean="0">
                <a:latin typeface="Courier New"/>
                <a:cs typeface="Courier New"/>
              </a:rPr>
              <a:t>ef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n</a:t>
            </a:r>
            <a:r>
              <a:rPr sz="1800" b="1" spc="-15" dirty="0" smtClean="0">
                <a:latin typeface="Courier New"/>
                <a:cs typeface="Courier New"/>
              </a:rPr>
              <a:t>ex</a:t>
            </a:r>
            <a:r>
              <a:rPr sz="1800" b="1" spc="0" dirty="0" smtClean="0">
                <a:latin typeface="Courier New"/>
                <a:cs typeface="Courier New"/>
              </a:rPr>
              <a:t>t(</a:t>
            </a:r>
            <a:r>
              <a:rPr sz="1800" b="1" spc="-15" dirty="0" smtClean="0">
                <a:latin typeface="Courier New"/>
                <a:cs typeface="Courier New"/>
              </a:rPr>
              <a:t>s</a:t>
            </a:r>
            <a:r>
              <a:rPr sz="1800" b="1" spc="0" dirty="0" smtClean="0">
                <a:latin typeface="Courier New"/>
                <a:cs typeface="Courier New"/>
              </a:rPr>
              <a:t>e</a:t>
            </a:r>
            <a:r>
              <a:rPr sz="1800" b="1" spc="-15" dirty="0" smtClean="0">
                <a:latin typeface="Courier New"/>
                <a:cs typeface="Courier New"/>
              </a:rPr>
              <a:t>l</a:t>
            </a:r>
            <a:r>
              <a:rPr sz="1800" b="1" spc="5" dirty="0" smtClean="0">
                <a:latin typeface="Courier New"/>
                <a:cs typeface="Courier New"/>
              </a:rPr>
              <a:t>f</a:t>
            </a:r>
            <a:r>
              <a:rPr sz="1800" b="1" spc="0" dirty="0" smtClean="0">
                <a:latin typeface="Courier New"/>
                <a:cs typeface="Courier New"/>
              </a:rPr>
              <a:t>):</a:t>
            </a:r>
            <a:endParaRPr sz="1800">
              <a:latin typeface="Courier New"/>
              <a:cs typeface="Courier New"/>
            </a:endParaRPr>
          </a:p>
          <a:p>
            <a:pPr marL="1103630" marR="558800" indent="-546100">
              <a:lnSpc>
                <a:spcPts val="2380"/>
              </a:lnSpc>
              <a:spcBef>
                <a:spcPts val="110"/>
              </a:spcBef>
            </a:pPr>
            <a:r>
              <a:rPr sz="1800" b="1" dirty="0" smtClean="0">
                <a:latin typeface="Courier New"/>
                <a:cs typeface="Courier New"/>
              </a:rPr>
              <a:t>if</a:t>
            </a:r>
            <a:r>
              <a:rPr sz="1800" b="1" spc="-2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se</a:t>
            </a:r>
            <a:r>
              <a:rPr sz="1800" b="1" spc="-15" dirty="0" smtClean="0">
                <a:latin typeface="Courier New"/>
                <a:cs typeface="Courier New"/>
              </a:rPr>
              <a:t>l</a:t>
            </a:r>
            <a:r>
              <a:rPr sz="1800" b="1" spc="0" dirty="0" smtClean="0">
                <a:latin typeface="Courier New"/>
                <a:cs typeface="Courier New"/>
              </a:rPr>
              <a:t>f</a:t>
            </a:r>
            <a:r>
              <a:rPr sz="1800" b="1" spc="-15" dirty="0" smtClean="0">
                <a:latin typeface="Courier New"/>
                <a:cs typeface="Courier New"/>
              </a:rPr>
              <a:t>.</a:t>
            </a:r>
            <a:r>
              <a:rPr sz="1800" b="1" spc="0" dirty="0" smtClean="0">
                <a:latin typeface="Courier New"/>
                <a:cs typeface="Courier New"/>
              </a:rPr>
              <a:t>in</a:t>
            </a:r>
            <a:r>
              <a:rPr sz="1800" b="1" spc="-15" dirty="0" smtClean="0">
                <a:latin typeface="Courier New"/>
                <a:cs typeface="Courier New"/>
              </a:rPr>
              <a:t>d</a:t>
            </a:r>
            <a:r>
              <a:rPr sz="1800" b="1" spc="0" dirty="0" smtClean="0">
                <a:latin typeface="Courier New"/>
                <a:cs typeface="Courier New"/>
              </a:rPr>
              <a:t>ex</a:t>
            </a:r>
            <a:r>
              <a:rPr sz="1800" b="1" spc="-2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==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0: r</a:t>
            </a:r>
            <a:r>
              <a:rPr sz="1800" b="1" spc="-15" dirty="0" smtClean="0">
                <a:latin typeface="Courier New"/>
                <a:cs typeface="Courier New"/>
              </a:rPr>
              <a:t>a</a:t>
            </a:r>
            <a:r>
              <a:rPr sz="1800" b="1" spc="0" dirty="0" smtClean="0">
                <a:latin typeface="Courier New"/>
                <a:cs typeface="Courier New"/>
              </a:rPr>
              <a:t>i</a:t>
            </a:r>
            <a:r>
              <a:rPr sz="1800" b="1" spc="-15" dirty="0" smtClean="0">
                <a:latin typeface="Courier New"/>
                <a:cs typeface="Courier New"/>
              </a:rPr>
              <a:t>s</a:t>
            </a:r>
            <a:r>
              <a:rPr sz="1800" b="1" spc="0" dirty="0" smtClean="0">
                <a:latin typeface="Courier New"/>
                <a:cs typeface="Courier New"/>
              </a:rPr>
              <a:t>e </a:t>
            </a:r>
            <a:r>
              <a:rPr sz="1800" b="1" spc="-15" dirty="0" smtClean="0">
                <a:latin typeface="Courier New"/>
                <a:cs typeface="Courier New"/>
              </a:rPr>
              <a:t>S</a:t>
            </a:r>
            <a:r>
              <a:rPr sz="1800" b="1" spc="0" dirty="0" smtClean="0">
                <a:latin typeface="Courier New"/>
                <a:cs typeface="Courier New"/>
              </a:rPr>
              <a:t>t</a:t>
            </a:r>
            <a:r>
              <a:rPr sz="1800" b="1" spc="-15" dirty="0" smtClean="0">
                <a:latin typeface="Courier New"/>
                <a:cs typeface="Courier New"/>
              </a:rPr>
              <a:t>op</a:t>
            </a:r>
            <a:r>
              <a:rPr sz="1800" b="1" spc="0" dirty="0" smtClean="0">
                <a:latin typeface="Courier New"/>
                <a:cs typeface="Courier New"/>
              </a:rPr>
              <a:t>It</a:t>
            </a:r>
            <a:r>
              <a:rPr sz="1800" b="1" spc="-15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r</a:t>
            </a:r>
            <a:r>
              <a:rPr sz="1800" b="1" spc="-15" dirty="0" smtClean="0">
                <a:latin typeface="Courier New"/>
                <a:cs typeface="Courier New"/>
              </a:rPr>
              <a:t>a</a:t>
            </a:r>
            <a:r>
              <a:rPr sz="1800" b="1" spc="0" dirty="0" smtClean="0">
                <a:latin typeface="Courier New"/>
                <a:cs typeface="Courier New"/>
              </a:rPr>
              <a:t>ti</a:t>
            </a:r>
            <a:r>
              <a:rPr sz="1800" b="1" spc="-15" dirty="0" smtClean="0">
                <a:latin typeface="Courier New"/>
                <a:cs typeface="Courier New"/>
              </a:rPr>
              <a:t>o</a:t>
            </a:r>
            <a:r>
              <a:rPr sz="1800" b="1" spc="0" dirty="0" smtClean="0">
                <a:latin typeface="Courier New"/>
                <a:cs typeface="Courier New"/>
              </a:rPr>
              <a:t>n</a:t>
            </a:r>
            <a:endParaRPr sz="1800">
              <a:latin typeface="Courier New"/>
              <a:cs typeface="Courier New"/>
            </a:endParaRPr>
          </a:p>
          <a:p>
            <a:pPr marL="558165">
              <a:lnSpc>
                <a:spcPct val="100000"/>
              </a:lnSpc>
              <a:spcBef>
                <a:spcPts val="100"/>
              </a:spcBef>
            </a:pPr>
            <a:r>
              <a:rPr sz="1800" b="1" dirty="0" smtClean="0">
                <a:latin typeface="Courier New"/>
                <a:cs typeface="Courier New"/>
              </a:rPr>
              <a:t>s</a:t>
            </a:r>
            <a:r>
              <a:rPr sz="1800" b="1" spc="-15" dirty="0" smtClean="0">
                <a:latin typeface="Courier New"/>
                <a:cs typeface="Courier New"/>
              </a:rPr>
              <a:t>el</a:t>
            </a:r>
            <a:r>
              <a:rPr sz="1800" b="1" spc="0" dirty="0" smtClean="0">
                <a:latin typeface="Courier New"/>
                <a:cs typeface="Courier New"/>
              </a:rPr>
              <a:t>f.</a:t>
            </a:r>
            <a:r>
              <a:rPr sz="1800" b="1" spc="-15" dirty="0" smtClean="0">
                <a:latin typeface="Courier New"/>
                <a:cs typeface="Courier New"/>
              </a:rPr>
              <a:t>i</a:t>
            </a:r>
            <a:r>
              <a:rPr sz="1800" b="1" spc="0" dirty="0" smtClean="0">
                <a:latin typeface="Courier New"/>
                <a:cs typeface="Courier New"/>
              </a:rPr>
              <a:t>n</a:t>
            </a:r>
            <a:r>
              <a:rPr sz="1800" b="1" spc="-15" dirty="0" smtClean="0">
                <a:latin typeface="Courier New"/>
                <a:cs typeface="Courier New"/>
              </a:rPr>
              <a:t>d</a:t>
            </a:r>
            <a:r>
              <a:rPr sz="1800" b="1" spc="0" dirty="0" smtClean="0">
                <a:latin typeface="Courier New"/>
                <a:cs typeface="Courier New"/>
              </a:rPr>
              <a:t>ex</a:t>
            </a:r>
            <a:r>
              <a:rPr sz="1800" b="1" spc="-1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=</a:t>
            </a:r>
            <a:r>
              <a:rPr sz="1800" b="1" spc="-15" dirty="0" smtClean="0">
                <a:latin typeface="Courier New"/>
                <a:cs typeface="Courier New"/>
              </a:rPr>
              <a:t> s</a:t>
            </a:r>
            <a:r>
              <a:rPr sz="1800" b="1" spc="0" dirty="0" smtClean="0">
                <a:latin typeface="Courier New"/>
                <a:cs typeface="Courier New"/>
              </a:rPr>
              <a:t>el</a:t>
            </a:r>
            <a:r>
              <a:rPr sz="1800" b="1" spc="-15" dirty="0" smtClean="0">
                <a:latin typeface="Courier New"/>
                <a:cs typeface="Courier New"/>
              </a:rPr>
              <a:t>f</a:t>
            </a:r>
            <a:r>
              <a:rPr sz="1800" b="1" spc="0" dirty="0" smtClean="0">
                <a:latin typeface="Courier New"/>
                <a:cs typeface="Courier New"/>
              </a:rPr>
              <a:t>.</a:t>
            </a:r>
            <a:r>
              <a:rPr sz="1800" b="1" spc="-15" dirty="0" smtClean="0">
                <a:latin typeface="Courier New"/>
                <a:cs typeface="Courier New"/>
              </a:rPr>
              <a:t>i</a:t>
            </a:r>
            <a:r>
              <a:rPr sz="1800" b="1" spc="0" dirty="0" smtClean="0">
                <a:latin typeface="Courier New"/>
                <a:cs typeface="Courier New"/>
              </a:rPr>
              <a:t>nd</a:t>
            </a:r>
            <a:r>
              <a:rPr sz="1800" b="1" spc="-15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x</a:t>
            </a:r>
            <a:r>
              <a:rPr sz="1800" b="1" spc="-1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-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1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39621" y="3678682"/>
            <a:ext cx="4394200" cy="12350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indent="545465">
              <a:lnSpc>
                <a:spcPct val="110000"/>
              </a:lnSpc>
            </a:pPr>
            <a:r>
              <a:rPr sz="1800" b="1" dirty="0" smtClean="0">
                <a:latin typeface="Courier New"/>
                <a:cs typeface="Courier New"/>
              </a:rPr>
              <a:t>r</a:t>
            </a:r>
            <a:r>
              <a:rPr sz="1800" b="1" spc="-15" dirty="0" smtClean="0">
                <a:latin typeface="Courier New"/>
                <a:cs typeface="Courier New"/>
              </a:rPr>
              <a:t>et</a:t>
            </a:r>
            <a:r>
              <a:rPr sz="1800" b="1" spc="0" dirty="0" smtClean="0">
                <a:latin typeface="Courier New"/>
                <a:cs typeface="Courier New"/>
              </a:rPr>
              <a:t>urn</a:t>
            </a:r>
            <a:r>
              <a:rPr sz="1800" b="1" spc="-10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s</a:t>
            </a:r>
            <a:r>
              <a:rPr sz="1800" b="1" spc="0" dirty="0" smtClean="0">
                <a:latin typeface="Courier New"/>
                <a:cs typeface="Courier New"/>
              </a:rPr>
              <a:t>el</a:t>
            </a:r>
            <a:r>
              <a:rPr sz="1800" b="1" spc="-15" dirty="0" smtClean="0">
                <a:latin typeface="Courier New"/>
                <a:cs typeface="Courier New"/>
              </a:rPr>
              <a:t>f</a:t>
            </a:r>
            <a:r>
              <a:rPr sz="1800" b="1" spc="0" dirty="0" smtClean="0">
                <a:latin typeface="Courier New"/>
                <a:cs typeface="Courier New"/>
              </a:rPr>
              <a:t>.</a:t>
            </a:r>
            <a:r>
              <a:rPr sz="1800" b="1" spc="-15" dirty="0" smtClean="0">
                <a:latin typeface="Courier New"/>
                <a:cs typeface="Courier New"/>
              </a:rPr>
              <a:t>da</a:t>
            </a:r>
            <a:r>
              <a:rPr sz="1800" b="1" spc="0" dirty="0" smtClean="0">
                <a:latin typeface="Courier New"/>
                <a:cs typeface="Courier New"/>
              </a:rPr>
              <a:t>ta</a:t>
            </a:r>
            <a:r>
              <a:rPr sz="1800" b="1" spc="-15" dirty="0" smtClean="0">
                <a:latin typeface="Courier New"/>
                <a:cs typeface="Courier New"/>
              </a:rPr>
              <a:t>[</a:t>
            </a:r>
            <a:r>
              <a:rPr sz="1800" b="1" spc="0" dirty="0" smtClean="0">
                <a:latin typeface="Courier New"/>
                <a:cs typeface="Courier New"/>
              </a:rPr>
              <a:t>s</a:t>
            </a:r>
            <a:r>
              <a:rPr sz="1800" b="1" spc="-15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lf</a:t>
            </a:r>
            <a:r>
              <a:rPr sz="1800" b="1" spc="-15" dirty="0" smtClean="0">
                <a:latin typeface="Courier New"/>
                <a:cs typeface="Courier New"/>
              </a:rPr>
              <a:t>.</a:t>
            </a:r>
            <a:r>
              <a:rPr sz="1800" b="1" spc="0" dirty="0" smtClean="0">
                <a:latin typeface="Courier New"/>
                <a:cs typeface="Courier New"/>
              </a:rPr>
              <a:t>i</a:t>
            </a:r>
            <a:r>
              <a:rPr sz="1800" b="1" spc="-15" dirty="0" smtClean="0">
                <a:latin typeface="Courier New"/>
                <a:cs typeface="Courier New"/>
              </a:rPr>
              <a:t>nd</a:t>
            </a:r>
            <a:r>
              <a:rPr sz="1800" b="1" spc="0" dirty="0" smtClean="0">
                <a:latin typeface="Courier New"/>
                <a:cs typeface="Courier New"/>
              </a:rPr>
              <a:t>e</a:t>
            </a:r>
            <a:r>
              <a:rPr sz="1800" b="1" spc="5" dirty="0" smtClean="0">
                <a:latin typeface="Courier New"/>
                <a:cs typeface="Courier New"/>
              </a:rPr>
              <a:t>x</a:t>
            </a:r>
            <a:r>
              <a:rPr sz="1800" b="1" spc="0" dirty="0" smtClean="0">
                <a:latin typeface="Courier New"/>
                <a:cs typeface="Courier New"/>
              </a:rPr>
              <a:t>] </a:t>
            </a:r>
            <a:r>
              <a:rPr sz="1800" b="1" spc="-15" dirty="0" smtClean="0">
                <a:latin typeface="Courier New"/>
                <a:cs typeface="Courier New"/>
              </a:rPr>
              <a:t>d</a:t>
            </a:r>
            <a:r>
              <a:rPr sz="1800" b="1" spc="0" dirty="0" smtClean="0">
                <a:latin typeface="Courier New"/>
                <a:cs typeface="Courier New"/>
              </a:rPr>
              <a:t>ef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u="heavy" spc="0" dirty="0" smtClean="0">
                <a:latin typeface="Courier New"/>
                <a:cs typeface="Courier New"/>
              </a:rPr>
              <a:t>  </a:t>
            </a:r>
            <a:r>
              <a:rPr sz="1800" b="1" spc="-15" dirty="0" smtClean="0">
                <a:latin typeface="Courier New"/>
                <a:cs typeface="Courier New"/>
              </a:rPr>
              <a:t>i</a:t>
            </a:r>
            <a:r>
              <a:rPr sz="1800" b="1" spc="0" dirty="0" smtClean="0">
                <a:latin typeface="Courier New"/>
                <a:cs typeface="Courier New"/>
              </a:rPr>
              <a:t>te</a:t>
            </a:r>
            <a:r>
              <a:rPr sz="1800" b="1" spc="-15" dirty="0" smtClean="0">
                <a:latin typeface="Courier New"/>
                <a:cs typeface="Courier New"/>
              </a:rPr>
              <a:t>r</a:t>
            </a:r>
            <a:r>
              <a:rPr sz="1800" b="1" u="heavy" spc="0" dirty="0" smtClean="0">
                <a:latin typeface="Courier New"/>
                <a:cs typeface="Courier New"/>
              </a:rPr>
              <a:t>  </a:t>
            </a:r>
            <a:r>
              <a:rPr sz="1800" b="1" spc="0" dirty="0" smtClean="0">
                <a:latin typeface="Courier New"/>
                <a:cs typeface="Courier New"/>
              </a:rPr>
              <a:t>(s</a:t>
            </a:r>
            <a:r>
              <a:rPr sz="1800" b="1" spc="-15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l</a:t>
            </a:r>
            <a:r>
              <a:rPr sz="1800" b="1" spc="-10" dirty="0" smtClean="0">
                <a:latin typeface="Courier New"/>
                <a:cs typeface="Courier New"/>
              </a:rPr>
              <a:t>f</a:t>
            </a:r>
            <a:r>
              <a:rPr sz="1800" b="1" spc="-15" dirty="0" smtClean="0">
                <a:latin typeface="Courier New"/>
                <a:cs typeface="Courier New"/>
              </a:rPr>
              <a:t>):</a:t>
            </a:r>
            <a:endParaRPr sz="1800">
              <a:latin typeface="Courier New"/>
              <a:cs typeface="Courier New"/>
            </a:endParaRPr>
          </a:p>
          <a:p>
            <a:pPr marL="558165">
              <a:lnSpc>
                <a:spcPct val="100000"/>
              </a:lnSpc>
              <a:spcBef>
                <a:spcPts val="215"/>
              </a:spcBef>
            </a:pPr>
            <a:r>
              <a:rPr sz="1800" b="1" dirty="0" smtClean="0">
                <a:latin typeface="Courier New"/>
                <a:cs typeface="Courier New"/>
              </a:rPr>
              <a:t>r</a:t>
            </a:r>
            <a:r>
              <a:rPr sz="1800" b="1" spc="-15" dirty="0" smtClean="0">
                <a:latin typeface="Courier New"/>
                <a:cs typeface="Courier New"/>
              </a:rPr>
              <a:t>et</a:t>
            </a:r>
            <a:r>
              <a:rPr sz="1800" b="1" spc="0" dirty="0" smtClean="0">
                <a:latin typeface="Courier New"/>
                <a:cs typeface="Courier New"/>
              </a:rPr>
              <a:t>urn</a:t>
            </a:r>
            <a:r>
              <a:rPr sz="1800" b="1" spc="-20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s</a:t>
            </a:r>
            <a:r>
              <a:rPr sz="1800" b="1" spc="0" dirty="0" smtClean="0">
                <a:latin typeface="Courier New"/>
                <a:cs typeface="Courier New"/>
              </a:rPr>
              <a:t>elf</a:t>
            </a:r>
            <a:endParaRPr sz="1800">
              <a:latin typeface="Courier New"/>
              <a:cs typeface="Courier New"/>
            </a:endParaRPr>
          </a:p>
          <a:p>
            <a:pPr marL="560705">
              <a:lnSpc>
                <a:spcPct val="100000"/>
              </a:lnSpc>
              <a:spcBef>
                <a:spcPts val="215"/>
              </a:spcBef>
            </a:pPr>
            <a:r>
              <a:rPr sz="1800" b="1" dirty="0" smtClean="0">
                <a:latin typeface="Courier New"/>
                <a:cs typeface="Courier New"/>
              </a:rPr>
              <a:t>c</a:t>
            </a:r>
            <a:r>
              <a:rPr sz="1800" b="1" spc="-15" dirty="0" smtClean="0">
                <a:latin typeface="Courier New"/>
                <a:cs typeface="Courier New"/>
              </a:rPr>
              <a:t>h</a:t>
            </a:r>
            <a:r>
              <a:rPr sz="1800" b="1" spc="-10" dirty="0" smtClean="0">
                <a:latin typeface="Courier New"/>
                <a:cs typeface="Courier New"/>
              </a:rPr>
              <a:t>a</a:t>
            </a:r>
            <a:r>
              <a:rPr sz="1800" b="1" spc="0" dirty="0" smtClean="0">
                <a:latin typeface="Courier New"/>
                <a:cs typeface="Courier New"/>
              </a:rPr>
              <a:t>r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in</a:t>
            </a:r>
            <a:r>
              <a:rPr sz="1800" b="1" spc="-4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Re</a:t>
            </a:r>
            <a:r>
              <a:rPr sz="1800" b="1" spc="-15" dirty="0" smtClean="0">
                <a:latin typeface="Courier New"/>
                <a:cs typeface="Courier New"/>
              </a:rPr>
              <a:t>v</a:t>
            </a:r>
            <a:r>
              <a:rPr sz="1800" b="1" spc="0" dirty="0" smtClean="0">
                <a:latin typeface="Courier New"/>
                <a:cs typeface="Courier New"/>
              </a:rPr>
              <a:t>e</a:t>
            </a:r>
            <a:r>
              <a:rPr sz="1800" b="1" spc="-15" dirty="0" smtClean="0">
                <a:latin typeface="Courier New"/>
                <a:cs typeface="Courier New"/>
              </a:rPr>
              <a:t>rs</a:t>
            </a:r>
            <a:r>
              <a:rPr sz="1800" b="1" spc="0" dirty="0" smtClean="0">
                <a:latin typeface="Courier New"/>
                <a:cs typeface="Courier New"/>
              </a:rPr>
              <a:t>e(</a:t>
            </a:r>
            <a:r>
              <a:rPr sz="1800" b="1" spc="-15" dirty="0" smtClean="0">
                <a:latin typeface="Courier New"/>
                <a:cs typeface="Courier New"/>
              </a:rPr>
              <a:t>'</a:t>
            </a:r>
            <a:r>
              <a:rPr sz="1800" b="1" spc="0" dirty="0" smtClean="0">
                <a:latin typeface="Courier New"/>
                <a:cs typeface="Courier New"/>
              </a:rPr>
              <a:t>s</a:t>
            </a:r>
            <a:r>
              <a:rPr sz="1800" b="1" spc="-15" dirty="0" smtClean="0">
                <a:latin typeface="Courier New"/>
                <a:cs typeface="Courier New"/>
              </a:rPr>
              <a:t>p</a:t>
            </a:r>
            <a:r>
              <a:rPr sz="1800" b="1" spc="0" dirty="0" smtClean="0">
                <a:latin typeface="Courier New"/>
                <a:cs typeface="Courier New"/>
              </a:rPr>
              <a:t>am</a:t>
            </a:r>
            <a:r>
              <a:rPr sz="1800" b="1" spc="-15" dirty="0" smtClean="0">
                <a:latin typeface="Courier New"/>
                <a:cs typeface="Courier New"/>
              </a:rPr>
              <a:t>'</a:t>
            </a:r>
            <a:r>
              <a:rPr sz="1800" b="1" spc="0" dirty="0" smtClean="0">
                <a:latin typeface="Courier New"/>
                <a:cs typeface="Courier New"/>
              </a:rPr>
              <a:t>):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92225" y="4611623"/>
            <a:ext cx="984250" cy="302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&gt;&gt;&gt;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f</a:t>
            </a:r>
            <a:r>
              <a:rPr sz="1800" b="1" spc="0" dirty="0" smtClean="0">
                <a:latin typeface="Courier New"/>
                <a:cs typeface="Courier New"/>
              </a:rPr>
              <a:t>or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92225" y="4913376"/>
            <a:ext cx="2211070" cy="15093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832485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p</a:t>
            </a:r>
            <a:r>
              <a:rPr sz="1800" b="1" spc="-15" dirty="0" smtClean="0">
                <a:latin typeface="Courier New"/>
                <a:cs typeface="Courier New"/>
              </a:rPr>
              <a:t>r</a:t>
            </a:r>
            <a:r>
              <a:rPr sz="1800" b="1" spc="0" dirty="0" smtClean="0">
                <a:latin typeface="Courier New"/>
                <a:cs typeface="Courier New"/>
              </a:rPr>
              <a:t>i</a:t>
            </a:r>
            <a:r>
              <a:rPr sz="1800" b="1" spc="-15" dirty="0" smtClean="0">
                <a:latin typeface="Courier New"/>
                <a:cs typeface="Courier New"/>
              </a:rPr>
              <a:t>n</a:t>
            </a:r>
            <a:r>
              <a:rPr sz="1800" b="1" spc="0" dirty="0" smtClean="0">
                <a:latin typeface="Courier New"/>
                <a:cs typeface="Courier New"/>
              </a:rPr>
              <a:t>t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c</a:t>
            </a:r>
            <a:r>
              <a:rPr sz="1800" b="1" spc="-15" dirty="0" smtClean="0">
                <a:latin typeface="Courier New"/>
                <a:cs typeface="Courier New"/>
              </a:rPr>
              <a:t>h</a:t>
            </a:r>
            <a:r>
              <a:rPr sz="1800" b="1" spc="0" dirty="0" smtClean="0">
                <a:latin typeface="Courier New"/>
                <a:cs typeface="Courier New"/>
              </a:rPr>
              <a:t>ar</a:t>
            </a:r>
            <a:endParaRPr sz="1800">
              <a:latin typeface="Courier New"/>
              <a:cs typeface="Courier New"/>
            </a:endParaRPr>
          </a:p>
          <a:p>
            <a:pPr marL="12700" marR="2060575" algn="just">
              <a:lnSpc>
                <a:spcPct val="110000"/>
              </a:lnSpc>
            </a:pPr>
            <a:r>
              <a:rPr sz="1800" b="1" dirty="0" smtClean="0">
                <a:solidFill>
                  <a:srgbClr val="CC00CC"/>
                </a:solidFill>
                <a:latin typeface="Courier New"/>
                <a:cs typeface="Courier New"/>
              </a:rPr>
              <a:t>m a p s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63080" y="1950084"/>
            <a:ext cx="2113280" cy="110871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>
              <a:lnSpc>
                <a:spcPct val="100000"/>
              </a:lnSpc>
            </a:pPr>
            <a:r>
              <a:rPr sz="2400" dirty="0" smtClean="0">
                <a:solidFill>
                  <a:srgbClr val="006FC0"/>
                </a:solidFill>
                <a:latin typeface="Times New Roman"/>
                <a:cs typeface="Times New Roman"/>
              </a:rPr>
              <a:t>An</a:t>
            </a:r>
            <a:r>
              <a:rPr sz="2400" spc="5" dirty="0" smtClean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0" dirty="0" smtClean="0">
                <a:solidFill>
                  <a:srgbClr val="006FC0"/>
                </a:solidFill>
                <a:latin typeface="Times New Roman"/>
                <a:cs typeface="Times New Roman"/>
              </a:rPr>
              <a:t>i</a:t>
            </a:r>
            <a:r>
              <a:rPr sz="2400" spc="5" dirty="0" smtClean="0">
                <a:solidFill>
                  <a:srgbClr val="006FC0"/>
                </a:solidFill>
                <a:latin typeface="Times New Roman"/>
                <a:cs typeface="Times New Roman"/>
              </a:rPr>
              <a:t>t</a:t>
            </a:r>
            <a:r>
              <a:rPr sz="2400" spc="0" dirty="0" smtClean="0">
                <a:solidFill>
                  <a:srgbClr val="006FC0"/>
                </a:solidFill>
                <a:latin typeface="Times New Roman"/>
                <a:cs typeface="Times New Roman"/>
              </a:rPr>
              <a:t>er</a:t>
            </a:r>
            <a:r>
              <a:rPr sz="2400" spc="5" dirty="0" smtClean="0">
                <a:solidFill>
                  <a:srgbClr val="006FC0"/>
                </a:solidFill>
                <a:latin typeface="Times New Roman"/>
                <a:cs typeface="Times New Roman"/>
              </a:rPr>
              <a:t>a</a:t>
            </a:r>
            <a:r>
              <a:rPr sz="2400" spc="0" dirty="0" smtClean="0">
                <a:solidFill>
                  <a:srgbClr val="006FC0"/>
                </a:solidFill>
                <a:latin typeface="Times New Roman"/>
                <a:cs typeface="Times New Roman"/>
              </a:rPr>
              <a:t>t</a:t>
            </a:r>
            <a:r>
              <a:rPr sz="2400" spc="-10" dirty="0" smtClean="0">
                <a:solidFill>
                  <a:srgbClr val="006FC0"/>
                </a:solidFill>
                <a:latin typeface="Times New Roman"/>
                <a:cs typeface="Times New Roman"/>
              </a:rPr>
              <a:t>o</a:t>
            </a:r>
            <a:r>
              <a:rPr sz="2400" spc="0" dirty="0" smtClean="0">
                <a:solidFill>
                  <a:srgbClr val="006FC0"/>
                </a:solidFill>
                <a:latin typeface="Times New Roman"/>
                <a:cs typeface="Times New Roman"/>
              </a:rPr>
              <a:t>r</a:t>
            </a:r>
            <a:r>
              <a:rPr sz="2400" spc="-25" dirty="0" smtClean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0" dirty="0" smtClean="0">
                <a:solidFill>
                  <a:srgbClr val="006FC0"/>
                </a:solidFill>
                <a:latin typeface="Times New Roman"/>
                <a:cs typeface="Times New Roman"/>
              </a:rPr>
              <a:t>is any obj</a:t>
            </a:r>
            <a:r>
              <a:rPr sz="2400" spc="5" dirty="0" smtClean="0">
                <a:solidFill>
                  <a:srgbClr val="006FC0"/>
                </a:solidFill>
                <a:latin typeface="Times New Roman"/>
                <a:cs typeface="Times New Roman"/>
              </a:rPr>
              <a:t>e</a:t>
            </a:r>
            <a:r>
              <a:rPr sz="2400" spc="0" dirty="0" smtClean="0">
                <a:solidFill>
                  <a:srgbClr val="006FC0"/>
                </a:solidFill>
                <a:latin typeface="Times New Roman"/>
                <a:cs typeface="Times New Roman"/>
              </a:rPr>
              <a:t>ct</a:t>
            </a:r>
            <a:r>
              <a:rPr sz="2400" spc="-30" dirty="0" smtClean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0" dirty="0" smtClean="0">
                <a:solidFill>
                  <a:srgbClr val="006FC0"/>
                </a:solidFill>
                <a:latin typeface="Times New Roman"/>
                <a:cs typeface="Times New Roman"/>
              </a:rPr>
              <a:t>with</a:t>
            </a:r>
            <a:r>
              <a:rPr sz="2400" spc="-10" dirty="0" smtClean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0" dirty="0" smtClean="0">
                <a:solidFill>
                  <a:srgbClr val="006FC0"/>
                </a:solidFill>
                <a:latin typeface="Times New Roman"/>
                <a:cs typeface="Times New Roman"/>
              </a:rPr>
              <a:t>a "next"</a:t>
            </a:r>
            <a:r>
              <a:rPr sz="2400" spc="-30" dirty="0" smtClean="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sz="2400" spc="-25" dirty="0" smtClean="0">
                <a:solidFill>
                  <a:srgbClr val="006FC0"/>
                </a:solidFill>
                <a:latin typeface="Times New Roman"/>
                <a:cs typeface="Times New Roman"/>
              </a:rPr>
              <a:t>m</a:t>
            </a:r>
            <a:r>
              <a:rPr sz="2400" spc="0" dirty="0" smtClean="0">
                <a:solidFill>
                  <a:srgbClr val="006FC0"/>
                </a:solidFill>
                <a:latin typeface="Times New Roman"/>
                <a:cs typeface="Times New Roman"/>
              </a:rPr>
              <a:t>ethod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111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887679" y="0"/>
            <a:ext cx="4084320" cy="12141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4000" b="1" spc="-20" dirty="0" smtClean="0">
                <a:solidFill>
                  <a:srgbClr val="000066"/>
                </a:solidFill>
                <a:latin typeface="Arial"/>
                <a:cs typeface="Arial"/>
              </a:rPr>
              <a:t>Iterators</a:t>
            </a:r>
            <a:r>
              <a:rPr sz="4000" b="1" spc="3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4000" b="1" spc="-25" dirty="0" smtClean="0">
                <a:solidFill>
                  <a:srgbClr val="000066"/>
                </a:solidFill>
                <a:latin typeface="Arial"/>
                <a:cs typeface="Arial"/>
              </a:rPr>
              <a:t>and</a:t>
            </a:r>
            <a:r>
              <a:rPr sz="4000" b="1" spc="-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4000" b="1" spc="-15" dirty="0" smtClean="0">
                <a:solidFill>
                  <a:srgbClr val="000066"/>
                </a:solidFill>
                <a:latin typeface="Arial"/>
                <a:cs typeface="Arial"/>
              </a:rPr>
              <a:t>list</a:t>
            </a:r>
            <a:endParaRPr sz="4000">
              <a:latin typeface="Arial"/>
              <a:cs typeface="Arial"/>
            </a:endParaRPr>
          </a:p>
          <a:p>
            <a:pPr marL="12700">
              <a:lnSpc>
                <a:spcPts val="4760"/>
              </a:lnSpc>
            </a:pPr>
            <a:r>
              <a:rPr sz="4000" b="1" spc="-25" dirty="0" smtClean="0">
                <a:solidFill>
                  <a:srgbClr val="000066"/>
                </a:solidFill>
                <a:latin typeface="Arial"/>
                <a:cs typeface="Arial"/>
              </a:rPr>
              <a:t>co</a:t>
            </a:r>
            <a:r>
              <a:rPr sz="4000" b="1" spc="-55" dirty="0" smtClean="0">
                <a:solidFill>
                  <a:srgbClr val="000066"/>
                </a:solidFill>
                <a:latin typeface="Arial"/>
                <a:cs typeface="Arial"/>
              </a:rPr>
              <a:t>m</a:t>
            </a:r>
            <a:r>
              <a:rPr sz="4000" b="1" spc="-25" dirty="0" smtClean="0">
                <a:solidFill>
                  <a:srgbClr val="000066"/>
                </a:solidFill>
                <a:latin typeface="Arial"/>
                <a:cs typeface="Arial"/>
              </a:rPr>
              <a:t>pre</a:t>
            </a:r>
            <a:r>
              <a:rPr sz="4000" b="1" spc="-40" dirty="0" smtClean="0">
                <a:solidFill>
                  <a:srgbClr val="000066"/>
                </a:solidFill>
                <a:latin typeface="Arial"/>
                <a:cs typeface="Arial"/>
              </a:rPr>
              <a:t>h</a:t>
            </a:r>
            <a:r>
              <a:rPr sz="4000" b="1" spc="-25" dirty="0" smtClean="0">
                <a:solidFill>
                  <a:srgbClr val="000066"/>
                </a:solidFill>
                <a:latin typeface="Arial"/>
                <a:cs typeface="Arial"/>
              </a:rPr>
              <a:t>en</a:t>
            </a:r>
            <a:r>
              <a:rPr sz="4000" b="1" spc="-40" dirty="0" smtClean="0">
                <a:solidFill>
                  <a:srgbClr val="000066"/>
                </a:solidFill>
                <a:latin typeface="Arial"/>
                <a:cs typeface="Arial"/>
              </a:rPr>
              <a:t>s</a:t>
            </a:r>
            <a:r>
              <a:rPr sz="4000" b="1" spc="-25" dirty="0" smtClean="0">
                <a:solidFill>
                  <a:srgbClr val="000066"/>
                </a:solidFill>
                <a:latin typeface="Arial"/>
                <a:cs typeface="Arial"/>
              </a:rPr>
              <a:t>ions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025" y="1053084"/>
            <a:ext cx="4941570" cy="16617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 smtClean="0">
                <a:solidFill>
                  <a:srgbClr val="99852B"/>
                </a:solidFill>
                <a:latin typeface="Courier New"/>
                <a:cs typeface="Courier New"/>
              </a:rPr>
              <a:t>&gt;&gt;</a:t>
            </a:r>
            <a:r>
              <a:rPr sz="1800" b="1" spc="0" dirty="0" smtClean="0">
                <a:solidFill>
                  <a:srgbClr val="99852B"/>
                </a:solidFill>
                <a:latin typeface="Courier New"/>
                <a:cs typeface="Courier New"/>
              </a:rPr>
              <a:t>&gt;</a:t>
            </a:r>
            <a:r>
              <a:rPr sz="1800" b="1" spc="-15" dirty="0" smtClean="0">
                <a:solidFill>
                  <a:srgbClr val="99852B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[</a:t>
            </a:r>
            <a:r>
              <a:rPr sz="1800" b="1" spc="0" dirty="0" smtClean="0">
                <a:latin typeface="Courier New"/>
                <a:cs typeface="Courier New"/>
              </a:rPr>
              <a:t>x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f</a:t>
            </a:r>
            <a:r>
              <a:rPr sz="1800" b="1" spc="0" dirty="0" smtClean="0">
                <a:latin typeface="Courier New"/>
                <a:cs typeface="Courier New"/>
              </a:rPr>
              <a:t>or</a:t>
            </a:r>
            <a:r>
              <a:rPr sz="1800" b="1" spc="-3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x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i</a:t>
            </a:r>
            <a:r>
              <a:rPr sz="1800" b="1" spc="0" dirty="0" smtClean="0">
                <a:latin typeface="Courier New"/>
                <a:cs typeface="Courier New"/>
              </a:rPr>
              <a:t>n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Re</a:t>
            </a:r>
            <a:r>
              <a:rPr sz="1800" b="1" spc="-20" dirty="0" smtClean="0">
                <a:latin typeface="Courier New"/>
                <a:cs typeface="Courier New"/>
              </a:rPr>
              <a:t>v</a:t>
            </a:r>
            <a:r>
              <a:rPr sz="1800" b="1" spc="0" dirty="0" smtClean="0">
                <a:latin typeface="Courier New"/>
                <a:cs typeface="Courier New"/>
              </a:rPr>
              <a:t>e</a:t>
            </a:r>
            <a:r>
              <a:rPr sz="1800" b="1" spc="-15" dirty="0" smtClean="0">
                <a:latin typeface="Courier New"/>
                <a:cs typeface="Courier New"/>
              </a:rPr>
              <a:t>rs</a:t>
            </a:r>
            <a:r>
              <a:rPr sz="1800" b="1" spc="0" dirty="0" smtClean="0">
                <a:latin typeface="Courier New"/>
                <a:cs typeface="Courier New"/>
              </a:rPr>
              <a:t>e(</a:t>
            </a:r>
            <a:r>
              <a:rPr sz="1800" b="1" spc="-20" dirty="0" smtClean="0">
                <a:latin typeface="Courier New"/>
                <a:cs typeface="Courier New"/>
              </a:rPr>
              <a:t>'</a:t>
            </a:r>
            <a:r>
              <a:rPr sz="1800" b="1" spc="0" dirty="0" smtClean="0">
                <a:latin typeface="Courier New"/>
                <a:cs typeface="Courier New"/>
              </a:rPr>
              <a:t>s</a:t>
            </a:r>
            <a:r>
              <a:rPr sz="1800" b="1" spc="-15" dirty="0" smtClean="0">
                <a:latin typeface="Courier New"/>
                <a:cs typeface="Courier New"/>
              </a:rPr>
              <a:t>p</a:t>
            </a:r>
            <a:r>
              <a:rPr sz="1800" b="1" spc="0" dirty="0" smtClean="0">
                <a:latin typeface="Courier New"/>
                <a:cs typeface="Courier New"/>
              </a:rPr>
              <a:t>a</a:t>
            </a:r>
            <a:r>
              <a:rPr sz="1800" b="1" spc="-10" dirty="0" smtClean="0">
                <a:latin typeface="Courier New"/>
                <a:cs typeface="Courier New"/>
              </a:rPr>
              <a:t>m</a:t>
            </a:r>
            <a:r>
              <a:rPr sz="1800" b="1" spc="-15" dirty="0" smtClean="0">
                <a:latin typeface="Courier New"/>
                <a:cs typeface="Courier New"/>
              </a:rPr>
              <a:t>'</a:t>
            </a:r>
            <a:r>
              <a:rPr sz="1800" b="1" spc="0" dirty="0" smtClean="0">
                <a:latin typeface="Courier New"/>
                <a:cs typeface="Courier New"/>
              </a:rPr>
              <a:t>)]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800"/>
              </a:lnSpc>
              <a:spcBef>
                <a:spcPts val="17"/>
              </a:spcBef>
            </a:pPr>
            <a:endParaRPr sz="800"/>
          </a:p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CC00CC"/>
                </a:solidFill>
                <a:latin typeface="Courier New"/>
                <a:cs typeface="Courier New"/>
              </a:rPr>
              <a:t>['</a:t>
            </a:r>
            <a:r>
              <a:rPr sz="1800" b="1" spc="-15" dirty="0" smtClean="0">
                <a:solidFill>
                  <a:srgbClr val="CC00CC"/>
                </a:solidFill>
                <a:latin typeface="Courier New"/>
                <a:cs typeface="Courier New"/>
              </a:rPr>
              <a:t>m</a:t>
            </a:r>
            <a:r>
              <a:rPr sz="1800" b="1" spc="0" dirty="0" smtClean="0">
                <a:solidFill>
                  <a:srgbClr val="CC00CC"/>
                </a:solidFill>
                <a:latin typeface="Courier New"/>
                <a:cs typeface="Courier New"/>
              </a:rPr>
              <a:t>',</a:t>
            </a:r>
            <a:r>
              <a:rPr sz="1800" b="1" spc="-15" dirty="0" smtClean="0">
                <a:solidFill>
                  <a:srgbClr val="CC00CC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CC00CC"/>
                </a:solidFill>
                <a:latin typeface="Courier New"/>
                <a:cs typeface="Courier New"/>
              </a:rPr>
              <a:t>'</a:t>
            </a:r>
            <a:r>
              <a:rPr sz="1800" b="1" spc="-15" dirty="0" smtClean="0">
                <a:solidFill>
                  <a:srgbClr val="CC00CC"/>
                </a:solidFill>
                <a:latin typeface="Courier New"/>
                <a:cs typeface="Courier New"/>
              </a:rPr>
              <a:t>a</a:t>
            </a:r>
            <a:r>
              <a:rPr sz="1800" b="1" spc="0" dirty="0" smtClean="0">
                <a:solidFill>
                  <a:srgbClr val="CC00CC"/>
                </a:solidFill>
                <a:latin typeface="Courier New"/>
                <a:cs typeface="Courier New"/>
              </a:rPr>
              <a:t>',</a:t>
            </a:r>
            <a:r>
              <a:rPr sz="1800" b="1" spc="-30" dirty="0" smtClean="0">
                <a:solidFill>
                  <a:srgbClr val="CC00CC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CC00CC"/>
                </a:solidFill>
                <a:latin typeface="Courier New"/>
                <a:cs typeface="Courier New"/>
              </a:rPr>
              <a:t>'</a:t>
            </a:r>
            <a:r>
              <a:rPr sz="1800" b="1" spc="-5" dirty="0" smtClean="0">
                <a:solidFill>
                  <a:srgbClr val="CC00CC"/>
                </a:solidFill>
                <a:latin typeface="Courier New"/>
                <a:cs typeface="Courier New"/>
              </a:rPr>
              <a:t>p</a:t>
            </a:r>
            <a:r>
              <a:rPr sz="1800" b="1" spc="-15" dirty="0" smtClean="0">
                <a:solidFill>
                  <a:srgbClr val="CC00CC"/>
                </a:solidFill>
                <a:latin typeface="Courier New"/>
                <a:cs typeface="Courier New"/>
              </a:rPr>
              <a:t>'</a:t>
            </a:r>
            <a:r>
              <a:rPr sz="1800" b="1" spc="0" dirty="0" smtClean="0">
                <a:solidFill>
                  <a:srgbClr val="CC00CC"/>
                </a:solidFill>
                <a:latin typeface="Courier New"/>
                <a:cs typeface="Courier New"/>
              </a:rPr>
              <a:t>,</a:t>
            </a:r>
            <a:r>
              <a:rPr sz="1800" b="1" spc="-15" dirty="0" smtClean="0">
                <a:solidFill>
                  <a:srgbClr val="CC00CC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CC00CC"/>
                </a:solidFill>
                <a:latin typeface="Courier New"/>
                <a:cs typeface="Courier New"/>
              </a:rPr>
              <a:t>'</a:t>
            </a:r>
            <a:r>
              <a:rPr sz="1800" b="1" spc="-5" dirty="0" smtClean="0">
                <a:solidFill>
                  <a:srgbClr val="CC00CC"/>
                </a:solidFill>
                <a:latin typeface="Courier New"/>
                <a:cs typeface="Courier New"/>
              </a:rPr>
              <a:t>s</a:t>
            </a:r>
            <a:r>
              <a:rPr sz="1800" b="1" spc="-15" dirty="0" smtClean="0">
                <a:solidFill>
                  <a:srgbClr val="CC00CC"/>
                </a:solidFill>
                <a:latin typeface="Courier New"/>
                <a:cs typeface="Courier New"/>
              </a:rPr>
              <a:t>']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550"/>
              </a:lnSpc>
              <a:spcBef>
                <a:spcPts val="41"/>
              </a:spcBef>
            </a:pPr>
            <a:endParaRPr sz="55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99852B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99852B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[</a:t>
            </a:r>
            <a:r>
              <a:rPr sz="1800" b="1" spc="0" dirty="0" smtClean="0">
                <a:latin typeface="Courier New"/>
                <a:cs typeface="Courier New"/>
              </a:rPr>
              <a:t>x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+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x</a:t>
            </a:r>
            <a:r>
              <a:rPr sz="1800" b="1" spc="-2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for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x</a:t>
            </a:r>
            <a:r>
              <a:rPr sz="1800" b="1" spc="-1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in</a:t>
            </a:r>
            <a:r>
              <a:rPr sz="1800" b="1" spc="-15" dirty="0" smtClean="0">
                <a:latin typeface="Courier New"/>
                <a:cs typeface="Courier New"/>
              </a:rPr>
              <a:t> Re</a:t>
            </a:r>
            <a:r>
              <a:rPr sz="1800" b="1" spc="0" dirty="0" smtClean="0">
                <a:latin typeface="Courier New"/>
                <a:cs typeface="Courier New"/>
              </a:rPr>
              <a:t>ve</a:t>
            </a:r>
            <a:r>
              <a:rPr sz="1800" b="1" spc="-15" dirty="0" smtClean="0">
                <a:latin typeface="Courier New"/>
                <a:cs typeface="Courier New"/>
              </a:rPr>
              <a:t>r</a:t>
            </a:r>
            <a:r>
              <a:rPr sz="1800" b="1" spc="0" dirty="0" smtClean="0">
                <a:latin typeface="Courier New"/>
                <a:cs typeface="Courier New"/>
              </a:rPr>
              <a:t>s</a:t>
            </a:r>
            <a:r>
              <a:rPr sz="1800" b="1" spc="-15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('</a:t>
            </a:r>
            <a:r>
              <a:rPr sz="1800" b="1" spc="-15" dirty="0" smtClean="0">
                <a:latin typeface="Courier New"/>
                <a:cs typeface="Courier New"/>
              </a:rPr>
              <a:t>s</a:t>
            </a:r>
            <a:r>
              <a:rPr sz="1800" b="1" spc="0" dirty="0" smtClean="0">
                <a:latin typeface="Courier New"/>
                <a:cs typeface="Courier New"/>
              </a:rPr>
              <a:t>p</a:t>
            </a:r>
            <a:r>
              <a:rPr sz="1800" b="1" spc="-15" dirty="0" smtClean="0">
                <a:latin typeface="Courier New"/>
                <a:cs typeface="Courier New"/>
              </a:rPr>
              <a:t>a</a:t>
            </a:r>
            <a:r>
              <a:rPr sz="1800" b="1" spc="-10" dirty="0" smtClean="0">
                <a:latin typeface="Courier New"/>
                <a:cs typeface="Courier New"/>
              </a:rPr>
              <a:t>m</a:t>
            </a:r>
            <a:r>
              <a:rPr sz="1800" b="1" spc="0" dirty="0" smtClean="0">
                <a:latin typeface="Courier New"/>
                <a:cs typeface="Courier New"/>
              </a:rPr>
              <a:t>')]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800"/>
              </a:lnSpc>
              <a:spcBef>
                <a:spcPts val="16"/>
              </a:spcBef>
            </a:pPr>
            <a:endParaRPr sz="800"/>
          </a:p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CC00CC"/>
                </a:solidFill>
                <a:latin typeface="Courier New"/>
                <a:cs typeface="Courier New"/>
              </a:rPr>
              <a:t>['</a:t>
            </a:r>
            <a:r>
              <a:rPr sz="1800" b="1" spc="-20" dirty="0" smtClean="0">
                <a:solidFill>
                  <a:srgbClr val="CC00CC"/>
                </a:solidFill>
                <a:latin typeface="Courier New"/>
                <a:cs typeface="Courier New"/>
              </a:rPr>
              <a:t>m</a:t>
            </a:r>
            <a:r>
              <a:rPr sz="1800" b="1" spc="0" dirty="0" smtClean="0">
                <a:solidFill>
                  <a:srgbClr val="CC00CC"/>
                </a:solidFill>
                <a:latin typeface="Courier New"/>
                <a:cs typeface="Courier New"/>
              </a:rPr>
              <a:t>m</a:t>
            </a:r>
            <a:r>
              <a:rPr sz="1800" b="1" spc="-15" dirty="0" smtClean="0">
                <a:solidFill>
                  <a:srgbClr val="CC00CC"/>
                </a:solidFill>
                <a:latin typeface="Courier New"/>
                <a:cs typeface="Courier New"/>
              </a:rPr>
              <a:t>'</a:t>
            </a:r>
            <a:r>
              <a:rPr sz="1800" b="1" spc="0" dirty="0" smtClean="0">
                <a:solidFill>
                  <a:srgbClr val="CC00CC"/>
                </a:solidFill>
                <a:latin typeface="Courier New"/>
                <a:cs typeface="Courier New"/>
              </a:rPr>
              <a:t>, </a:t>
            </a:r>
            <a:r>
              <a:rPr sz="1800" b="1" spc="-15" dirty="0" smtClean="0">
                <a:solidFill>
                  <a:srgbClr val="CC00CC"/>
                </a:solidFill>
                <a:latin typeface="Courier New"/>
                <a:cs typeface="Courier New"/>
              </a:rPr>
              <a:t>'</a:t>
            </a:r>
            <a:r>
              <a:rPr sz="1800" b="1" spc="-5" dirty="0" smtClean="0">
                <a:solidFill>
                  <a:srgbClr val="CC00CC"/>
                </a:solidFill>
                <a:latin typeface="Courier New"/>
                <a:cs typeface="Courier New"/>
              </a:rPr>
              <a:t>a</a:t>
            </a:r>
            <a:r>
              <a:rPr sz="1800" b="1" spc="-15" dirty="0" smtClean="0">
                <a:solidFill>
                  <a:srgbClr val="CC00CC"/>
                </a:solidFill>
                <a:latin typeface="Courier New"/>
                <a:cs typeface="Courier New"/>
              </a:rPr>
              <a:t>a'</a:t>
            </a:r>
            <a:r>
              <a:rPr sz="1800" b="1" spc="0" dirty="0" smtClean="0">
                <a:solidFill>
                  <a:srgbClr val="CC00CC"/>
                </a:solidFill>
                <a:latin typeface="Courier New"/>
                <a:cs typeface="Courier New"/>
              </a:rPr>
              <a:t>, </a:t>
            </a:r>
            <a:r>
              <a:rPr sz="1800" b="1" spc="-20" dirty="0" smtClean="0">
                <a:solidFill>
                  <a:srgbClr val="CC00CC"/>
                </a:solidFill>
                <a:latin typeface="Courier New"/>
                <a:cs typeface="Courier New"/>
              </a:rPr>
              <a:t>'</a:t>
            </a:r>
            <a:r>
              <a:rPr sz="1800" b="1" spc="0" dirty="0" smtClean="0">
                <a:solidFill>
                  <a:srgbClr val="CC00CC"/>
                </a:solidFill>
                <a:latin typeface="Courier New"/>
                <a:cs typeface="Courier New"/>
              </a:rPr>
              <a:t>p</a:t>
            </a:r>
            <a:r>
              <a:rPr sz="1800" b="1" spc="-15" dirty="0" smtClean="0">
                <a:solidFill>
                  <a:srgbClr val="CC00CC"/>
                </a:solidFill>
                <a:latin typeface="Courier New"/>
                <a:cs typeface="Courier New"/>
              </a:rPr>
              <a:t>p</a:t>
            </a:r>
            <a:r>
              <a:rPr sz="1800" b="1" spc="0" dirty="0" smtClean="0">
                <a:solidFill>
                  <a:srgbClr val="CC00CC"/>
                </a:solidFill>
                <a:latin typeface="Courier New"/>
                <a:cs typeface="Courier New"/>
              </a:rPr>
              <a:t>',</a:t>
            </a:r>
            <a:r>
              <a:rPr sz="1800" b="1" spc="-20" dirty="0" smtClean="0">
                <a:solidFill>
                  <a:srgbClr val="CC00CC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solidFill>
                  <a:srgbClr val="CC00CC"/>
                </a:solidFill>
                <a:latin typeface="Courier New"/>
                <a:cs typeface="Courier New"/>
              </a:rPr>
              <a:t>'</a:t>
            </a:r>
            <a:r>
              <a:rPr sz="1800" b="1" spc="-15" dirty="0" smtClean="0">
                <a:solidFill>
                  <a:srgbClr val="CC00CC"/>
                </a:solidFill>
                <a:latin typeface="Courier New"/>
                <a:cs typeface="Courier New"/>
              </a:rPr>
              <a:t>ss</a:t>
            </a:r>
            <a:r>
              <a:rPr sz="1800" b="1" spc="-5" dirty="0" smtClean="0">
                <a:solidFill>
                  <a:srgbClr val="CC00CC"/>
                </a:solidFill>
                <a:latin typeface="Courier New"/>
                <a:cs typeface="Courier New"/>
              </a:rPr>
              <a:t>']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3651" y="2494660"/>
            <a:ext cx="2195195" cy="4965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 smtClean="0">
                <a:solidFill>
                  <a:srgbClr val="000066"/>
                </a:solidFill>
                <a:latin typeface="Arial"/>
                <a:cs typeface="Arial"/>
              </a:rPr>
              <a:t>Gener</a:t>
            </a:r>
            <a:r>
              <a:rPr sz="3200" b="1" spc="-15" dirty="0" smtClean="0">
                <a:solidFill>
                  <a:srgbClr val="000066"/>
                </a:solidFill>
                <a:latin typeface="Arial"/>
                <a:cs typeface="Arial"/>
              </a:rPr>
              <a:t>a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tors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0906" y="4295602"/>
            <a:ext cx="1708956" cy="18149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113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1031" rIns="0" bIns="0" rtlCol="0">
            <a:noAutofit/>
          </a:bodyPr>
          <a:lstStyle/>
          <a:p>
            <a:pPr marL="109220">
              <a:lnSpc>
                <a:spcPct val="100000"/>
              </a:lnSpc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Generators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2225" y="1113409"/>
            <a:ext cx="5380990" cy="45085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marR="115570" indent="-343535" algn="just">
              <a:lnSpc>
                <a:spcPct val="10000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5600" algn="l"/>
              </a:tabLst>
            </a:pPr>
            <a:r>
              <a:rPr sz="2400" b="1" spc="0" dirty="0" smtClean="0">
                <a:latin typeface="Arial"/>
                <a:cs typeface="Arial"/>
              </a:rPr>
              <a:t>D</a:t>
            </a:r>
            <a:r>
              <a:rPr sz="2400" b="1" spc="-10" dirty="0" smtClean="0">
                <a:latin typeface="Arial"/>
                <a:cs typeface="Arial"/>
              </a:rPr>
              <a:t>e</a:t>
            </a:r>
            <a:r>
              <a:rPr sz="2400" b="1" spc="0" dirty="0" smtClean="0">
                <a:latin typeface="Arial"/>
                <a:cs typeface="Arial"/>
              </a:rPr>
              <a:t>f</a:t>
            </a:r>
            <a:r>
              <a:rPr sz="2400" b="1" spc="5" dirty="0" smtClean="0">
                <a:latin typeface="Arial"/>
                <a:cs typeface="Arial"/>
              </a:rPr>
              <a:t>i</a:t>
            </a:r>
            <a:r>
              <a:rPr sz="2400" b="1" spc="0" dirty="0" smtClean="0">
                <a:latin typeface="Arial"/>
                <a:cs typeface="Arial"/>
              </a:rPr>
              <a:t>nes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an</a:t>
            </a:r>
            <a:r>
              <a:rPr sz="2400" b="1" spc="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</a:t>
            </a:r>
            <a:r>
              <a:rPr sz="2400" b="1" spc="10" dirty="0" smtClean="0">
                <a:latin typeface="Arial"/>
                <a:cs typeface="Arial"/>
              </a:rPr>
              <a:t>t</a:t>
            </a:r>
            <a:r>
              <a:rPr sz="2400" b="1" spc="0" dirty="0" smtClean="0">
                <a:latin typeface="Arial"/>
                <a:cs typeface="Arial"/>
              </a:rPr>
              <a:t>era</a:t>
            </a:r>
            <a:r>
              <a:rPr sz="2400" b="1" spc="5" dirty="0" smtClean="0">
                <a:latin typeface="Arial"/>
                <a:cs typeface="Arial"/>
              </a:rPr>
              <a:t>t</a:t>
            </a:r>
            <a:r>
              <a:rPr sz="2400" b="1" spc="0" dirty="0" smtClean="0">
                <a:latin typeface="Arial"/>
                <a:cs typeface="Arial"/>
              </a:rPr>
              <a:t>or</a:t>
            </a:r>
            <a:r>
              <a:rPr sz="2400" b="1" spc="-30" dirty="0" smtClean="0">
                <a:latin typeface="Arial"/>
                <a:cs typeface="Arial"/>
              </a:rPr>
              <a:t> </a:t>
            </a:r>
            <a:r>
              <a:rPr sz="2400" b="1" spc="25" dirty="0" smtClean="0">
                <a:latin typeface="Arial"/>
                <a:cs typeface="Arial"/>
              </a:rPr>
              <a:t>w</a:t>
            </a:r>
            <a:r>
              <a:rPr sz="2400" b="1" spc="0" dirty="0" smtClean="0">
                <a:latin typeface="Arial"/>
                <a:cs typeface="Arial"/>
              </a:rPr>
              <a:t>i</a:t>
            </a:r>
            <a:r>
              <a:rPr sz="2400" b="1" spc="5" dirty="0" smtClean="0">
                <a:latin typeface="Arial"/>
                <a:cs typeface="Arial"/>
              </a:rPr>
              <a:t>t</a:t>
            </a:r>
            <a:r>
              <a:rPr sz="2400" b="1" spc="0" dirty="0" smtClean="0">
                <a:latin typeface="Arial"/>
                <a:cs typeface="Arial"/>
              </a:rPr>
              <a:t>h</a:t>
            </a:r>
            <a:r>
              <a:rPr sz="2400" b="1" spc="-5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</a:t>
            </a:r>
            <a:r>
              <a:rPr sz="2400" b="1" spc="-10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function</a:t>
            </a:r>
            <a:endParaRPr sz="2400">
              <a:latin typeface="Arial"/>
              <a:cs typeface="Arial"/>
            </a:endParaRPr>
          </a:p>
          <a:p>
            <a:pPr marL="355600" marR="12700" indent="-343535" algn="just">
              <a:lnSpc>
                <a:spcPts val="3060"/>
              </a:lnSpc>
              <a:buClr>
                <a:srgbClr val="FF0000"/>
              </a:buClr>
              <a:buSzPct val="110416"/>
              <a:buFont typeface="Wingdings"/>
              <a:buChar char=""/>
              <a:tabLst>
                <a:tab pos="355600" algn="l"/>
              </a:tabLst>
            </a:pPr>
            <a:r>
              <a:rPr sz="2400" b="1" spc="0" dirty="0" smtClean="0">
                <a:latin typeface="Arial"/>
                <a:cs typeface="Arial"/>
              </a:rPr>
              <a:t>Maintains</a:t>
            </a:r>
            <a:r>
              <a:rPr sz="2400" b="1" spc="-2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local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state</a:t>
            </a:r>
            <a:r>
              <a:rPr sz="2400" b="1" spc="-15" dirty="0" smtClean="0"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a</a:t>
            </a:r>
            <a:r>
              <a:rPr sz="2400" b="1" spc="-10" dirty="0" smtClean="0">
                <a:latin typeface="Arial"/>
                <a:cs typeface="Arial"/>
              </a:rPr>
              <a:t>u</a:t>
            </a:r>
            <a:r>
              <a:rPr sz="2400" b="1" spc="0" dirty="0" smtClean="0">
                <a:latin typeface="Arial"/>
                <a:cs typeface="Arial"/>
              </a:rPr>
              <a:t>tomatically</a:t>
            </a:r>
            <a:endParaRPr sz="2400">
              <a:latin typeface="Arial"/>
              <a:cs typeface="Arial"/>
            </a:endParaRPr>
          </a:p>
          <a:p>
            <a:pPr>
              <a:lnSpc>
                <a:spcPts val="800"/>
              </a:lnSpc>
              <a:spcBef>
                <a:spcPts val="24"/>
              </a:spcBef>
            </a:pPr>
            <a:endParaRPr sz="8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12700" marR="2618740" algn="just">
              <a:lnSpc>
                <a:spcPct val="100000"/>
              </a:lnSpc>
            </a:pPr>
            <a:r>
              <a:rPr sz="2000" b="1" dirty="0" smtClean="0">
                <a:latin typeface="Courier New"/>
                <a:cs typeface="Courier New"/>
              </a:rPr>
              <a:t>def reverse(data):</a:t>
            </a:r>
            <a:endParaRPr sz="2000">
              <a:latin typeface="Courier New"/>
              <a:cs typeface="Courier New"/>
            </a:endParaRPr>
          </a:p>
          <a:p>
            <a:pPr marR="172085" algn="ctr">
              <a:lnSpc>
                <a:spcPct val="100000"/>
              </a:lnSpc>
              <a:spcBef>
                <a:spcPts val="240"/>
              </a:spcBef>
            </a:pPr>
            <a:r>
              <a:rPr sz="2000" b="1" spc="-5" dirty="0" smtClean="0">
                <a:latin typeface="Courier New"/>
                <a:cs typeface="Courier New"/>
              </a:rPr>
              <a:t>fo</a:t>
            </a:r>
            <a:r>
              <a:rPr sz="2000" b="1" spc="0" dirty="0" smtClean="0">
                <a:latin typeface="Courier New"/>
                <a:cs typeface="Courier New"/>
              </a:rPr>
              <a:t>r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i</a:t>
            </a:r>
            <a:r>
              <a:rPr sz="2000" b="1" spc="-5" dirty="0" smtClean="0">
                <a:latin typeface="Courier New"/>
                <a:cs typeface="Courier New"/>
              </a:rPr>
              <a:t> i</a:t>
            </a:r>
            <a:r>
              <a:rPr sz="2000" b="1" spc="0" dirty="0" smtClean="0">
                <a:latin typeface="Courier New"/>
                <a:cs typeface="Courier New"/>
              </a:rPr>
              <a:t>n</a:t>
            </a:r>
            <a:r>
              <a:rPr sz="2000" b="1" spc="-5" dirty="0" smtClean="0">
                <a:latin typeface="Courier New"/>
                <a:cs typeface="Courier New"/>
              </a:rPr>
              <a:t> range(len(data)):</a:t>
            </a:r>
            <a:endParaRPr sz="2000">
              <a:latin typeface="Courier New"/>
              <a:cs typeface="Courier New"/>
            </a:endParaRPr>
          </a:p>
          <a:p>
            <a:pPr marL="1231900">
              <a:lnSpc>
                <a:spcPct val="100000"/>
              </a:lnSpc>
              <a:spcBef>
                <a:spcPts val="240"/>
              </a:spcBef>
            </a:pPr>
            <a:r>
              <a:rPr sz="2000" b="1" spc="-5" dirty="0" smtClean="0">
                <a:solidFill>
                  <a:srgbClr val="FF0000"/>
                </a:solidFill>
                <a:latin typeface="Courier New"/>
                <a:cs typeface="Courier New"/>
              </a:rPr>
              <a:t>yiel</a:t>
            </a:r>
            <a:r>
              <a:rPr sz="20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d</a:t>
            </a:r>
            <a:r>
              <a:rPr sz="2000" b="1" spc="-5" dirty="0" smtClean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latin typeface="Courier New"/>
                <a:cs typeface="Courier New"/>
              </a:rPr>
              <a:t>data[len(data)-1-i]</a:t>
            </a:r>
            <a:endParaRPr sz="2000">
              <a:latin typeface="Courier New"/>
              <a:cs typeface="Courier New"/>
            </a:endParaRPr>
          </a:p>
          <a:p>
            <a:pPr>
              <a:lnSpc>
                <a:spcPts val="600"/>
              </a:lnSpc>
              <a:spcBef>
                <a:spcPts val="43"/>
              </a:spcBef>
            </a:pPr>
            <a:endParaRPr sz="6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 marL="1079500" marR="490220" indent="-1067435">
              <a:lnSpc>
                <a:spcPct val="110000"/>
              </a:lnSpc>
            </a:pPr>
            <a:r>
              <a:rPr sz="2000" b="1" dirty="0" smtClean="0">
                <a:solidFill>
                  <a:srgbClr val="99852B"/>
                </a:solidFill>
                <a:latin typeface="Courier New"/>
                <a:cs typeface="Courier New"/>
              </a:rPr>
              <a:t>&gt;&gt;&gt;</a:t>
            </a:r>
            <a:r>
              <a:rPr sz="2000" b="1" spc="-10" dirty="0" smtClean="0">
                <a:solidFill>
                  <a:srgbClr val="99852B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latin typeface="Courier New"/>
                <a:cs typeface="Courier New"/>
              </a:rPr>
              <a:t>fo</a:t>
            </a:r>
            <a:r>
              <a:rPr sz="2000" b="1" spc="0" dirty="0" smtClean="0">
                <a:latin typeface="Courier New"/>
                <a:cs typeface="Courier New"/>
              </a:rPr>
              <a:t>r</a:t>
            </a:r>
            <a:r>
              <a:rPr sz="2000" b="1" spc="-5" dirty="0" smtClean="0">
                <a:latin typeface="Courier New"/>
                <a:cs typeface="Courier New"/>
              </a:rPr>
              <a:t> cha</a:t>
            </a:r>
            <a:r>
              <a:rPr sz="2000" b="1" spc="0" dirty="0" smtClean="0">
                <a:latin typeface="Courier New"/>
                <a:cs typeface="Courier New"/>
              </a:rPr>
              <a:t>r</a:t>
            </a:r>
            <a:r>
              <a:rPr sz="2000" b="1" spc="-5" dirty="0" smtClean="0">
                <a:latin typeface="Courier New"/>
                <a:cs typeface="Courier New"/>
              </a:rPr>
              <a:t> i</a:t>
            </a:r>
            <a:r>
              <a:rPr sz="2000" b="1" spc="0" dirty="0" smtClean="0">
                <a:latin typeface="Courier New"/>
                <a:cs typeface="Courier New"/>
              </a:rPr>
              <a:t>n</a:t>
            </a:r>
            <a:r>
              <a:rPr sz="2000" b="1" spc="-5" dirty="0" smtClean="0">
                <a:latin typeface="Courier New"/>
                <a:cs typeface="Courier New"/>
              </a:rPr>
              <a:t> reverse('spam'): prin</a:t>
            </a:r>
            <a:r>
              <a:rPr sz="2000" b="1" spc="0" dirty="0" smtClean="0">
                <a:latin typeface="Courier New"/>
                <a:cs typeface="Courier New"/>
              </a:rPr>
              <a:t>t</a:t>
            </a:r>
            <a:r>
              <a:rPr sz="2000" b="1" spc="-5" dirty="0" smtClean="0">
                <a:latin typeface="Courier New"/>
                <a:cs typeface="Courier New"/>
              </a:rPr>
              <a:t> char</a:t>
            </a:r>
            <a:endParaRPr sz="2000">
              <a:latin typeface="Courier New"/>
              <a:cs typeface="Courier New"/>
            </a:endParaRPr>
          </a:p>
          <a:p>
            <a:pPr marL="12700" marR="5214620" algn="just">
              <a:lnSpc>
                <a:spcPct val="110000"/>
              </a:lnSpc>
            </a:pPr>
            <a:r>
              <a:rPr sz="2000" b="1" dirty="0" smtClean="0">
                <a:solidFill>
                  <a:srgbClr val="CC00CC"/>
                </a:solidFill>
                <a:latin typeface="Courier New"/>
                <a:cs typeface="Courier New"/>
              </a:rPr>
              <a:t>m a p</a:t>
            </a:r>
            <a:endParaRPr sz="2000">
              <a:latin typeface="Courier New"/>
              <a:cs typeface="Courier New"/>
            </a:endParaRPr>
          </a:p>
          <a:p>
            <a:pPr marL="12700" marR="5214620" algn="just">
              <a:lnSpc>
                <a:spcPct val="100000"/>
              </a:lnSpc>
              <a:spcBef>
                <a:spcPts val="275"/>
              </a:spcBef>
            </a:pPr>
            <a:r>
              <a:rPr sz="2000" b="1" dirty="0" smtClean="0">
                <a:solidFill>
                  <a:srgbClr val="CC00CC"/>
                </a:solidFill>
                <a:latin typeface="Courier New"/>
                <a:cs typeface="Courier New"/>
              </a:rPr>
              <a:t>s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114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060500" y="259079"/>
            <a:ext cx="3789045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  <a:tabLst>
                <a:tab pos="1410335" algn="l"/>
              </a:tabLst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U</a:t>
            </a:r>
            <a:r>
              <a:rPr sz="3600" b="1" spc="5" dirty="0" smtClean="0">
                <a:solidFill>
                  <a:srgbClr val="000066"/>
                </a:solidFill>
                <a:latin typeface="Arial"/>
                <a:cs typeface="Arial"/>
              </a:rPr>
              <a:t>s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ing	gene</a:t>
            </a:r>
            <a:r>
              <a:rPr sz="3600" b="1" spc="10" dirty="0" smtClean="0">
                <a:solidFill>
                  <a:srgbClr val="000066"/>
                </a:solidFill>
                <a:latin typeface="Arial"/>
                <a:cs typeface="Arial"/>
              </a:rPr>
              <a:t>r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ato</a:t>
            </a:r>
            <a:r>
              <a:rPr sz="3600" b="1" spc="5" dirty="0" smtClean="0">
                <a:solidFill>
                  <a:srgbClr val="000066"/>
                </a:solidFill>
                <a:latin typeface="Arial"/>
                <a:cs typeface="Arial"/>
              </a:rPr>
              <a:t>r</a:t>
            </a:r>
            <a:r>
              <a:rPr sz="3600" b="1" spc="0" dirty="0" smtClean="0">
                <a:solidFill>
                  <a:srgbClr val="000066"/>
                </a:solidFill>
                <a:latin typeface="Arial"/>
                <a:cs typeface="Arial"/>
              </a:rPr>
              <a:t>s</a:t>
            </a:r>
            <a:endParaRPr sz="36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1225" y="1465579"/>
            <a:ext cx="4794885" cy="13811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SzPct val="108928"/>
              <a:buFont typeface="Wingdings"/>
              <a:buChar char=""/>
              <a:tabLst>
                <a:tab pos="354965" algn="l"/>
              </a:tabLst>
            </a:pPr>
            <a:r>
              <a:rPr sz="2800" b="1" spc="-25" dirty="0" smtClean="0">
                <a:latin typeface="Arial"/>
                <a:cs typeface="Arial"/>
              </a:rPr>
              <a:t>M</a:t>
            </a:r>
            <a:r>
              <a:rPr sz="2800" b="1" spc="-15" dirty="0" smtClean="0">
                <a:latin typeface="Arial"/>
                <a:cs typeface="Arial"/>
              </a:rPr>
              <a:t>erging</a:t>
            </a:r>
            <a:r>
              <a:rPr sz="2800" b="1" spc="20" dirty="0" smtClean="0">
                <a:latin typeface="Arial"/>
                <a:cs typeface="Arial"/>
              </a:rPr>
              <a:t> </a:t>
            </a:r>
            <a:r>
              <a:rPr sz="2800" b="1" spc="-20" dirty="0" smtClean="0">
                <a:latin typeface="Arial"/>
                <a:cs typeface="Arial"/>
              </a:rPr>
              <a:t>s</a:t>
            </a:r>
            <a:r>
              <a:rPr sz="2800" b="1" spc="-10" dirty="0" smtClean="0">
                <a:latin typeface="Arial"/>
                <a:cs typeface="Arial"/>
              </a:rPr>
              <a:t>e</a:t>
            </a:r>
            <a:r>
              <a:rPr sz="2800" b="1" spc="-20" dirty="0" smtClean="0">
                <a:latin typeface="Arial"/>
                <a:cs typeface="Arial"/>
              </a:rPr>
              <a:t>quen</a:t>
            </a:r>
            <a:r>
              <a:rPr sz="2800" b="1" spc="-15" dirty="0" smtClean="0">
                <a:latin typeface="Arial"/>
                <a:cs typeface="Arial"/>
              </a:rPr>
              <a:t>c</a:t>
            </a:r>
            <a:r>
              <a:rPr sz="2800" b="1" spc="-20" dirty="0" smtClean="0">
                <a:latin typeface="Arial"/>
                <a:cs typeface="Arial"/>
              </a:rPr>
              <a:t>e</a:t>
            </a:r>
            <a:r>
              <a:rPr sz="2800" b="1" spc="-10" dirty="0" smtClean="0">
                <a:latin typeface="Arial"/>
                <a:cs typeface="Arial"/>
              </a:rPr>
              <a:t>s:</a:t>
            </a:r>
            <a:endParaRPr sz="2800">
              <a:latin typeface="Arial"/>
              <a:cs typeface="Arial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100"/>
              </a:lnSpc>
              <a:spcBef>
                <a:spcPts val="78"/>
              </a:spcBef>
            </a:pPr>
            <a:endParaRPr sz="1100"/>
          </a:p>
          <a:p>
            <a:pPr marL="513715">
              <a:lnSpc>
                <a:spcPct val="100000"/>
              </a:lnSpc>
            </a:pP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de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f</a:t>
            </a: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 merge(l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,</a:t>
            </a:r>
            <a:r>
              <a:rPr sz="2000" b="1" spc="-10" dirty="0" smtClean="0">
                <a:solidFill>
                  <a:srgbClr val="C0C0C0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r):</a:t>
            </a:r>
            <a:endParaRPr sz="2000">
              <a:latin typeface="Courier New"/>
              <a:cs typeface="Courier New"/>
            </a:endParaRPr>
          </a:p>
          <a:p>
            <a:pPr marL="818515">
              <a:lnSpc>
                <a:spcPct val="100000"/>
              </a:lnSpc>
            </a:pP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llen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,</a:t>
            </a: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 rlen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,</a:t>
            </a: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 i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,</a:t>
            </a: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 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j</a:t>
            </a: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 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=</a:t>
            </a: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 len(l),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32882" y="2512059"/>
            <a:ext cx="1854835" cy="3346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len(r)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,</a:t>
            </a: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 0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,</a:t>
            </a: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 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0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17066" y="2816859"/>
            <a:ext cx="1397635" cy="94424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17500" marR="12700" indent="-305435" algn="r">
              <a:lnSpc>
                <a:spcPct val="100000"/>
              </a:lnSpc>
            </a:pP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whil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e</a:t>
            </a: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 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i</a:t>
            </a: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 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&lt; </a:t>
            </a: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i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f</a:t>
            </a: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 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j</a:t>
            </a: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 == yield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41447" y="2816859"/>
            <a:ext cx="635635" cy="94424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lnSpc>
                <a:spcPct val="100000"/>
              </a:lnSpc>
            </a:pP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llen rlen l[i]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03701" y="2816859"/>
            <a:ext cx="1855470" cy="6394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>
              <a:lnSpc>
                <a:spcPct val="100000"/>
              </a:lnSpc>
            </a:pP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o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r</a:t>
            </a: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 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j</a:t>
            </a: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 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&lt;</a:t>
            </a: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 rlen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: </a:t>
            </a: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o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r</a:t>
            </a: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 (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i</a:t>
            </a: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 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&lt;</a:t>
            </a: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 llen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85282" y="3121659"/>
            <a:ext cx="2616835" cy="3346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an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d</a:t>
            </a: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 l[i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]</a:t>
            </a: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 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&lt;</a:t>
            </a: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 r[j]):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22247" y="3731259"/>
            <a:ext cx="1854835" cy="12490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17500">
              <a:lnSpc>
                <a:spcPct val="100000"/>
              </a:lnSpc>
            </a:pPr>
            <a:r>
              <a:rPr sz="2000" b="1" dirty="0" smtClean="0">
                <a:solidFill>
                  <a:srgbClr val="C0C0C0"/>
                </a:solidFill>
                <a:latin typeface="Courier New"/>
                <a:cs typeface="Courier New"/>
              </a:rPr>
              <a:t>i</a:t>
            </a: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 +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=</a:t>
            </a: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 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else:</a:t>
            </a:r>
            <a:endParaRPr sz="2000">
              <a:latin typeface="Courier New"/>
              <a:cs typeface="Courier New"/>
            </a:endParaRPr>
          </a:p>
          <a:p>
            <a:pPr marL="317500" marR="12700">
              <a:lnSpc>
                <a:spcPct val="100000"/>
              </a:lnSpc>
            </a:pP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yiel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d</a:t>
            </a: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 r[j] 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j</a:t>
            </a: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 +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=</a:t>
            </a:r>
            <a:r>
              <a:rPr sz="2000" b="1" spc="-5" dirty="0" smtClean="0">
                <a:solidFill>
                  <a:srgbClr val="C0C0C0"/>
                </a:solidFill>
                <a:latin typeface="Courier New"/>
                <a:cs typeface="Courier New"/>
              </a:rPr>
              <a:t> </a:t>
            </a:r>
            <a:r>
              <a:rPr sz="2000" b="1" spc="0" dirty="0" smtClean="0">
                <a:solidFill>
                  <a:srgbClr val="C0C0C0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070850" y="6366255"/>
            <a:ext cx="309245" cy="2247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400" spc="-110" dirty="0" smtClean="0">
                <a:latin typeface="Arial"/>
                <a:cs typeface="Arial"/>
              </a:rPr>
              <a:t>1</a:t>
            </a:r>
            <a:r>
              <a:rPr sz="1400" spc="0" dirty="0" smtClean="0">
                <a:latin typeface="Arial"/>
                <a:cs typeface="Arial"/>
              </a:rPr>
              <a:t>15</a:t>
            </a:r>
            <a:endParaRPr sz="14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2143" rIns="0" bIns="0" rtlCol="0">
            <a:noAutofit/>
          </a:bodyPr>
          <a:lstStyle/>
          <a:p>
            <a:pPr marL="307340">
              <a:lnSpc>
                <a:spcPct val="100000"/>
              </a:lnSpc>
            </a:pPr>
            <a:r>
              <a:rPr sz="3200" b="1" dirty="0" smtClean="0">
                <a:solidFill>
                  <a:srgbClr val="000066"/>
                </a:solidFill>
                <a:latin typeface="Arial"/>
                <a:cs typeface="Arial"/>
              </a:rPr>
              <a:t>Using</a:t>
            </a:r>
            <a:r>
              <a:rPr sz="3200" b="1" spc="-2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gen</a:t>
            </a:r>
            <a:r>
              <a:rPr sz="3200" b="1" spc="-10" dirty="0" smtClean="0">
                <a:solidFill>
                  <a:srgbClr val="000066"/>
                </a:solidFill>
                <a:latin typeface="Arial"/>
                <a:cs typeface="Arial"/>
              </a:rPr>
              <a:t>e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rators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2070" y="2334005"/>
            <a:ext cx="788035" cy="3346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 smtClean="0">
                <a:latin typeface="Courier New"/>
                <a:cs typeface="Courier New"/>
              </a:rPr>
              <a:t>print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06851" y="2334005"/>
            <a:ext cx="1245235" cy="3346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 smtClean="0">
                <a:latin typeface="Courier New"/>
                <a:cs typeface="Courier New"/>
              </a:rPr>
              <a:t>g.next()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2869" y="2638805"/>
            <a:ext cx="178435" cy="15538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 smtClean="0">
                <a:solidFill>
                  <a:srgbClr val="CC00CC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 smtClean="0">
                <a:solidFill>
                  <a:srgbClr val="CC00CC"/>
                </a:solidFill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 smtClean="0">
                <a:solidFill>
                  <a:srgbClr val="CC00CC"/>
                </a:solidFill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 smtClean="0">
                <a:solidFill>
                  <a:srgbClr val="CC00CC"/>
                </a:solidFill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 smtClean="0">
                <a:solidFill>
                  <a:srgbClr val="CC00CC"/>
                </a:solidFill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2869" y="5077841"/>
            <a:ext cx="2769235" cy="6394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622300">
              <a:lnSpc>
                <a:spcPct val="100000"/>
              </a:lnSpc>
            </a:pPr>
            <a:r>
              <a:rPr sz="2000" b="1" spc="-5" dirty="0" smtClean="0">
                <a:solidFill>
                  <a:srgbClr val="FF0000"/>
                </a:solidFill>
                <a:latin typeface="Courier New"/>
                <a:cs typeface="Courier New"/>
              </a:rPr>
              <a:t>prin</a:t>
            </a:r>
            <a:r>
              <a:rPr sz="2000" b="1" spc="0" dirty="0" smtClean="0">
                <a:solidFill>
                  <a:srgbClr val="FF0000"/>
                </a:solidFill>
                <a:latin typeface="Courier New"/>
                <a:cs typeface="Courier New"/>
              </a:rPr>
              <a:t>t</a:t>
            </a:r>
            <a:r>
              <a:rPr sz="2000" b="1" spc="-5" dirty="0" smtClean="0">
                <a:solidFill>
                  <a:srgbClr val="FF0000"/>
                </a:solidFill>
                <a:latin typeface="Courier New"/>
                <a:cs typeface="Courier New"/>
              </a:rPr>
              <a:t> g.next()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 smtClean="0">
                <a:solidFill>
                  <a:srgbClr val="FF0000"/>
                </a:solidFill>
                <a:latin typeface="Courier New"/>
                <a:cs typeface="Courier New"/>
              </a:rPr>
              <a:t>StopIteration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72869" y="5992571"/>
            <a:ext cx="5665470" cy="6394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 smtClean="0">
                <a:solidFill>
                  <a:srgbClr val="99852B"/>
                </a:solidFill>
                <a:latin typeface="Courier New"/>
                <a:cs typeface="Courier New"/>
              </a:rPr>
              <a:t>&gt;&gt;</a:t>
            </a:r>
            <a:r>
              <a:rPr sz="2000" b="1" spc="0" dirty="0" smtClean="0">
                <a:solidFill>
                  <a:srgbClr val="99852B"/>
                </a:solidFill>
                <a:latin typeface="Courier New"/>
                <a:cs typeface="Courier New"/>
              </a:rPr>
              <a:t>&gt;</a:t>
            </a:r>
            <a:r>
              <a:rPr sz="2000" b="1" spc="-5" dirty="0" smtClean="0">
                <a:solidFill>
                  <a:srgbClr val="99852B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latin typeface="Courier New"/>
                <a:cs typeface="Courier New"/>
              </a:rPr>
              <a:t>[</a:t>
            </a:r>
            <a:r>
              <a:rPr sz="2000" b="1" spc="0" dirty="0" smtClean="0">
                <a:latin typeface="Courier New"/>
                <a:cs typeface="Courier New"/>
              </a:rPr>
              <a:t>x</a:t>
            </a:r>
            <a:r>
              <a:rPr sz="2000" b="1" spc="-5" dirty="0" smtClean="0">
                <a:latin typeface="Courier New"/>
                <a:cs typeface="Courier New"/>
              </a:rPr>
              <a:t> fo</a:t>
            </a:r>
            <a:r>
              <a:rPr sz="2000" b="1" spc="0" dirty="0" smtClean="0">
                <a:latin typeface="Courier New"/>
                <a:cs typeface="Courier New"/>
              </a:rPr>
              <a:t>r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x </a:t>
            </a:r>
            <a:r>
              <a:rPr sz="2000" b="1" spc="-5" dirty="0" smtClean="0">
                <a:latin typeface="Courier New"/>
                <a:cs typeface="Courier New"/>
              </a:rPr>
              <a:t>i</a:t>
            </a:r>
            <a:r>
              <a:rPr sz="2000" b="1" spc="0" dirty="0" smtClean="0">
                <a:latin typeface="Courier New"/>
                <a:cs typeface="Courier New"/>
              </a:rPr>
              <a:t>n</a:t>
            </a:r>
            <a:r>
              <a:rPr sz="2000" b="1" spc="-5" dirty="0" smtClean="0">
                <a:latin typeface="Courier New"/>
                <a:cs typeface="Courier New"/>
              </a:rPr>
              <a:t> merge([1,3,5],[2,4])]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 smtClean="0">
                <a:solidFill>
                  <a:srgbClr val="CC00CC"/>
                </a:solidFill>
                <a:latin typeface="Courier New"/>
                <a:cs typeface="Courier New"/>
              </a:rPr>
              <a:t>[1</a:t>
            </a:r>
            <a:r>
              <a:rPr sz="2000" b="1" spc="0" dirty="0" smtClean="0">
                <a:solidFill>
                  <a:srgbClr val="CC00CC"/>
                </a:solidFill>
                <a:latin typeface="Courier New"/>
                <a:cs typeface="Courier New"/>
              </a:rPr>
              <a:t>,</a:t>
            </a:r>
            <a:r>
              <a:rPr sz="2000" b="1" spc="-5" dirty="0" smtClean="0">
                <a:solidFill>
                  <a:srgbClr val="CC00CC"/>
                </a:solidFill>
                <a:latin typeface="Courier New"/>
                <a:cs typeface="Courier New"/>
              </a:rPr>
              <a:t> 2</a:t>
            </a:r>
            <a:r>
              <a:rPr sz="2000" b="1" spc="0" dirty="0" smtClean="0">
                <a:solidFill>
                  <a:srgbClr val="CC00CC"/>
                </a:solidFill>
                <a:latin typeface="Courier New"/>
                <a:cs typeface="Courier New"/>
              </a:rPr>
              <a:t>,</a:t>
            </a:r>
            <a:r>
              <a:rPr sz="2000" b="1" spc="-5" dirty="0" smtClean="0">
                <a:solidFill>
                  <a:srgbClr val="CC00CC"/>
                </a:solidFill>
                <a:latin typeface="Courier New"/>
                <a:cs typeface="Courier New"/>
              </a:rPr>
              <a:t> 3</a:t>
            </a:r>
            <a:r>
              <a:rPr sz="2000" b="1" spc="0" dirty="0" smtClean="0">
                <a:solidFill>
                  <a:srgbClr val="CC00CC"/>
                </a:solidFill>
                <a:latin typeface="Courier New"/>
                <a:cs typeface="Courier New"/>
              </a:rPr>
              <a:t>,</a:t>
            </a:r>
            <a:r>
              <a:rPr sz="2000" b="1" spc="-5" dirty="0" smtClean="0">
                <a:solidFill>
                  <a:srgbClr val="CC00CC"/>
                </a:solidFill>
                <a:latin typeface="Courier New"/>
                <a:cs typeface="Courier New"/>
              </a:rPr>
              <a:t> 4</a:t>
            </a:r>
            <a:r>
              <a:rPr sz="2000" b="1" spc="0" dirty="0" smtClean="0">
                <a:solidFill>
                  <a:srgbClr val="CC00CC"/>
                </a:solidFill>
                <a:latin typeface="Courier New"/>
                <a:cs typeface="Courier New"/>
              </a:rPr>
              <a:t>,</a:t>
            </a:r>
            <a:r>
              <a:rPr sz="2000" b="1" spc="-5" dirty="0" smtClean="0">
                <a:solidFill>
                  <a:srgbClr val="CC00CC"/>
                </a:solidFill>
                <a:latin typeface="Courier New"/>
                <a:cs typeface="Courier New"/>
              </a:rPr>
              <a:t> 5]</a:t>
            </a:r>
            <a:endParaRPr sz="2000">
              <a:latin typeface="Courier New"/>
              <a:cs typeface="Courier New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360169" y="1727864"/>
          <a:ext cx="4775273" cy="6730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8837"/>
                <a:gridCol w="3200400"/>
                <a:gridCol w="457187"/>
                <a:gridCol w="558849"/>
              </a:tblGrid>
              <a:tr h="343153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99852B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dirty="0" smtClean="0">
                          <a:latin typeface="Courier New"/>
                          <a:cs typeface="Courier New"/>
                        </a:rPr>
                        <a:t>g</a:t>
                      </a: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0" dirty="0" smtClean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 merge([2,4]</a:t>
                      </a:r>
                      <a:r>
                        <a:rPr sz="2000" b="1" spc="0" dirty="0" smtClean="0"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 [1,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3,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5])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29946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99852B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whil</a:t>
                      </a:r>
                      <a:r>
                        <a:rPr sz="2000" b="1" spc="0" dirty="0" smtClean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 True: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360169" y="4471699"/>
          <a:ext cx="6451798" cy="6730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54586"/>
                <a:gridCol w="761863"/>
                <a:gridCol w="2235349"/>
              </a:tblGrid>
              <a:tr h="343153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Tracebac</a:t>
                      </a:r>
                      <a:r>
                        <a:rPr sz="2000" b="1" spc="0" dirty="0" smtClean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k</a:t>
                      </a:r>
                      <a:r>
                        <a:rPr sz="2000" b="1" spc="-5" dirty="0" smtClean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(mos</a:t>
                      </a:r>
                      <a:r>
                        <a:rPr sz="2000" b="1" spc="0" dirty="0" smtClean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t</a:t>
                      </a:r>
                      <a:r>
                        <a:rPr sz="2000" b="1" spc="-5" dirty="0" smtClean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recent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call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last):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29945">
                <a:tc>
                  <a:txBody>
                    <a:bodyPr/>
                    <a:lstStyle/>
                    <a:p>
                      <a:pPr marL="330200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Fil</a:t>
                      </a:r>
                      <a:r>
                        <a:rPr sz="2000" b="1" spc="0" dirty="0" smtClean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2000" b="1" spc="-5" dirty="0" smtClean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"&lt;pyshell#73&gt;",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line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r>
                        <a:rPr sz="2000" b="1" spc="0" dirty="0" smtClean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000" b="1" spc="-5" dirty="0" smtClean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i</a:t>
                      </a:r>
                      <a:r>
                        <a:rPr sz="2000" b="1" spc="0" dirty="0" smtClean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2000" b="1" spc="-5" dirty="0" smtClean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 &lt;module&gt;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116</a:t>
            </a:r>
            <a:endParaRPr sz="14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2143" rIns="0" bIns="0" rtlCol="0">
            <a:noAutofit/>
          </a:bodyPr>
          <a:lstStyle/>
          <a:p>
            <a:pPr marL="307340">
              <a:lnSpc>
                <a:spcPct val="100000"/>
              </a:lnSpc>
            </a:pPr>
            <a:r>
              <a:rPr sz="3200" b="1" dirty="0" smtClean="0">
                <a:solidFill>
                  <a:srgbClr val="000066"/>
                </a:solidFill>
                <a:latin typeface="Arial"/>
                <a:cs typeface="Arial"/>
              </a:rPr>
              <a:t>Generat</a:t>
            </a:r>
            <a:r>
              <a:rPr sz="3200" b="1" spc="-10" dirty="0" smtClean="0">
                <a:solidFill>
                  <a:srgbClr val="000066"/>
                </a:solidFill>
                <a:latin typeface="Arial"/>
                <a:cs typeface="Arial"/>
              </a:rPr>
              <a:t>o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rs</a:t>
            </a:r>
            <a:r>
              <a:rPr sz="3200" b="1" spc="-3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and</a:t>
            </a:r>
            <a:r>
              <a:rPr sz="3200" b="1" spc="-2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ex</a:t>
            </a:r>
            <a:r>
              <a:rPr sz="3200" b="1" spc="-15" dirty="0" smtClean="0">
                <a:solidFill>
                  <a:srgbClr val="000066"/>
                </a:solidFill>
                <a:latin typeface="Arial"/>
                <a:cs typeface="Arial"/>
              </a:rPr>
              <a:t>c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eptions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87270" y="2334005"/>
            <a:ext cx="1092835" cy="15538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 smtClean="0">
                <a:latin typeface="Courier New"/>
                <a:cs typeface="Courier New"/>
              </a:rPr>
              <a:t>try:</a:t>
            </a:r>
            <a:endParaRPr sz="2000">
              <a:latin typeface="Courier New"/>
              <a:cs typeface="Courier New"/>
            </a:endParaRPr>
          </a:p>
          <a:p>
            <a:pPr marL="317500">
              <a:lnSpc>
                <a:spcPct val="100000"/>
              </a:lnSpc>
            </a:pPr>
            <a:r>
              <a:rPr sz="2000" b="1" spc="-5" dirty="0" smtClean="0">
                <a:latin typeface="Courier New"/>
                <a:cs typeface="Courier New"/>
              </a:rPr>
              <a:t>print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 smtClean="0">
                <a:latin typeface="Courier New"/>
                <a:cs typeface="Courier New"/>
              </a:rPr>
              <a:t>except</a:t>
            </a:r>
            <a:endParaRPr sz="2000">
              <a:latin typeface="Courier New"/>
              <a:cs typeface="Courier New"/>
            </a:endParaRPr>
          </a:p>
          <a:p>
            <a:pPr marL="317500" marR="12700">
              <a:lnSpc>
                <a:spcPct val="100000"/>
              </a:lnSpc>
            </a:pPr>
            <a:r>
              <a:rPr sz="2000" b="1" spc="-5" dirty="0" smtClean="0">
                <a:latin typeface="Courier New"/>
                <a:cs typeface="Courier New"/>
              </a:rPr>
              <a:t>print break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06851" y="2638805"/>
            <a:ext cx="1245235" cy="3346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 smtClean="0">
                <a:latin typeface="Courier New"/>
                <a:cs typeface="Courier New"/>
              </a:rPr>
              <a:t>g.next()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54451" y="2943986"/>
            <a:ext cx="2159635" cy="6394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64465" marR="12700" indent="-152400">
              <a:lnSpc>
                <a:spcPct val="100000"/>
              </a:lnSpc>
            </a:pPr>
            <a:r>
              <a:rPr sz="2000" b="1" spc="-5" dirty="0" smtClean="0">
                <a:latin typeface="Courier New"/>
                <a:cs typeface="Courier New"/>
              </a:rPr>
              <a:t>StopIteration</a:t>
            </a:r>
            <a:r>
              <a:rPr sz="2000" b="1" spc="0" dirty="0" smtClean="0">
                <a:latin typeface="Courier New"/>
                <a:cs typeface="Courier New"/>
              </a:rPr>
              <a:t>: </a:t>
            </a:r>
            <a:r>
              <a:rPr sz="2000" b="1" spc="-5" dirty="0" smtClean="0">
                <a:latin typeface="Courier New"/>
                <a:cs typeface="Courier New"/>
              </a:rPr>
              <a:t>‘Done’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72869" y="3858386"/>
            <a:ext cx="635635" cy="18586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 smtClean="0">
                <a:solidFill>
                  <a:srgbClr val="CC00CC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 smtClean="0">
                <a:solidFill>
                  <a:srgbClr val="CC00CC"/>
                </a:solidFill>
                <a:latin typeface="Courier New"/>
                <a:cs typeface="Courier New"/>
              </a:rPr>
              <a:t>2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 smtClean="0">
                <a:solidFill>
                  <a:srgbClr val="CC00CC"/>
                </a:solidFill>
                <a:latin typeface="Courier New"/>
                <a:cs typeface="Courier New"/>
              </a:rPr>
              <a:t>3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 smtClean="0">
                <a:solidFill>
                  <a:srgbClr val="CC00CC"/>
                </a:solidFill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 smtClean="0">
                <a:solidFill>
                  <a:srgbClr val="CC00CC"/>
                </a:solidFill>
                <a:latin typeface="Courier New"/>
                <a:cs typeface="Courier New"/>
              </a:rPr>
              <a:t>5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 smtClean="0">
                <a:solidFill>
                  <a:srgbClr val="CC00CC"/>
                </a:solidFill>
                <a:latin typeface="Courier New"/>
                <a:cs typeface="Courier New"/>
              </a:rPr>
              <a:t>Done</a:t>
            </a:r>
            <a:endParaRPr sz="2000">
              <a:latin typeface="Courier New"/>
              <a:cs typeface="Courier New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60169" y="1727864"/>
          <a:ext cx="4775274" cy="673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8837"/>
                <a:gridCol w="3657587"/>
                <a:gridCol w="558849"/>
              </a:tblGrid>
              <a:tr h="343153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99852B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dirty="0" smtClean="0">
                          <a:latin typeface="Courier New"/>
                          <a:cs typeface="Courier New"/>
                        </a:rPr>
                        <a:t>g</a:t>
                      </a: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0" dirty="0" smtClean="0">
                          <a:latin typeface="Courier New"/>
                          <a:cs typeface="Courier New"/>
                        </a:rPr>
                        <a:t>=</a:t>
                      </a: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 merge([2,4]</a:t>
                      </a:r>
                      <a:r>
                        <a:rPr sz="2000" b="1" spc="0" dirty="0" smtClean="0"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 [1</a:t>
                      </a:r>
                      <a:r>
                        <a:rPr sz="2000" b="1" spc="0" dirty="0" smtClean="0"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 3,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5])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29946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99852B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whil</a:t>
                      </a:r>
                      <a:r>
                        <a:rPr sz="2000" b="1" spc="0" dirty="0" smtClean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 True: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854" y="1621282"/>
            <a:ext cx="982980" cy="302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&gt;&gt;&gt;</a:t>
            </a:r>
            <a:r>
              <a:rPr sz="1800" b="1" spc="-2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a</a:t>
            </a:r>
            <a:r>
              <a:rPr sz="1800" b="1" spc="-2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=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10595" y="1621282"/>
            <a:ext cx="1664335" cy="302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(x</a:t>
            </a:r>
            <a:r>
              <a:rPr sz="1800" b="1" spc="-3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* x</a:t>
            </a:r>
            <a:r>
              <a:rPr sz="1800" b="1" spc="-15" dirty="0" smtClean="0">
                <a:latin typeface="Courier New"/>
                <a:cs typeface="Courier New"/>
              </a:rPr>
              <a:t> f</a:t>
            </a:r>
            <a:r>
              <a:rPr sz="1800" b="1" spc="0" dirty="0" smtClean="0">
                <a:latin typeface="Courier New"/>
                <a:cs typeface="Courier New"/>
              </a:rPr>
              <a:t>or</a:t>
            </a:r>
            <a:r>
              <a:rPr sz="1800" b="1" spc="-2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x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84836" y="1621282"/>
            <a:ext cx="1800225" cy="302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spc="-15" dirty="0" smtClean="0">
                <a:latin typeface="Courier New"/>
                <a:cs typeface="Courier New"/>
              </a:rPr>
              <a:t>i</a:t>
            </a:r>
            <a:r>
              <a:rPr sz="1800" b="1" spc="0" dirty="0" smtClean="0">
                <a:latin typeface="Courier New"/>
                <a:cs typeface="Courier New"/>
              </a:rPr>
              <a:t>n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x</a:t>
            </a:r>
            <a:r>
              <a:rPr sz="1800" b="1" spc="0" dirty="0" smtClean="0">
                <a:latin typeface="Courier New"/>
                <a:cs typeface="Courier New"/>
              </a:rPr>
              <a:t>r</a:t>
            </a:r>
            <a:r>
              <a:rPr sz="1800" b="1" spc="-15" dirty="0" smtClean="0">
                <a:latin typeface="Courier New"/>
                <a:cs typeface="Courier New"/>
              </a:rPr>
              <a:t>a</a:t>
            </a:r>
            <a:r>
              <a:rPr sz="1800" b="1" spc="0" dirty="0" smtClean="0">
                <a:latin typeface="Courier New"/>
                <a:cs typeface="Courier New"/>
              </a:rPr>
              <a:t>ng</a:t>
            </a:r>
            <a:r>
              <a:rPr sz="1800" b="1" spc="-20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(</a:t>
            </a:r>
            <a:r>
              <a:rPr sz="1800" b="1" spc="-15" dirty="0" smtClean="0">
                <a:latin typeface="Courier New"/>
                <a:cs typeface="Courier New"/>
              </a:rPr>
              <a:t>5)</a:t>
            </a:r>
            <a:r>
              <a:rPr sz="1800" b="1" spc="0" dirty="0" smtClean="0"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7854" y="3267709"/>
            <a:ext cx="2620645" cy="24841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latin typeface="Courier New"/>
                <a:cs typeface="Courier New"/>
              </a:rPr>
              <a:t> f</a:t>
            </a:r>
            <a:r>
              <a:rPr sz="1800" b="1" spc="0" dirty="0" smtClean="0">
                <a:latin typeface="Courier New"/>
                <a:cs typeface="Courier New"/>
              </a:rPr>
              <a:t>or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x</a:t>
            </a:r>
            <a:r>
              <a:rPr sz="1800" b="1" spc="-15" dirty="0" smtClean="0">
                <a:latin typeface="Courier New"/>
                <a:cs typeface="Courier New"/>
              </a:rPr>
              <a:t> i</a:t>
            </a:r>
            <a:r>
              <a:rPr sz="1800" b="1" spc="0" dirty="0" smtClean="0">
                <a:latin typeface="Courier New"/>
                <a:cs typeface="Courier New"/>
              </a:rPr>
              <a:t>n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a</a:t>
            </a:r>
            <a:r>
              <a:rPr sz="1800" b="1" spc="0" dirty="0" smtClean="0">
                <a:latin typeface="Courier New"/>
                <a:cs typeface="Courier New"/>
              </a:rPr>
              <a:t>: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ct val="100000"/>
              </a:lnSpc>
              <a:spcBef>
                <a:spcPts val="430"/>
              </a:spcBef>
              <a:tabLst>
                <a:tab pos="1650364" algn="l"/>
              </a:tabLst>
            </a:pPr>
            <a:r>
              <a:rPr sz="1800" b="1" dirty="0" smtClean="0">
                <a:latin typeface="Courier New"/>
                <a:cs typeface="Courier New"/>
              </a:rPr>
              <a:t>.</a:t>
            </a:r>
            <a:r>
              <a:rPr sz="1800" b="1" spc="-15" dirty="0" smtClean="0">
                <a:latin typeface="Courier New"/>
                <a:cs typeface="Courier New"/>
              </a:rPr>
              <a:t>.</a:t>
            </a:r>
            <a:r>
              <a:rPr sz="1800" b="1" spc="0" dirty="0" smtClean="0">
                <a:latin typeface="Courier New"/>
                <a:cs typeface="Courier New"/>
              </a:rPr>
              <a:t>.:	p</a:t>
            </a:r>
            <a:r>
              <a:rPr sz="1800" b="1" spc="-15" dirty="0" smtClean="0">
                <a:latin typeface="Courier New"/>
                <a:cs typeface="Courier New"/>
              </a:rPr>
              <a:t>r</a:t>
            </a:r>
            <a:r>
              <a:rPr sz="1800" b="1" spc="0" dirty="0" smtClean="0">
                <a:latin typeface="Courier New"/>
                <a:cs typeface="Courier New"/>
              </a:rPr>
              <a:t>i</a:t>
            </a:r>
            <a:r>
              <a:rPr sz="1800" b="1" spc="-15" dirty="0" smtClean="0">
                <a:latin typeface="Courier New"/>
                <a:cs typeface="Courier New"/>
              </a:rPr>
              <a:t>n</a:t>
            </a:r>
            <a:r>
              <a:rPr sz="1800" b="1" spc="0" dirty="0" smtClean="0">
                <a:latin typeface="Courier New"/>
                <a:cs typeface="Courier New"/>
              </a:rPr>
              <a:t>t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x</a:t>
            </a:r>
            <a:endParaRPr sz="1800">
              <a:latin typeface="Courier New"/>
              <a:cs typeface="Courier New"/>
            </a:endParaRPr>
          </a:p>
          <a:p>
            <a:pPr marL="422275">
              <a:lnSpc>
                <a:spcPct val="100000"/>
              </a:lnSpc>
              <a:spcBef>
                <a:spcPts val="430"/>
              </a:spcBef>
            </a:pPr>
            <a:r>
              <a:rPr sz="1800" b="1" dirty="0" smtClean="0">
                <a:latin typeface="Courier New"/>
                <a:cs typeface="Courier New"/>
              </a:rPr>
              <a:t>.</a:t>
            </a:r>
            <a:r>
              <a:rPr sz="1800" b="1" spc="-15" dirty="0" smtClean="0">
                <a:latin typeface="Courier New"/>
                <a:cs typeface="Courier New"/>
              </a:rPr>
              <a:t>.</a:t>
            </a:r>
            <a:r>
              <a:rPr sz="1800" b="1" spc="0" dirty="0" smtClean="0">
                <a:latin typeface="Courier New"/>
                <a:cs typeface="Courier New"/>
              </a:rPr>
              <a:t>.: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380"/>
              </a:lnSpc>
            </a:pPr>
            <a:r>
              <a:rPr sz="2000" b="1" dirty="0" smtClean="0">
                <a:solidFill>
                  <a:srgbClr val="CC00CC"/>
                </a:solidFill>
                <a:latin typeface="Courier New"/>
                <a:cs typeface="Courier New"/>
              </a:rPr>
              <a:t>0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 smtClean="0">
                <a:solidFill>
                  <a:srgbClr val="CC00CC"/>
                </a:solidFill>
                <a:latin typeface="Courier New"/>
                <a:cs typeface="Courier New"/>
              </a:rPr>
              <a:t>1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 smtClean="0">
                <a:solidFill>
                  <a:srgbClr val="CC00CC"/>
                </a:solidFill>
                <a:latin typeface="Courier New"/>
                <a:cs typeface="Courier New"/>
              </a:rPr>
              <a:t>4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dirty="0" smtClean="0">
                <a:solidFill>
                  <a:srgbClr val="CC00CC"/>
                </a:solidFill>
                <a:latin typeface="Courier New"/>
                <a:cs typeface="Courier New"/>
              </a:rPr>
              <a:t>9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 smtClean="0">
                <a:solidFill>
                  <a:srgbClr val="CC00CC"/>
                </a:solidFill>
                <a:latin typeface="Courier New"/>
                <a:cs typeface="Courier New"/>
              </a:rPr>
              <a:t>16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5454" y="551941"/>
            <a:ext cx="3404870" cy="5568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600" b="1" dirty="0" smtClean="0">
                <a:solidFill>
                  <a:srgbClr val="000066"/>
                </a:solidFill>
                <a:latin typeface="Arial"/>
                <a:cs typeface="Arial"/>
              </a:rPr>
              <a:t>List </a:t>
            </a:r>
            <a:r>
              <a:rPr sz="3600" b="1" i="1" dirty="0" smtClean="0">
                <a:solidFill>
                  <a:srgbClr val="000066"/>
                </a:solidFill>
                <a:latin typeface="Arial"/>
                <a:cs typeface="Arial"/>
              </a:rPr>
              <a:t>Generators</a:t>
            </a:r>
            <a:endParaRPr sz="3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114800" y="228600"/>
            <a:ext cx="4724400" cy="457200"/>
          </a:xfrm>
          <a:custGeom>
            <a:avLst/>
            <a:gdLst/>
            <a:ahLst/>
            <a:cxnLst/>
            <a:rect l="l" t="t" r="r" b="b"/>
            <a:pathLst>
              <a:path w="4724400" h="457200">
                <a:moveTo>
                  <a:pt x="0" y="457200"/>
                </a:moveTo>
                <a:lnTo>
                  <a:pt x="4724400" y="457200"/>
                </a:lnTo>
                <a:lnTo>
                  <a:pt x="4724400" y="0"/>
                </a:lnTo>
                <a:lnTo>
                  <a:pt x="0" y="0"/>
                </a:lnTo>
                <a:lnTo>
                  <a:pt x="0" y="457200"/>
                </a:lnTo>
                <a:close/>
              </a:path>
            </a:pathLst>
          </a:custGeom>
          <a:solidFill>
            <a:srgbClr val="33CCCC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194175" y="266700"/>
            <a:ext cx="4563110" cy="3759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dirty="0" smtClean="0">
                <a:latin typeface="Arial"/>
                <a:cs typeface="Arial"/>
              </a:rPr>
              <a:t>(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u="heavy" spc="0" dirty="0" smtClean="0">
                <a:solidFill>
                  <a:srgbClr val="0000FF"/>
                </a:solidFill>
                <a:latin typeface="Arial"/>
                <a:cs typeface="Arial"/>
              </a:rPr>
              <a:t>expressi</a:t>
            </a:r>
            <a:r>
              <a:rPr sz="2000" b="1" u="heavy" spc="-10" dirty="0" smtClean="0">
                <a:solidFill>
                  <a:srgbClr val="0000FF"/>
                </a:solidFill>
                <a:latin typeface="Arial"/>
                <a:cs typeface="Arial"/>
              </a:rPr>
              <a:t>o</a:t>
            </a:r>
            <a:r>
              <a:rPr sz="2000" b="1" u="heavy" spc="0" dirty="0" smtClean="0">
                <a:solidFill>
                  <a:srgbClr val="0000FF"/>
                </a:solidFill>
                <a:latin typeface="Arial"/>
                <a:cs typeface="Arial"/>
              </a:rPr>
              <a:t>n</a:t>
            </a:r>
            <a:r>
              <a:rPr sz="2000" b="1" spc="-3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for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u="heavy" spc="0" dirty="0" smtClean="0">
                <a:solidFill>
                  <a:srgbClr val="FF3300"/>
                </a:solidFill>
                <a:latin typeface="Arial"/>
                <a:cs typeface="Arial"/>
              </a:rPr>
              <a:t>na</a:t>
            </a:r>
            <a:r>
              <a:rPr sz="2000" b="1" u="heavy" spc="-10" dirty="0" smtClean="0">
                <a:solidFill>
                  <a:srgbClr val="FF3300"/>
                </a:solidFill>
                <a:latin typeface="Arial"/>
                <a:cs typeface="Arial"/>
              </a:rPr>
              <a:t>m</a:t>
            </a:r>
            <a:r>
              <a:rPr sz="2000" b="1" u="heavy" spc="0" dirty="0" smtClean="0">
                <a:solidFill>
                  <a:srgbClr val="FF3300"/>
                </a:solidFill>
                <a:latin typeface="Arial"/>
                <a:cs typeface="Arial"/>
              </a:rPr>
              <a:t>e</a:t>
            </a:r>
            <a:r>
              <a:rPr sz="2000" b="1" spc="-15" dirty="0" smtClean="0">
                <a:solidFill>
                  <a:srgbClr val="FF33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in</a:t>
            </a:r>
            <a:r>
              <a:rPr sz="2000" b="1" spc="-15" dirty="0" smtClean="0">
                <a:latin typeface="Arial"/>
                <a:cs typeface="Arial"/>
              </a:rPr>
              <a:t> </a:t>
            </a:r>
            <a:r>
              <a:rPr sz="2000" b="1" u="heavy" spc="0" dirty="0" smtClean="0">
                <a:solidFill>
                  <a:srgbClr val="660066"/>
                </a:solidFill>
                <a:latin typeface="Arial"/>
                <a:cs typeface="Arial"/>
              </a:rPr>
              <a:t>l</a:t>
            </a:r>
            <a:r>
              <a:rPr sz="2000" b="1" u="heavy" spc="-15" dirty="0" smtClean="0">
                <a:solidFill>
                  <a:srgbClr val="660066"/>
                </a:solidFill>
                <a:latin typeface="Arial"/>
                <a:cs typeface="Arial"/>
              </a:rPr>
              <a:t>i</a:t>
            </a:r>
            <a:r>
              <a:rPr sz="2000" b="1" u="heavy" spc="0" dirty="0" smtClean="0">
                <a:solidFill>
                  <a:srgbClr val="660066"/>
                </a:solidFill>
                <a:latin typeface="Arial"/>
                <a:cs typeface="Arial"/>
              </a:rPr>
              <a:t>st</a:t>
            </a:r>
            <a:r>
              <a:rPr sz="2000" b="1" spc="-25" dirty="0" smtClean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400" b="1" spc="0" dirty="0" smtClean="0">
                <a:latin typeface="Arial"/>
                <a:cs typeface="Arial"/>
              </a:rPr>
              <a:t>if</a:t>
            </a:r>
            <a:r>
              <a:rPr sz="2400" b="1" spc="-20" dirty="0" smtClean="0">
                <a:latin typeface="Arial"/>
                <a:cs typeface="Arial"/>
              </a:rPr>
              <a:t> </a:t>
            </a:r>
            <a:r>
              <a:rPr sz="2400" b="1" u="heavy" spc="0" dirty="0" smtClean="0">
                <a:solidFill>
                  <a:srgbClr val="008000"/>
                </a:solidFill>
                <a:latin typeface="Arial"/>
                <a:cs typeface="Arial"/>
              </a:rPr>
              <a:t>filter</a:t>
            </a:r>
            <a:r>
              <a:rPr sz="2400" b="1" spc="-15" dirty="0" smtClean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2000" b="1" spc="0" dirty="0" smtClean="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117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05154" y="2277002"/>
          <a:ext cx="6329800" cy="6847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04693"/>
                <a:gridCol w="2455394"/>
                <a:gridCol w="1365861"/>
                <a:gridCol w="409079"/>
                <a:gridCol w="1594772"/>
              </a:tblGrid>
              <a:tr h="342392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latin typeface="Courier New"/>
                          <a:cs typeface="Courier New"/>
                        </a:rPr>
                        <a:t>&gt;&gt;&gt;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latin typeface="Courier New"/>
                          <a:cs typeface="Courier New"/>
                        </a:rPr>
                        <a:t>a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</a:tr>
              <a:tr h="342391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1800" b="1" dirty="0" smtClean="0">
                          <a:latin typeface="Courier New"/>
                          <a:cs typeface="Courier New"/>
                        </a:rPr>
                        <a:t>&gt;&gt;&gt;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&lt;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ge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ra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tor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 o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bj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ct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6675">
                        <a:lnSpc>
                          <a:spcPct val="100000"/>
                        </a:lnSpc>
                      </a:pPr>
                      <a:r>
                        <a:rPr sz="1800" b="1" spc="5" dirty="0" smtClean="0">
                          <a:latin typeface="Courier New"/>
                          <a:cs typeface="Courier New"/>
                        </a:rPr>
                        <a:t>&lt;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g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n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e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xp</a:t>
                      </a:r>
                      <a:r>
                        <a:rPr sz="1800" b="1" spc="-10" dirty="0" smtClean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&gt;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7310">
                        <a:lnSpc>
                          <a:spcPct val="100000"/>
                        </a:lnSpc>
                      </a:pP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t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</a:pP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x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0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31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7</a:t>
                      </a:r>
                      <a:r>
                        <a:rPr sz="1800" b="1" spc="-15" dirty="0" smtClean="0">
                          <a:latin typeface="Courier New"/>
                          <a:cs typeface="Courier New"/>
                        </a:rPr>
                        <a:t>A8</a:t>
                      </a:r>
                      <a:r>
                        <a:rPr sz="1800" b="1" spc="0" dirty="0" smtClean="0">
                          <a:latin typeface="Courier New"/>
                          <a:cs typeface="Courier New"/>
                        </a:rPr>
                        <a:t>0&gt;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5308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 smtClean="0">
                <a:solidFill>
                  <a:srgbClr val="000066"/>
                </a:solidFill>
                <a:latin typeface="Arial"/>
                <a:cs typeface="Arial"/>
              </a:rPr>
              <a:t>A dire</a:t>
            </a:r>
            <a:r>
              <a:rPr sz="3200" b="1" spc="-15" dirty="0" smtClean="0">
                <a:solidFill>
                  <a:srgbClr val="000066"/>
                </a:solidFill>
                <a:latin typeface="Arial"/>
                <a:cs typeface="Arial"/>
              </a:rPr>
              <a:t>c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ted</a:t>
            </a:r>
            <a:r>
              <a:rPr sz="3200" b="1" spc="-3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graph</a:t>
            </a:r>
            <a:r>
              <a:rPr sz="3200" b="1" spc="-2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cl</a:t>
            </a:r>
            <a:r>
              <a:rPr sz="3200" b="1" spc="-15" dirty="0" smtClean="0">
                <a:solidFill>
                  <a:srgbClr val="000066"/>
                </a:solidFill>
                <a:latin typeface="Arial"/>
                <a:cs typeface="Arial"/>
              </a:rPr>
              <a:t>a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ss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1686305"/>
            <a:ext cx="7341870" cy="6394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 smtClean="0">
                <a:solidFill>
                  <a:srgbClr val="99852B"/>
                </a:solidFill>
                <a:latin typeface="Courier New"/>
                <a:cs typeface="Courier New"/>
              </a:rPr>
              <a:t>&gt;&gt;</a:t>
            </a:r>
            <a:r>
              <a:rPr sz="2000" b="1" spc="0" dirty="0" smtClean="0">
                <a:solidFill>
                  <a:srgbClr val="99852B"/>
                </a:solidFill>
                <a:latin typeface="Courier New"/>
                <a:cs typeface="Courier New"/>
              </a:rPr>
              <a:t>&gt;</a:t>
            </a:r>
            <a:r>
              <a:rPr sz="2000" b="1" spc="-5" dirty="0" smtClean="0">
                <a:solidFill>
                  <a:srgbClr val="99852B"/>
                </a:solidFill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d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=</a:t>
            </a:r>
            <a:r>
              <a:rPr sz="2000" b="1" spc="-5" dirty="0" smtClean="0">
                <a:latin typeface="Courier New"/>
                <a:cs typeface="Courier New"/>
              </a:rPr>
              <a:t> DiGraph([(1,2),(1,3),(2,4),(4,3),(4,1)])</a:t>
            </a:r>
            <a:endParaRPr sz="2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 smtClean="0">
                <a:solidFill>
                  <a:srgbClr val="99852B"/>
                </a:solidFill>
                <a:latin typeface="Courier New"/>
                <a:cs typeface="Courier New"/>
              </a:rPr>
              <a:t>&gt;&gt;</a:t>
            </a:r>
            <a:r>
              <a:rPr sz="2000" b="1" spc="0" dirty="0" smtClean="0">
                <a:solidFill>
                  <a:srgbClr val="99852B"/>
                </a:solidFill>
                <a:latin typeface="Courier New"/>
                <a:cs typeface="Courier New"/>
              </a:rPr>
              <a:t>&gt;</a:t>
            </a:r>
            <a:r>
              <a:rPr sz="2000" b="1" spc="-5" dirty="0" smtClean="0">
                <a:solidFill>
                  <a:srgbClr val="99852B"/>
                </a:solidFill>
                <a:latin typeface="Courier New"/>
                <a:cs typeface="Courier New"/>
              </a:rPr>
              <a:t> </a:t>
            </a:r>
            <a:r>
              <a:rPr sz="2000" b="1" spc="-5" dirty="0" smtClean="0">
                <a:latin typeface="Courier New"/>
                <a:cs typeface="Courier New"/>
              </a:rPr>
              <a:t>prin</a:t>
            </a:r>
            <a:r>
              <a:rPr sz="2000" b="1" spc="0" dirty="0" smtClean="0">
                <a:latin typeface="Courier New"/>
                <a:cs typeface="Courier New"/>
              </a:rPr>
              <a:t>t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d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03391" y="2654807"/>
            <a:ext cx="445008" cy="443483"/>
          </a:xfrm>
          <a:custGeom>
            <a:avLst/>
            <a:gdLst/>
            <a:ahLst/>
            <a:cxnLst/>
            <a:rect l="l" t="t" r="r" b="b"/>
            <a:pathLst>
              <a:path w="445008" h="443483">
                <a:moveTo>
                  <a:pt x="222504" y="0"/>
                </a:moveTo>
                <a:lnTo>
                  <a:pt x="169017" y="6446"/>
                </a:lnTo>
                <a:lnTo>
                  <a:pt x="120228" y="24757"/>
                </a:lnTo>
                <a:lnTo>
                  <a:pt x="77680" y="53389"/>
                </a:lnTo>
                <a:lnTo>
                  <a:pt x="42915" y="90799"/>
                </a:lnTo>
                <a:lnTo>
                  <a:pt x="17478" y="135445"/>
                </a:lnTo>
                <a:lnTo>
                  <a:pt x="2910" y="185783"/>
                </a:lnTo>
                <a:lnTo>
                  <a:pt x="0" y="221741"/>
                </a:lnTo>
                <a:lnTo>
                  <a:pt x="737" y="239923"/>
                </a:lnTo>
                <a:lnTo>
                  <a:pt x="11338" y="291815"/>
                </a:lnTo>
                <a:lnTo>
                  <a:pt x="33324" y="338529"/>
                </a:lnTo>
                <a:lnTo>
                  <a:pt x="65151" y="378523"/>
                </a:lnTo>
                <a:lnTo>
                  <a:pt x="105276" y="410253"/>
                </a:lnTo>
                <a:lnTo>
                  <a:pt x="152156" y="432175"/>
                </a:lnTo>
                <a:lnTo>
                  <a:pt x="204248" y="442748"/>
                </a:lnTo>
                <a:lnTo>
                  <a:pt x="222504" y="443483"/>
                </a:lnTo>
                <a:lnTo>
                  <a:pt x="240759" y="442748"/>
                </a:lnTo>
                <a:lnTo>
                  <a:pt x="292851" y="432175"/>
                </a:lnTo>
                <a:lnTo>
                  <a:pt x="339731" y="410253"/>
                </a:lnTo>
                <a:lnTo>
                  <a:pt x="379857" y="378523"/>
                </a:lnTo>
                <a:lnTo>
                  <a:pt x="411683" y="338529"/>
                </a:lnTo>
                <a:lnTo>
                  <a:pt x="433669" y="291815"/>
                </a:lnTo>
                <a:lnTo>
                  <a:pt x="444270" y="239923"/>
                </a:lnTo>
                <a:lnTo>
                  <a:pt x="445008" y="221741"/>
                </a:lnTo>
                <a:lnTo>
                  <a:pt x="444270" y="203560"/>
                </a:lnTo>
                <a:lnTo>
                  <a:pt x="433669" y="151668"/>
                </a:lnTo>
                <a:lnTo>
                  <a:pt x="411683" y="104954"/>
                </a:lnTo>
                <a:lnTo>
                  <a:pt x="379857" y="64960"/>
                </a:lnTo>
                <a:lnTo>
                  <a:pt x="339731" y="33230"/>
                </a:lnTo>
                <a:lnTo>
                  <a:pt x="292851" y="11308"/>
                </a:lnTo>
                <a:lnTo>
                  <a:pt x="240759" y="735"/>
                </a:lnTo>
                <a:lnTo>
                  <a:pt x="222504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03391" y="2654807"/>
            <a:ext cx="445008" cy="443483"/>
          </a:xfrm>
          <a:custGeom>
            <a:avLst/>
            <a:gdLst/>
            <a:ahLst/>
            <a:cxnLst/>
            <a:rect l="l" t="t" r="r" b="b"/>
            <a:pathLst>
              <a:path w="445008" h="443483">
                <a:moveTo>
                  <a:pt x="0" y="221741"/>
                </a:moveTo>
                <a:lnTo>
                  <a:pt x="6463" y="168466"/>
                </a:lnTo>
                <a:lnTo>
                  <a:pt x="24825" y="119854"/>
                </a:lnTo>
                <a:lnTo>
                  <a:pt x="53543" y="77449"/>
                </a:lnTo>
                <a:lnTo>
                  <a:pt x="91074" y="42793"/>
                </a:lnTo>
                <a:lnTo>
                  <a:pt x="135874" y="17430"/>
                </a:lnTo>
                <a:lnTo>
                  <a:pt x="186400" y="2903"/>
                </a:lnTo>
                <a:lnTo>
                  <a:pt x="222504" y="0"/>
                </a:lnTo>
                <a:lnTo>
                  <a:pt x="240759" y="735"/>
                </a:lnTo>
                <a:lnTo>
                  <a:pt x="292851" y="11308"/>
                </a:lnTo>
                <a:lnTo>
                  <a:pt x="339731" y="33230"/>
                </a:lnTo>
                <a:lnTo>
                  <a:pt x="379857" y="64960"/>
                </a:lnTo>
                <a:lnTo>
                  <a:pt x="411683" y="104954"/>
                </a:lnTo>
                <a:lnTo>
                  <a:pt x="433669" y="151668"/>
                </a:lnTo>
                <a:lnTo>
                  <a:pt x="444270" y="203560"/>
                </a:lnTo>
                <a:lnTo>
                  <a:pt x="445008" y="221741"/>
                </a:lnTo>
                <a:lnTo>
                  <a:pt x="444270" y="239923"/>
                </a:lnTo>
                <a:lnTo>
                  <a:pt x="433669" y="291815"/>
                </a:lnTo>
                <a:lnTo>
                  <a:pt x="411683" y="338529"/>
                </a:lnTo>
                <a:lnTo>
                  <a:pt x="379857" y="378523"/>
                </a:lnTo>
                <a:lnTo>
                  <a:pt x="339731" y="410253"/>
                </a:lnTo>
                <a:lnTo>
                  <a:pt x="292851" y="432175"/>
                </a:lnTo>
                <a:lnTo>
                  <a:pt x="240759" y="442748"/>
                </a:lnTo>
                <a:lnTo>
                  <a:pt x="222504" y="443483"/>
                </a:lnTo>
                <a:lnTo>
                  <a:pt x="204248" y="442748"/>
                </a:lnTo>
                <a:lnTo>
                  <a:pt x="152156" y="432175"/>
                </a:lnTo>
                <a:lnTo>
                  <a:pt x="105276" y="410253"/>
                </a:lnTo>
                <a:lnTo>
                  <a:pt x="65151" y="378523"/>
                </a:lnTo>
                <a:lnTo>
                  <a:pt x="33324" y="338529"/>
                </a:lnTo>
                <a:lnTo>
                  <a:pt x="11338" y="291815"/>
                </a:lnTo>
                <a:lnTo>
                  <a:pt x="737" y="239923"/>
                </a:lnTo>
                <a:lnTo>
                  <a:pt x="0" y="221741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938520" y="2683764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400" dirty="0" smtClean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60692" y="3607308"/>
            <a:ext cx="445007" cy="443484"/>
          </a:xfrm>
          <a:custGeom>
            <a:avLst/>
            <a:gdLst/>
            <a:ahLst/>
            <a:cxnLst/>
            <a:rect l="l" t="t" r="r" b="b"/>
            <a:pathLst>
              <a:path w="445007" h="443484">
                <a:moveTo>
                  <a:pt x="222503" y="0"/>
                </a:moveTo>
                <a:lnTo>
                  <a:pt x="169017" y="6446"/>
                </a:lnTo>
                <a:lnTo>
                  <a:pt x="120228" y="24757"/>
                </a:lnTo>
                <a:lnTo>
                  <a:pt x="77680" y="53389"/>
                </a:lnTo>
                <a:lnTo>
                  <a:pt x="42915" y="90799"/>
                </a:lnTo>
                <a:lnTo>
                  <a:pt x="17478" y="135445"/>
                </a:lnTo>
                <a:lnTo>
                  <a:pt x="2910" y="185783"/>
                </a:lnTo>
                <a:lnTo>
                  <a:pt x="0" y="221742"/>
                </a:lnTo>
                <a:lnTo>
                  <a:pt x="737" y="239923"/>
                </a:lnTo>
                <a:lnTo>
                  <a:pt x="11338" y="291815"/>
                </a:lnTo>
                <a:lnTo>
                  <a:pt x="33324" y="338529"/>
                </a:lnTo>
                <a:lnTo>
                  <a:pt x="65150" y="378523"/>
                </a:lnTo>
                <a:lnTo>
                  <a:pt x="105276" y="410253"/>
                </a:lnTo>
                <a:lnTo>
                  <a:pt x="152156" y="432175"/>
                </a:lnTo>
                <a:lnTo>
                  <a:pt x="204248" y="442748"/>
                </a:lnTo>
                <a:lnTo>
                  <a:pt x="222503" y="443484"/>
                </a:lnTo>
                <a:lnTo>
                  <a:pt x="240759" y="442748"/>
                </a:lnTo>
                <a:lnTo>
                  <a:pt x="292851" y="432175"/>
                </a:lnTo>
                <a:lnTo>
                  <a:pt x="339731" y="410253"/>
                </a:lnTo>
                <a:lnTo>
                  <a:pt x="379856" y="378523"/>
                </a:lnTo>
                <a:lnTo>
                  <a:pt x="411683" y="338529"/>
                </a:lnTo>
                <a:lnTo>
                  <a:pt x="433669" y="291815"/>
                </a:lnTo>
                <a:lnTo>
                  <a:pt x="444270" y="239923"/>
                </a:lnTo>
                <a:lnTo>
                  <a:pt x="445007" y="221742"/>
                </a:lnTo>
                <a:lnTo>
                  <a:pt x="444270" y="203560"/>
                </a:lnTo>
                <a:lnTo>
                  <a:pt x="433669" y="151668"/>
                </a:lnTo>
                <a:lnTo>
                  <a:pt x="411683" y="104954"/>
                </a:lnTo>
                <a:lnTo>
                  <a:pt x="379856" y="64960"/>
                </a:lnTo>
                <a:lnTo>
                  <a:pt x="339731" y="33230"/>
                </a:lnTo>
                <a:lnTo>
                  <a:pt x="292851" y="11308"/>
                </a:lnTo>
                <a:lnTo>
                  <a:pt x="240759" y="735"/>
                </a:lnTo>
                <a:lnTo>
                  <a:pt x="222503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060692" y="3607308"/>
            <a:ext cx="445007" cy="443484"/>
          </a:xfrm>
          <a:custGeom>
            <a:avLst/>
            <a:gdLst/>
            <a:ahLst/>
            <a:cxnLst/>
            <a:rect l="l" t="t" r="r" b="b"/>
            <a:pathLst>
              <a:path w="445007" h="443484">
                <a:moveTo>
                  <a:pt x="0" y="221742"/>
                </a:moveTo>
                <a:lnTo>
                  <a:pt x="6463" y="168466"/>
                </a:lnTo>
                <a:lnTo>
                  <a:pt x="24825" y="119854"/>
                </a:lnTo>
                <a:lnTo>
                  <a:pt x="53543" y="77449"/>
                </a:lnTo>
                <a:lnTo>
                  <a:pt x="91074" y="42793"/>
                </a:lnTo>
                <a:lnTo>
                  <a:pt x="135874" y="17430"/>
                </a:lnTo>
                <a:lnTo>
                  <a:pt x="186400" y="2903"/>
                </a:lnTo>
                <a:lnTo>
                  <a:pt x="222503" y="0"/>
                </a:lnTo>
                <a:lnTo>
                  <a:pt x="240759" y="735"/>
                </a:lnTo>
                <a:lnTo>
                  <a:pt x="292851" y="11308"/>
                </a:lnTo>
                <a:lnTo>
                  <a:pt x="339731" y="33230"/>
                </a:lnTo>
                <a:lnTo>
                  <a:pt x="379856" y="64960"/>
                </a:lnTo>
                <a:lnTo>
                  <a:pt x="411683" y="104954"/>
                </a:lnTo>
                <a:lnTo>
                  <a:pt x="433669" y="151668"/>
                </a:lnTo>
                <a:lnTo>
                  <a:pt x="444270" y="203560"/>
                </a:lnTo>
                <a:lnTo>
                  <a:pt x="445007" y="221742"/>
                </a:lnTo>
                <a:lnTo>
                  <a:pt x="444270" y="239923"/>
                </a:lnTo>
                <a:lnTo>
                  <a:pt x="433669" y="291815"/>
                </a:lnTo>
                <a:lnTo>
                  <a:pt x="411683" y="338529"/>
                </a:lnTo>
                <a:lnTo>
                  <a:pt x="379856" y="378523"/>
                </a:lnTo>
                <a:lnTo>
                  <a:pt x="339731" y="410253"/>
                </a:lnTo>
                <a:lnTo>
                  <a:pt x="292851" y="432175"/>
                </a:lnTo>
                <a:lnTo>
                  <a:pt x="240759" y="442748"/>
                </a:lnTo>
                <a:lnTo>
                  <a:pt x="222503" y="443484"/>
                </a:lnTo>
                <a:lnTo>
                  <a:pt x="204248" y="442748"/>
                </a:lnTo>
                <a:lnTo>
                  <a:pt x="152156" y="432175"/>
                </a:lnTo>
                <a:lnTo>
                  <a:pt x="105276" y="410253"/>
                </a:lnTo>
                <a:lnTo>
                  <a:pt x="65150" y="378523"/>
                </a:lnTo>
                <a:lnTo>
                  <a:pt x="33324" y="338529"/>
                </a:lnTo>
                <a:lnTo>
                  <a:pt x="11338" y="291815"/>
                </a:lnTo>
                <a:lnTo>
                  <a:pt x="737" y="239923"/>
                </a:lnTo>
                <a:lnTo>
                  <a:pt x="0" y="22174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096000" y="3988308"/>
            <a:ext cx="445007" cy="443484"/>
          </a:xfrm>
          <a:custGeom>
            <a:avLst/>
            <a:gdLst/>
            <a:ahLst/>
            <a:cxnLst/>
            <a:rect l="l" t="t" r="r" b="b"/>
            <a:pathLst>
              <a:path w="445007" h="443484">
                <a:moveTo>
                  <a:pt x="222503" y="0"/>
                </a:moveTo>
                <a:lnTo>
                  <a:pt x="169017" y="6446"/>
                </a:lnTo>
                <a:lnTo>
                  <a:pt x="120228" y="24757"/>
                </a:lnTo>
                <a:lnTo>
                  <a:pt x="77680" y="53389"/>
                </a:lnTo>
                <a:lnTo>
                  <a:pt x="42915" y="90799"/>
                </a:lnTo>
                <a:lnTo>
                  <a:pt x="17478" y="135445"/>
                </a:lnTo>
                <a:lnTo>
                  <a:pt x="2910" y="185783"/>
                </a:lnTo>
                <a:lnTo>
                  <a:pt x="0" y="221742"/>
                </a:lnTo>
                <a:lnTo>
                  <a:pt x="737" y="239923"/>
                </a:lnTo>
                <a:lnTo>
                  <a:pt x="11338" y="291815"/>
                </a:lnTo>
                <a:lnTo>
                  <a:pt x="33324" y="338529"/>
                </a:lnTo>
                <a:lnTo>
                  <a:pt x="65150" y="378523"/>
                </a:lnTo>
                <a:lnTo>
                  <a:pt x="105276" y="410253"/>
                </a:lnTo>
                <a:lnTo>
                  <a:pt x="152156" y="432175"/>
                </a:lnTo>
                <a:lnTo>
                  <a:pt x="204248" y="442748"/>
                </a:lnTo>
                <a:lnTo>
                  <a:pt x="222503" y="443484"/>
                </a:lnTo>
                <a:lnTo>
                  <a:pt x="240759" y="442748"/>
                </a:lnTo>
                <a:lnTo>
                  <a:pt x="292851" y="432175"/>
                </a:lnTo>
                <a:lnTo>
                  <a:pt x="339731" y="410253"/>
                </a:lnTo>
                <a:lnTo>
                  <a:pt x="379856" y="378523"/>
                </a:lnTo>
                <a:lnTo>
                  <a:pt x="411683" y="338529"/>
                </a:lnTo>
                <a:lnTo>
                  <a:pt x="433669" y="291815"/>
                </a:lnTo>
                <a:lnTo>
                  <a:pt x="444270" y="239923"/>
                </a:lnTo>
                <a:lnTo>
                  <a:pt x="445007" y="221742"/>
                </a:lnTo>
                <a:lnTo>
                  <a:pt x="444270" y="203560"/>
                </a:lnTo>
                <a:lnTo>
                  <a:pt x="433669" y="151668"/>
                </a:lnTo>
                <a:lnTo>
                  <a:pt x="411683" y="104954"/>
                </a:lnTo>
                <a:lnTo>
                  <a:pt x="379856" y="64960"/>
                </a:lnTo>
                <a:lnTo>
                  <a:pt x="339731" y="33230"/>
                </a:lnTo>
                <a:lnTo>
                  <a:pt x="292851" y="11308"/>
                </a:lnTo>
                <a:lnTo>
                  <a:pt x="240759" y="735"/>
                </a:lnTo>
                <a:lnTo>
                  <a:pt x="222503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096000" y="3988308"/>
            <a:ext cx="445007" cy="443484"/>
          </a:xfrm>
          <a:custGeom>
            <a:avLst/>
            <a:gdLst/>
            <a:ahLst/>
            <a:cxnLst/>
            <a:rect l="l" t="t" r="r" b="b"/>
            <a:pathLst>
              <a:path w="445007" h="443484">
                <a:moveTo>
                  <a:pt x="0" y="221742"/>
                </a:moveTo>
                <a:lnTo>
                  <a:pt x="6463" y="168466"/>
                </a:lnTo>
                <a:lnTo>
                  <a:pt x="24825" y="119854"/>
                </a:lnTo>
                <a:lnTo>
                  <a:pt x="53543" y="77449"/>
                </a:lnTo>
                <a:lnTo>
                  <a:pt x="91074" y="42793"/>
                </a:lnTo>
                <a:lnTo>
                  <a:pt x="135874" y="17430"/>
                </a:lnTo>
                <a:lnTo>
                  <a:pt x="186400" y="2903"/>
                </a:lnTo>
                <a:lnTo>
                  <a:pt x="222503" y="0"/>
                </a:lnTo>
                <a:lnTo>
                  <a:pt x="240759" y="735"/>
                </a:lnTo>
                <a:lnTo>
                  <a:pt x="292851" y="11308"/>
                </a:lnTo>
                <a:lnTo>
                  <a:pt x="339731" y="33230"/>
                </a:lnTo>
                <a:lnTo>
                  <a:pt x="379856" y="64960"/>
                </a:lnTo>
                <a:lnTo>
                  <a:pt x="411683" y="104954"/>
                </a:lnTo>
                <a:lnTo>
                  <a:pt x="433669" y="151668"/>
                </a:lnTo>
                <a:lnTo>
                  <a:pt x="444270" y="203560"/>
                </a:lnTo>
                <a:lnTo>
                  <a:pt x="445007" y="221742"/>
                </a:lnTo>
                <a:lnTo>
                  <a:pt x="444270" y="239923"/>
                </a:lnTo>
                <a:lnTo>
                  <a:pt x="433669" y="291815"/>
                </a:lnTo>
                <a:lnTo>
                  <a:pt x="411683" y="338529"/>
                </a:lnTo>
                <a:lnTo>
                  <a:pt x="379856" y="378523"/>
                </a:lnTo>
                <a:lnTo>
                  <a:pt x="339731" y="410253"/>
                </a:lnTo>
                <a:lnTo>
                  <a:pt x="292851" y="432175"/>
                </a:lnTo>
                <a:lnTo>
                  <a:pt x="240759" y="442748"/>
                </a:lnTo>
                <a:lnTo>
                  <a:pt x="222503" y="443484"/>
                </a:lnTo>
                <a:lnTo>
                  <a:pt x="204248" y="442748"/>
                </a:lnTo>
                <a:lnTo>
                  <a:pt x="152156" y="432175"/>
                </a:lnTo>
                <a:lnTo>
                  <a:pt x="105276" y="410253"/>
                </a:lnTo>
                <a:lnTo>
                  <a:pt x="65150" y="378523"/>
                </a:lnTo>
                <a:lnTo>
                  <a:pt x="33324" y="338529"/>
                </a:lnTo>
                <a:lnTo>
                  <a:pt x="11338" y="291815"/>
                </a:lnTo>
                <a:lnTo>
                  <a:pt x="737" y="239923"/>
                </a:lnTo>
                <a:lnTo>
                  <a:pt x="0" y="22174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230873" y="3636264"/>
            <a:ext cx="1143635" cy="75882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R="12700" algn="r">
              <a:lnSpc>
                <a:spcPct val="100000"/>
              </a:lnSpc>
            </a:pPr>
            <a:r>
              <a:rPr sz="2400" dirty="0" smtClean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400" dirty="0" smtClean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917435" y="2497835"/>
            <a:ext cx="583692" cy="5836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883907" y="2449067"/>
            <a:ext cx="649224" cy="771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960107" y="2540507"/>
            <a:ext cx="443484" cy="443483"/>
          </a:xfrm>
          <a:custGeom>
            <a:avLst/>
            <a:gdLst/>
            <a:ahLst/>
            <a:cxnLst/>
            <a:rect l="l" t="t" r="r" b="b"/>
            <a:pathLst>
              <a:path w="443484" h="443483">
                <a:moveTo>
                  <a:pt x="221742" y="0"/>
                </a:moveTo>
                <a:lnTo>
                  <a:pt x="168466" y="6446"/>
                </a:lnTo>
                <a:lnTo>
                  <a:pt x="119854" y="24757"/>
                </a:lnTo>
                <a:lnTo>
                  <a:pt x="77449" y="53389"/>
                </a:lnTo>
                <a:lnTo>
                  <a:pt x="42793" y="90799"/>
                </a:lnTo>
                <a:lnTo>
                  <a:pt x="17430" y="135445"/>
                </a:lnTo>
                <a:lnTo>
                  <a:pt x="2903" y="185783"/>
                </a:lnTo>
                <a:lnTo>
                  <a:pt x="0" y="221741"/>
                </a:lnTo>
                <a:lnTo>
                  <a:pt x="735" y="239923"/>
                </a:lnTo>
                <a:lnTo>
                  <a:pt x="11308" y="291815"/>
                </a:lnTo>
                <a:lnTo>
                  <a:pt x="33230" y="338529"/>
                </a:lnTo>
                <a:lnTo>
                  <a:pt x="64960" y="378523"/>
                </a:lnTo>
                <a:lnTo>
                  <a:pt x="104954" y="410253"/>
                </a:lnTo>
                <a:lnTo>
                  <a:pt x="151668" y="432175"/>
                </a:lnTo>
                <a:lnTo>
                  <a:pt x="203560" y="442748"/>
                </a:lnTo>
                <a:lnTo>
                  <a:pt x="221742" y="443483"/>
                </a:lnTo>
                <a:lnTo>
                  <a:pt x="239923" y="442748"/>
                </a:lnTo>
                <a:lnTo>
                  <a:pt x="291815" y="432175"/>
                </a:lnTo>
                <a:lnTo>
                  <a:pt x="338529" y="410253"/>
                </a:lnTo>
                <a:lnTo>
                  <a:pt x="378523" y="378523"/>
                </a:lnTo>
                <a:lnTo>
                  <a:pt x="410253" y="338529"/>
                </a:lnTo>
                <a:lnTo>
                  <a:pt x="432175" y="291815"/>
                </a:lnTo>
                <a:lnTo>
                  <a:pt x="442748" y="239923"/>
                </a:lnTo>
                <a:lnTo>
                  <a:pt x="443484" y="221741"/>
                </a:lnTo>
                <a:lnTo>
                  <a:pt x="442748" y="203560"/>
                </a:lnTo>
                <a:lnTo>
                  <a:pt x="432175" y="151668"/>
                </a:lnTo>
                <a:lnTo>
                  <a:pt x="410253" y="104954"/>
                </a:lnTo>
                <a:lnTo>
                  <a:pt x="378523" y="64960"/>
                </a:lnTo>
                <a:lnTo>
                  <a:pt x="338529" y="33230"/>
                </a:lnTo>
                <a:lnTo>
                  <a:pt x="291815" y="11308"/>
                </a:lnTo>
                <a:lnTo>
                  <a:pt x="239923" y="735"/>
                </a:lnTo>
                <a:lnTo>
                  <a:pt x="221742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960107" y="2540507"/>
            <a:ext cx="443484" cy="443483"/>
          </a:xfrm>
          <a:custGeom>
            <a:avLst/>
            <a:gdLst/>
            <a:ahLst/>
            <a:cxnLst/>
            <a:rect l="l" t="t" r="r" b="b"/>
            <a:pathLst>
              <a:path w="443484" h="443483">
                <a:moveTo>
                  <a:pt x="0" y="221741"/>
                </a:moveTo>
                <a:lnTo>
                  <a:pt x="6446" y="168466"/>
                </a:lnTo>
                <a:lnTo>
                  <a:pt x="24757" y="119854"/>
                </a:lnTo>
                <a:lnTo>
                  <a:pt x="53389" y="77449"/>
                </a:lnTo>
                <a:lnTo>
                  <a:pt x="90799" y="42793"/>
                </a:lnTo>
                <a:lnTo>
                  <a:pt x="135445" y="17430"/>
                </a:lnTo>
                <a:lnTo>
                  <a:pt x="185783" y="2903"/>
                </a:lnTo>
                <a:lnTo>
                  <a:pt x="221742" y="0"/>
                </a:lnTo>
                <a:lnTo>
                  <a:pt x="239923" y="735"/>
                </a:lnTo>
                <a:lnTo>
                  <a:pt x="291815" y="11308"/>
                </a:lnTo>
                <a:lnTo>
                  <a:pt x="338529" y="33230"/>
                </a:lnTo>
                <a:lnTo>
                  <a:pt x="378523" y="64960"/>
                </a:lnTo>
                <a:lnTo>
                  <a:pt x="410253" y="104954"/>
                </a:lnTo>
                <a:lnTo>
                  <a:pt x="432175" y="151668"/>
                </a:lnTo>
                <a:lnTo>
                  <a:pt x="442748" y="203560"/>
                </a:lnTo>
                <a:lnTo>
                  <a:pt x="443484" y="221741"/>
                </a:lnTo>
                <a:lnTo>
                  <a:pt x="442748" y="239923"/>
                </a:lnTo>
                <a:lnTo>
                  <a:pt x="432175" y="291815"/>
                </a:lnTo>
                <a:lnTo>
                  <a:pt x="410253" y="338529"/>
                </a:lnTo>
                <a:lnTo>
                  <a:pt x="378523" y="378523"/>
                </a:lnTo>
                <a:lnTo>
                  <a:pt x="338529" y="410253"/>
                </a:lnTo>
                <a:lnTo>
                  <a:pt x="291815" y="432175"/>
                </a:lnTo>
                <a:lnTo>
                  <a:pt x="239923" y="442748"/>
                </a:lnTo>
                <a:lnTo>
                  <a:pt x="221742" y="443483"/>
                </a:lnTo>
                <a:lnTo>
                  <a:pt x="203560" y="442748"/>
                </a:lnTo>
                <a:lnTo>
                  <a:pt x="151668" y="432175"/>
                </a:lnTo>
                <a:lnTo>
                  <a:pt x="104954" y="410253"/>
                </a:lnTo>
                <a:lnTo>
                  <a:pt x="64960" y="378523"/>
                </a:lnTo>
                <a:lnTo>
                  <a:pt x="33230" y="338529"/>
                </a:lnTo>
                <a:lnTo>
                  <a:pt x="11308" y="291815"/>
                </a:lnTo>
                <a:lnTo>
                  <a:pt x="735" y="239923"/>
                </a:lnTo>
                <a:lnTo>
                  <a:pt x="0" y="221741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094601" y="2569464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400" dirty="0" smtClean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196584" y="2589276"/>
            <a:ext cx="970788" cy="3870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235700" y="2703576"/>
            <a:ext cx="710692" cy="126491"/>
          </a:xfrm>
          <a:custGeom>
            <a:avLst/>
            <a:gdLst/>
            <a:ahLst/>
            <a:cxnLst/>
            <a:rect l="l" t="t" r="r" b="b"/>
            <a:pathLst>
              <a:path w="710692" h="126491">
                <a:moveTo>
                  <a:pt x="704324" y="55752"/>
                </a:moveTo>
                <a:lnTo>
                  <a:pt x="596265" y="55752"/>
                </a:lnTo>
                <a:lnTo>
                  <a:pt x="597407" y="68452"/>
                </a:lnTo>
                <a:lnTo>
                  <a:pt x="584773" y="69591"/>
                </a:lnTo>
                <a:lnTo>
                  <a:pt x="589915" y="126491"/>
                </a:lnTo>
                <a:lnTo>
                  <a:pt x="704324" y="55752"/>
                </a:lnTo>
                <a:close/>
              </a:path>
              <a:path w="710692" h="126491">
                <a:moveTo>
                  <a:pt x="583625" y="56891"/>
                </a:moveTo>
                <a:lnTo>
                  <a:pt x="0" y="109474"/>
                </a:lnTo>
                <a:lnTo>
                  <a:pt x="1015" y="122174"/>
                </a:lnTo>
                <a:lnTo>
                  <a:pt x="584773" y="69591"/>
                </a:lnTo>
                <a:lnTo>
                  <a:pt x="583625" y="56891"/>
                </a:lnTo>
                <a:close/>
              </a:path>
              <a:path w="710692" h="126491">
                <a:moveTo>
                  <a:pt x="596265" y="55752"/>
                </a:moveTo>
                <a:lnTo>
                  <a:pt x="583625" y="56891"/>
                </a:lnTo>
                <a:lnTo>
                  <a:pt x="584773" y="69591"/>
                </a:lnTo>
                <a:lnTo>
                  <a:pt x="597407" y="68452"/>
                </a:lnTo>
                <a:lnTo>
                  <a:pt x="596265" y="55752"/>
                </a:lnTo>
                <a:close/>
              </a:path>
              <a:path w="710692" h="126491">
                <a:moveTo>
                  <a:pt x="578484" y="0"/>
                </a:moveTo>
                <a:lnTo>
                  <a:pt x="583625" y="56891"/>
                </a:lnTo>
                <a:lnTo>
                  <a:pt x="596265" y="55752"/>
                </a:lnTo>
                <a:lnTo>
                  <a:pt x="704324" y="55752"/>
                </a:lnTo>
                <a:lnTo>
                  <a:pt x="710692" y="51815"/>
                </a:lnTo>
                <a:lnTo>
                  <a:pt x="5784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129528" y="2991611"/>
            <a:ext cx="1178052" cy="9250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168516" y="3030601"/>
            <a:ext cx="918083" cy="665099"/>
          </a:xfrm>
          <a:custGeom>
            <a:avLst/>
            <a:gdLst/>
            <a:ahLst/>
            <a:cxnLst/>
            <a:rect l="l" t="t" r="r" b="b"/>
            <a:pathLst>
              <a:path w="918082" h="665099">
                <a:moveTo>
                  <a:pt x="811347" y="595913"/>
                </a:moveTo>
                <a:lnTo>
                  <a:pt x="777875" y="642238"/>
                </a:lnTo>
                <a:lnTo>
                  <a:pt x="918083" y="665099"/>
                </a:lnTo>
                <a:lnTo>
                  <a:pt x="885820" y="603376"/>
                </a:lnTo>
                <a:lnTo>
                  <a:pt x="821689" y="603376"/>
                </a:lnTo>
                <a:lnTo>
                  <a:pt x="811347" y="595913"/>
                </a:lnTo>
                <a:close/>
              </a:path>
              <a:path w="918082" h="665099">
                <a:moveTo>
                  <a:pt x="818758" y="585657"/>
                </a:moveTo>
                <a:lnTo>
                  <a:pt x="811347" y="595913"/>
                </a:lnTo>
                <a:lnTo>
                  <a:pt x="821689" y="603376"/>
                </a:lnTo>
                <a:lnTo>
                  <a:pt x="829056" y="593090"/>
                </a:lnTo>
                <a:lnTo>
                  <a:pt x="818758" y="585657"/>
                </a:lnTo>
                <a:close/>
              </a:path>
              <a:path w="918082" h="665099">
                <a:moveTo>
                  <a:pt x="852297" y="539241"/>
                </a:moveTo>
                <a:lnTo>
                  <a:pt x="818758" y="585657"/>
                </a:lnTo>
                <a:lnTo>
                  <a:pt x="829056" y="593090"/>
                </a:lnTo>
                <a:lnTo>
                  <a:pt x="821689" y="603376"/>
                </a:lnTo>
                <a:lnTo>
                  <a:pt x="885820" y="603376"/>
                </a:lnTo>
                <a:lnTo>
                  <a:pt x="852297" y="539241"/>
                </a:lnTo>
                <a:close/>
              </a:path>
              <a:path w="918082" h="665099">
                <a:moveTo>
                  <a:pt x="7366" y="0"/>
                </a:moveTo>
                <a:lnTo>
                  <a:pt x="0" y="10413"/>
                </a:lnTo>
                <a:lnTo>
                  <a:pt x="811347" y="595913"/>
                </a:lnTo>
                <a:lnTo>
                  <a:pt x="818758" y="585657"/>
                </a:lnTo>
                <a:lnTo>
                  <a:pt x="73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208776" y="2916935"/>
            <a:ext cx="963168" cy="13045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374891" y="2956051"/>
            <a:ext cx="704723" cy="1044448"/>
          </a:xfrm>
          <a:custGeom>
            <a:avLst/>
            <a:gdLst/>
            <a:ahLst/>
            <a:cxnLst/>
            <a:rect l="l" t="t" r="r" b="b"/>
            <a:pathLst>
              <a:path w="704723" h="1044448">
                <a:moveTo>
                  <a:pt x="18161" y="903605"/>
                </a:moveTo>
                <a:lnTo>
                  <a:pt x="0" y="1044448"/>
                </a:lnTo>
                <a:lnTo>
                  <a:pt x="123571" y="974471"/>
                </a:lnTo>
                <a:lnTo>
                  <a:pt x="91834" y="953135"/>
                </a:lnTo>
                <a:lnTo>
                  <a:pt x="69087" y="953135"/>
                </a:lnTo>
                <a:lnTo>
                  <a:pt x="58547" y="946023"/>
                </a:lnTo>
                <a:lnTo>
                  <a:pt x="65614" y="935507"/>
                </a:lnTo>
                <a:lnTo>
                  <a:pt x="18161" y="903605"/>
                </a:lnTo>
                <a:close/>
              </a:path>
              <a:path w="704723" h="1044448">
                <a:moveTo>
                  <a:pt x="65614" y="935507"/>
                </a:moveTo>
                <a:lnTo>
                  <a:pt x="58547" y="946023"/>
                </a:lnTo>
                <a:lnTo>
                  <a:pt x="69087" y="953135"/>
                </a:lnTo>
                <a:lnTo>
                  <a:pt x="76165" y="942601"/>
                </a:lnTo>
                <a:lnTo>
                  <a:pt x="65614" y="935507"/>
                </a:lnTo>
                <a:close/>
              </a:path>
              <a:path w="704723" h="1044448">
                <a:moveTo>
                  <a:pt x="76165" y="942601"/>
                </a:moveTo>
                <a:lnTo>
                  <a:pt x="69087" y="953135"/>
                </a:lnTo>
                <a:lnTo>
                  <a:pt x="91834" y="953135"/>
                </a:lnTo>
                <a:lnTo>
                  <a:pt x="76165" y="942601"/>
                </a:lnTo>
                <a:close/>
              </a:path>
              <a:path w="704723" h="1044448">
                <a:moveTo>
                  <a:pt x="694309" y="0"/>
                </a:moveTo>
                <a:lnTo>
                  <a:pt x="65614" y="935507"/>
                </a:lnTo>
                <a:lnTo>
                  <a:pt x="76165" y="942601"/>
                </a:lnTo>
                <a:lnTo>
                  <a:pt x="704723" y="7112"/>
                </a:lnTo>
                <a:lnTo>
                  <a:pt x="6943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6473952" y="3732276"/>
            <a:ext cx="821436" cy="5074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512559" y="3890645"/>
            <a:ext cx="561848" cy="255905"/>
          </a:xfrm>
          <a:custGeom>
            <a:avLst/>
            <a:gdLst/>
            <a:ahLst/>
            <a:cxnLst/>
            <a:rect l="l" t="t" r="r" b="b"/>
            <a:pathLst>
              <a:path w="561848" h="255904">
                <a:moveTo>
                  <a:pt x="442800" y="52398"/>
                </a:moveTo>
                <a:lnTo>
                  <a:pt x="0" y="244220"/>
                </a:lnTo>
                <a:lnTo>
                  <a:pt x="5080" y="255904"/>
                </a:lnTo>
                <a:lnTo>
                  <a:pt x="447862" y="64090"/>
                </a:lnTo>
                <a:lnTo>
                  <a:pt x="442800" y="52398"/>
                </a:lnTo>
                <a:close/>
              </a:path>
              <a:path w="561848" h="255904">
                <a:moveTo>
                  <a:pt x="528565" y="47370"/>
                </a:moveTo>
                <a:lnTo>
                  <a:pt x="454406" y="47370"/>
                </a:lnTo>
                <a:lnTo>
                  <a:pt x="459486" y="59054"/>
                </a:lnTo>
                <a:lnTo>
                  <a:pt x="447862" y="64090"/>
                </a:lnTo>
                <a:lnTo>
                  <a:pt x="470535" y="116458"/>
                </a:lnTo>
                <a:lnTo>
                  <a:pt x="528565" y="47370"/>
                </a:lnTo>
                <a:close/>
              </a:path>
              <a:path w="561848" h="255904">
                <a:moveTo>
                  <a:pt x="454406" y="47370"/>
                </a:moveTo>
                <a:lnTo>
                  <a:pt x="442800" y="52398"/>
                </a:lnTo>
                <a:lnTo>
                  <a:pt x="447862" y="64090"/>
                </a:lnTo>
                <a:lnTo>
                  <a:pt x="459486" y="59054"/>
                </a:lnTo>
                <a:lnTo>
                  <a:pt x="454406" y="47370"/>
                </a:lnTo>
                <a:close/>
              </a:path>
              <a:path w="561848" h="255904">
                <a:moveTo>
                  <a:pt x="420116" y="0"/>
                </a:moveTo>
                <a:lnTo>
                  <a:pt x="442800" y="52398"/>
                </a:lnTo>
                <a:lnTo>
                  <a:pt x="454406" y="47370"/>
                </a:lnTo>
                <a:lnTo>
                  <a:pt x="528565" y="47370"/>
                </a:lnTo>
                <a:lnTo>
                  <a:pt x="561848" y="7746"/>
                </a:lnTo>
                <a:lnTo>
                  <a:pt x="4201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891784" y="2919983"/>
            <a:ext cx="455675" cy="114909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022466" y="3086100"/>
            <a:ext cx="232156" cy="889762"/>
          </a:xfrm>
          <a:custGeom>
            <a:avLst/>
            <a:gdLst/>
            <a:ahLst/>
            <a:cxnLst/>
            <a:rect l="l" t="t" r="r" b="b"/>
            <a:pathLst>
              <a:path w="232156" h="889762">
                <a:moveTo>
                  <a:pt x="68313" y="122872"/>
                </a:moveTo>
                <a:lnTo>
                  <a:pt x="55894" y="125539"/>
                </a:lnTo>
                <a:lnTo>
                  <a:pt x="219710" y="889762"/>
                </a:lnTo>
                <a:lnTo>
                  <a:pt x="232156" y="887222"/>
                </a:lnTo>
                <a:lnTo>
                  <a:pt x="68313" y="122872"/>
                </a:lnTo>
                <a:close/>
              </a:path>
              <a:path w="232156" h="889762">
                <a:moveTo>
                  <a:pt x="35433" y="0"/>
                </a:moveTo>
                <a:lnTo>
                  <a:pt x="0" y="137540"/>
                </a:lnTo>
                <a:lnTo>
                  <a:pt x="55894" y="125539"/>
                </a:lnTo>
                <a:lnTo>
                  <a:pt x="53212" y="113029"/>
                </a:lnTo>
                <a:lnTo>
                  <a:pt x="65659" y="110489"/>
                </a:lnTo>
                <a:lnTo>
                  <a:pt x="123900" y="110489"/>
                </a:lnTo>
                <a:lnTo>
                  <a:pt x="35433" y="0"/>
                </a:lnTo>
                <a:close/>
              </a:path>
              <a:path w="232156" h="889762">
                <a:moveTo>
                  <a:pt x="65659" y="110489"/>
                </a:moveTo>
                <a:lnTo>
                  <a:pt x="53212" y="113029"/>
                </a:lnTo>
                <a:lnTo>
                  <a:pt x="55894" y="125539"/>
                </a:lnTo>
                <a:lnTo>
                  <a:pt x="68313" y="122872"/>
                </a:lnTo>
                <a:lnTo>
                  <a:pt x="65659" y="110489"/>
                </a:lnTo>
                <a:close/>
              </a:path>
              <a:path w="232156" h="889762">
                <a:moveTo>
                  <a:pt x="123900" y="110489"/>
                </a:moveTo>
                <a:lnTo>
                  <a:pt x="65659" y="110489"/>
                </a:lnTo>
                <a:lnTo>
                  <a:pt x="68313" y="122872"/>
                </a:lnTo>
                <a:lnTo>
                  <a:pt x="124206" y="110871"/>
                </a:lnTo>
                <a:lnTo>
                  <a:pt x="123900" y="1104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118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80744" y="2312572"/>
          <a:ext cx="965478" cy="158788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4139"/>
                <a:gridCol w="457174"/>
                <a:gridCol w="254164"/>
              </a:tblGrid>
              <a:tr h="329945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2000" b="1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000" b="1" spc="0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&gt;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04990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2000" b="1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000" b="1" spc="0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&gt;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04990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2000" b="1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2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000" b="1" spc="0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&gt;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04800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2000" b="1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000" b="1" spc="0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&gt;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343153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2000" b="1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-</a:t>
                      </a:r>
                      <a:r>
                        <a:rPr sz="2000" b="1" spc="0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&gt;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5308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3200" b="1" dirty="0" smtClean="0">
                <a:solidFill>
                  <a:srgbClr val="000066"/>
                </a:solidFill>
                <a:latin typeface="Arial"/>
                <a:cs typeface="Arial"/>
              </a:rPr>
              <a:t>A dire</a:t>
            </a:r>
            <a:r>
              <a:rPr sz="3200" b="1" spc="-15" dirty="0" smtClean="0">
                <a:solidFill>
                  <a:srgbClr val="000066"/>
                </a:solidFill>
                <a:latin typeface="Arial"/>
                <a:cs typeface="Arial"/>
              </a:rPr>
              <a:t>c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ted</a:t>
            </a:r>
            <a:r>
              <a:rPr sz="3200" b="1" spc="-3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graph</a:t>
            </a:r>
            <a:r>
              <a:rPr sz="3200" b="1" spc="-2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cl</a:t>
            </a:r>
            <a:r>
              <a:rPr sz="3200" b="1" spc="-15" dirty="0" smtClean="0">
                <a:solidFill>
                  <a:srgbClr val="000066"/>
                </a:solidFill>
                <a:latin typeface="Arial"/>
                <a:cs typeface="Arial"/>
              </a:rPr>
              <a:t>a</a:t>
            </a:r>
            <a:r>
              <a:rPr sz="3200" b="1" spc="0" dirty="0" smtClean="0">
                <a:solidFill>
                  <a:srgbClr val="000066"/>
                </a:solidFill>
                <a:latin typeface="Arial"/>
                <a:cs typeface="Arial"/>
              </a:rPr>
              <a:t>ss</a:t>
            </a:r>
            <a:endParaRPr sz="32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93444" y="1686305"/>
            <a:ext cx="7341870" cy="33464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000" b="1" spc="-5" dirty="0" smtClean="0">
                <a:solidFill>
                  <a:srgbClr val="99852B"/>
                </a:solidFill>
                <a:latin typeface="Courier New"/>
                <a:cs typeface="Courier New"/>
              </a:rPr>
              <a:t>&gt;&gt;</a:t>
            </a:r>
            <a:r>
              <a:rPr sz="2000" b="1" spc="0" dirty="0" smtClean="0">
                <a:solidFill>
                  <a:srgbClr val="99852B"/>
                </a:solidFill>
                <a:latin typeface="Courier New"/>
                <a:cs typeface="Courier New"/>
              </a:rPr>
              <a:t>&gt;</a:t>
            </a:r>
            <a:r>
              <a:rPr sz="2000" b="1" spc="-5" dirty="0" smtClean="0">
                <a:solidFill>
                  <a:srgbClr val="99852B"/>
                </a:solidFill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d</a:t>
            </a:r>
            <a:r>
              <a:rPr sz="2000" b="1" spc="-5" dirty="0" smtClean="0">
                <a:latin typeface="Courier New"/>
                <a:cs typeface="Courier New"/>
              </a:rPr>
              <a:t> </a:t>
            </a:r>
            <a:r>
              <a:rPr sz="2000" b="1" spc="0" dirty="0" smtClean="0">
                <a:latin typeface="Courier New"/>
                <a:cs typeface="Courier New"/>
              </a:rPr>
              <a:t>=</a:t>
            </a:r>
            <a:r>
              <a:rPr sz="2000" b="1" spc="-5" dirty="0" smtClean="0">
                <a:latin typeface="Courier New"/>
                <a:cs typeface="Courier New"/>
              </a:rPr>
              <a:t> DiGraph([(1,2),(1,3),(2,4),(4,3),(4,1)])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03391" y="2654807"/>
            <a:ext cx="445008" cy="443483"/>
          </a:xfrm>
          <a:custGeom>
            <a:avLst/>
            <a:gdLst/>
            <a:ahLst/>
            <a:cxnLst/>
            <a:rect l="l" t="t" r="r" b="b"/>
            <a:pathLst>
              <a:path w="445008" h="443483">
                <a:moveTo>
                  <a:pt x="222504" y="0"/>
                </a:moveTo>
                <a:lnTo>
                  <a:pt x="169017" y="6446"/>
                </a:lnTo>
                <a:lnTo>
                  <a:pt x="120228" y="24757"/>
                </a:lnTo>
                <a:lnTo>
                  <a:pt x="77680" y="53389"/>
                </a:lnTo>
                <a:lnTo>
                  <a:pt x="42915" y="90799"/>
                </a:lnTo>
                <a:lnTo>
                  <a:pt x="17478" y="135445"/>
                </a:lnTo>
                <a:lnTo>
                  <a:pt x="2910" y="185783"/>
                </a:lnTo>
                <a:lnTo>
                  <a:pt x="0" y="221741"/>
                </a:lnTo>
                <a:lnTo>
                  <a:pt x="737" y="239923"/>
                </a:lnTo>
                <a:lnTo>
                  <a:pt x="11338" y="291815"/>
                </a:lnTo>
                <a:lnTo>
                  <a:pt x="33324" y="338529"/>
                </a:lnTo>
                <a:lnTo>
                  <a:pt x="65151" y="378523"/>
                </a:lnTo>
                <a:lnTo>
                  <a:pt x="105276" y="410253"/>
                </a:lnTo>
                <a:lnTo>
                  <a:pt x="152156" y="432175"/>
                </a:lnTo>
                <a:lnTo>
                  <a:pt x="204248" y="442748"/>
                </a:lnTo>
                <a:lnTo>
                  <a:pt x="222504" y="443483"/>
                </a:lnTo>
                <a:lnTo>
                  <a:pt x="240759" y="442748"/>
                </a:lnTo>
                <a:lnTo>
                  <a:pt x="292851" y="432175"/>
                </a:lnTo>
                <a:lnTo>
                  <a:pt x="339731" y="410253"/>
                </a:lnTo>
                <a:lnTo>
                  <a:pt x="379857" y="378523"/>
                </a:lnTo>
                <a:lnTo>
                  <a:pt x="411683" y="338529"/>
                </a:lnTo>
                <a:lnTo>
                  <a:pt x="433669" y="291815"/>
                </a:lnTo>
                <a:lnTo>
                  <a:pt x="444270" y="239923"/>
                </a:lnTo>
                <a:lnTo>
                  <a:pt x="445008" y="221741"/>
                </a:lnTo>
                <a:lnTo>
                  <a:pt x="444270" y="203560"/>
                </a:lnTo>
                <a:lnTo>
                  <a:pt x="433669" y="151668"/>
                </a:lnTo>
                <a:lnTo>
                  <a:pt x="411683" y="104954"/>
                </a:lnTo>
                <a:lnTo>
                  <a:pt x="379857" y="64960"/>
                </a:lnTo>
                <a:lnTo>
                  <a:pt x="339731" y="33230"/>
                </a:lnTo>
                <a:lnTo>
                  <a:pt x="292851" y="11308"/>
                </a:lnTo>
                <a:lnTo>
                  <a:pt x="240759" y="735"/>
                </a:lnTo>
                <a:lnTo>
                  <a:pt x="222504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03391" y="2654807"/>
            <a:ext cx="445008" cy="443483"/>
          </a:xfrm>
          <a:custGeom>
            <a:avLst/>
            <a:gdLst/>
            <a:ahLst/>
            <a:cxnLst/>
            <a:rect l="l" t="t" r="r" b="b"/>
            <a:pathLst>
              <a:path w="445008" h="443483">
                <a:moveTo>
                  <a:pt x="0" y="221741"/>
                </a:moveTo>
                <a:lnTo>
                  <a:pt x="6463" y="168466"/>
                </a:lnTo>
                <a:lnTo>
                  <a:pt x="24825" y="119854"/>
                </a:lnTo>
                <a:lnTo>
                  <a:pt x="53543" y="77449"/>
                </a:lnTo>
                <a:lnTo>
                  <a:pt x="91074" y="42793"/>
                </a:lnTo>
                <a:lnTo>
                  <a:pt x="135874" y="17430"/>
                </a:lnTo>
                <a:lnTo>
                  <a:pt x="186400" y="2903"/>
                </a:lnTo>
                <a:lnTo>
                  <a:pt x="222504" y="0"/>
                </a:lnTo>
                <a:lnTo>
                  <a:pt x="240759" y="735"/>
                </a:lnTo>
                <a:lnTo>
                  <a:pt x="292851" y="11308"/>
                </a:lnTo>
                <a:lnTo>
                  <a:pt x="339731" y="33230"/>
                </a:lnTo>
                <a:lnTo>
                  <a:pt x="379857" y="64960"/>
                </a:lnTo>
                <a:lnTo>
                  <a:pt x="411683" y="104954"/>
                </a:lnTo>
                <a:lnTo>
                  <a:pt x="433669" y="151668"/>
                </a:lnTo>
                <a:lnTo>
                  <a:pt x="444270" y="203560"/>
                </a:lnTo>
                <a:lnTo>
                  <a:pt x="445008" y="221741"/>
                </a:lnTo>
                <a:lnTo>
                  <a:pt x="444270" y="239923"/>
                </a:lnTo>
                <a:lnTo>
                  <a:pt x="433669" y="291815"/>
                </a:lnTo>
                <a:lnTo>
                  <a:pt x="411683" y="338529"/>
                </a:lnTo>
                <a:lnTo>
                  <a:pt x="379857" y="378523"/>
                </a:lnTo>
                <a:lnTo>
                  <a:pt x="339731" y="410253"/>
                </a:lnTo>
                <a:lnTo>
                  <a:pt x="292851" y="432175"/>
                </a:lnTo>
                <a:lnTo>
                  <a:pt x="240759" y="442748"/>
                </a:lnTo>
                <a:lnTo>
                  <a:pt x="222504" y="443483"/>
                </a:lnTo>
                <a:lnTo>
                  <a:pt x="204248" y="442748"/>
                </a:lnTo>
                <a:lnTo>
                  <a:pt x="152156" y="432175"/>
                </a:lnTo>
                <a:lnTo>
                  <a:pt x="105276" y="410253"/>
                </a:lnTo>
                <a:lnTo>
                  <a:pt x="65151" y="378523"/>
                </a:lnTo>
                <a:lnTo>
                  <a:pt x="33324" y="338529"/>
                </a:lnTo>
                <a:lnTo>
                  <a:pt x="11338" y="291815"/>
                </a:lnTo>
                <a:lnTo>
                  <a:pt x="737" y="239923"/>
                </a:lnTo>
                <a:lnTo>
                  <a:pt x="0" y="221741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938520" y="2683764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400" dirty="0" smtClean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060692" y="3607308"/>
            <a:ext cx="445007" cy="443484"/>
          </a:xfrm>
          <a:custGeom>
            <a:avLst/>
            <a:gdLst/>
            <a:ahLst/>
            <a:cxnLst/>
            <a:rect l="l" t="t" r="r" b="b"/>
            <a:pathLst>
              <a:path w="445007" h="443484">
                <a:moveTo>
                  <a:pt x="222503" y="0"/>
                </a:moveTo>
                <a:lnTo>
                  <a:pt x="169017" y="6446"/>
                </a:lnTo>
                <a:lnTo>
                  <a:pt x="120228" y="24757"/>
                </a:lnTo>
                <a:lnTo>
                  <a:pt x="77680" y="53389"/>
                </a:lnTo>
                <a:lnTo>
                  <a:pt x="42915" y="90799"/>
                </a:lnTo>
                <a:lnTo>
                  <a:pt x="17478" y="135445"/>
                </a:lnTo>
                <a:lnTo>
                  <a:pt x="2910" y="185783"/>
                </a:lnTo>
                <a:lnTo>
                  <a:pt x="0" y="221742"/>
                </a:lnTo>
                <a:lnTo>
                  <a:pt x="737" y="239923"/>
                </a:lnTo>
                <a:lnTo>
                  <a:pt x="11338" y="291815"/>
                </a:lnTo>
                <a:lnTo>
                  <a:pt x="33324" y="338529"/>
                </a:lnTo>
                <a:lnTo>
                  <a:pt x="65150" y="378523"/>
                </a:lnTo>
                <a:lnTo>
                  <a:pt x="105276" y="410253"/>
                </a:lnTo>
                <a:lnTo>
                  <a:pt x="152156" y="432175"/>
                </a:lnTo>
                <a:lnTo>
                  <a:pt x="204248" y="442748"/>
                </a:lnTo>
                <a:lnTo>
                  <a:pt x="222503" y="443484"/>
                </a:lnTo>
                <a:lnTo>
                  <a:pt x="240759" y="442748"/>
                </a:lnTo>
                <a:lnTo>
                  <a:pt x="292851" y="432175"/>
                </a:lnTo>
                <a:lnTo>
                  <a:pt x="339731" y="410253"/>
                </a:lnTo>
                <a:lnTo>
                  <a:pt x="379856" y="378523"/>
                </a:lnTo>
                <a:lnTo>
                  <a:pt x="411683" y="338529"/>
                </a:lnTo>
                <a:lnTo>
                  <a:pt x="433669" y="291815"/>
                </a:lnTo>
                <a:lnTo>
                  <a:pt x="444270" y="239923"/>
                </a:lnTo>
                <a:lnTo>
                  <a:pt x="445007" y="221742"/>
                </a:lnTo>
                <a:lnTo>
                  <a:pt x="444270" y="203560"/>
                </a:lnTo>
                <a:lnTo>
                  <a:pt x="433669" y="151668"/>
                </a:lnTo>
                <a:lnTo>
                  <a:pt x="411683" y="104954"/>
                </a:lnTo>
                <a:lnTo>
                  <a:pt x="379856" y="64960"/>
                </a:lnTo>
                <a:lnTo>
                  <a:pt x="339731" y="33230"/>
                </a:lnTo>
                <a:lnTo>
                  <a:pt x="292851" y="11308"/>
                </a:lnTo>
                <a:lnTo>
                  <a:pt x="240759" y="735"/>
                </a:lnTo>
                <a:lnTo>
                  <a:pt x="222503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7060692" y="3607308"/>
            <a:ext cx="445007" cy="443484"/>
          </a:xfrm>
          <a:custGeom>
            <a:avLst/>
            <a:gdLst/>
            <a:ahLst/>
            <a:cxnLst/>
            <a:rect l="l" t="t" r="r" b="b"/>
            <a:pathLst>
              <a:path w="445007" h="443484">
                <a:moveTo>
                  <a:pt x="0" y="221742"/>
                </a:moveTo>
                <a:lnTo>
                  <a:pt x="6463" y="168466"/>
                </a:lnTo>
                <a:lnTo>
                  <a:pt x="24825" y="119854"/>
                </a:lnTo>
                <a:lnTo>
                  <a:pt x="53543" y="77449"/>
                </a:lnTo>
                <a:lnTo>
                  <a:pt x="91074" y="42793"/>
                </a:lnTo>
                <a:lnTo>
                  <a:pt x="135874" y="17430"/>
                </a:lnTo>
                <a:lnTo>
                  <a:pt x="186400" y="2903"/>
                </a:lnTo>
                <a:lnTo>
                  <a:pt x="222503" y="0"/>
                </a:lnTo>
                <a:lnTo>
                  <a:pt x="240759" y="735"/>
                </a:lnTo>
                <a:lnTo>
                  <a:pt x="292851" y="11308"/>
                </a:lnTo>
                <a:lnTo>
                  <a:pt x="339731" y="33230"/>
                </a:lnTo>
                <a:lnTo>
                  <a:pt x="379856" y="64960"/>
                </a:lnTo>
                <a:lnTo>
                  <a:pt x="411683" y="104954"/>
                </a:lnTo>
                <a:lnTo>
                  <a:pt x="433669" y="151668"/>
                </a:lnTo>
                <a:lnTo>
                  <a:pt x="444270" y="203560"/>
                </a:lnTo>
                <a:lnTo>
                  <a:pt x="445007" y="221742"/>
                </a:lnTo>
                <a:lnTo>
                  <a:pt x="444270" y="239923"/>
                </a:lnTo>
                <a:lnTo>
                  <a:pt x="433669" y="291815"/>
                </a:lnTo>
                <a:lnTo>
                  <a:pt x="411683" y="338529"/>
                </a:lnTo>
                <a:lnTo>
                  <a:pt x="379856" y="378523"/>
                </a:lnTo>
                <a:lnTo>
                  <a:pt x="339731" y="410253"/>
                </a:lnTo>
                <a:lnTo>
                  <a:pt x="292851" y="432175"/>
                </a:lnTo>
                <a:lnTo>
                  <a:pt x="240759" y="442748"/>
                </a:lnTo>
                <a:lnTo>
                  <a:pt x="222503" y="443484"/>
                </a:lnTo>
                <a:lnTo>
                  <a:pt x="204248" y="442748"/>
                </a:lnTo>
                <a:lnTo>
                  <a:pt x="152156" y="432175"/>
                </a:lnTo>
                <a:lnTo>
                  <a:pt x="105276" y="410253"/>
                </a:lnTo>
                <a:lnTo>
                  <a:pt x="65150" y="378523"/>
                </a:lnTo>
                <a:lnTo>
                  <a:pt x="33324" y="338529"/>
                </a:lnTo>
                <a:lnTo>
                  <a:pt x="11338" y="291815"/>
                </a:lnTo>
                <a:lnTo>
                  <a:pt x="737" y="239923"/>
                </a:lnTo>
                <a:lnTo>
                  <a:pt x="0" y="22174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096000" y="3988308"/>
            <a:ext cx="445007" cy="443484"/>
          </a:xfrm>
          <a:custGeom>
            <a:avLst/>
            <a:gdLst/>
            <a:ahLst/>
            <a:cxnLst/>
            <a:rect l="l" t="t" r="r" b="b"/>
            <a:pathLst>
              <a:path w="445007" h="443484">
                <a:moveTo>
                  <a:pt x="222503" y="0"/>
                </a:moveTo>
                <a:lnTo>
                  <a:pt x="169017" y="6446"/>
                </a:lnTo>
                <a:lnTo>
                  <a:pt x="120228" y="24757"/>
                </a:lnTo>
                <a:lnTo>
                  <a:pt x="77680" y="53389"/>
                </a:lnTo>
                <a:lnTo>
                  <a:pt x="42915" y="90799"/>
                </a:lnTo>
                <a:lnTo>
                  <a:pt x="17478" y="135445"/>
                </a:lnTo>
                <a:lnTo>
                  <a:pt x="2910" y="185783"/>
                </a:lnTo>
                <a:lnTo>
                  <a:pt x="0" y="221742"/>
                </a:lnTo>
                <a:lnTo>
                  <a:pt x="737" y="239923"/>
                </a:lnTo>
                <a:lnTo>
                  <a:pt x="11338" y="291815"/>
                </a:lnTo>
                <a:lnTo>
                  <a:pt x="33324" y="338529"/>
                </a:lnTo>
                <a:lnTo>
                  <a:pt x="65150" y="378523"/>
                </a:lnTo>
                <a:lnTo>
                  <a:pt x="105276" y="410253"/>
                </a:lnTo>
                <a:lnTo>
                  <a:pt x="152156" y="432175"/>
                </a:lnTo>
                <a:lnTo>
                  <a:pt x="204248" y="442748"/>
                </a:lnTo>
                <a:lnTo>
                  <a:pt x="222503" y="443484"/>
                </a:lnTo>
                <a:lnTo>
                  <a:pt x="240759" y="442748"/>
                </a:lnTo>
                <a:lnTo>
                  <a:pt x="292851" y="432175"/>
                </a:lnTo>
                <a:lnTo>
                  <a:pt x="339731" y="410253"/>
                </a:lnTo>
                <a:lnTo>
                  <a:pt x="379856" y="378523"/>
                </a:lnTo>
                <a:lnTo>
                  <a:pt x="411683" y="338529"/>
                </a:lnTo>
                <a:lnTo>
                  <a:pt x="433669" y="291815"/>
                </a:lnTo>
                <a:lnTo>
                  <a:pt x="444270" y="239923"/>
                </a:lnTo>
                <a:lnTo>
                  <a:pt x="445007" y="221742"/>
                </a:lnTo>
                <a:lnTo>
                  <a:pt x="444270" y="203560"/>
                </a:lnTo>
                <a:lnTo>
                  <a:pt x="433669" y="151668"/>
                </a:lnTo>
                <a:lnTo>
                  <a:pt x="411683" y="104954"/>
                </a:lnTo>
                <a:lnTo>
                  <a:pt x="379856" y="64960"/>
                </a:lnTo>
                <a:lnTo>
                  <a:pt x="339731" y="33230"/>
                </a:lnTo>
                <a:lnTo>
                  <a:pt x="292851" y="11308"/>
                </a:lnTo>
                <a:lnTo>
                  <a:pt x="240759" y="735"/>
                </a:lnTo>
                <a:lnTo>
                  <a:pt x="222503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096000" y="3988308"/>
            <a:ext cx="445007" cy="443484"/>
          </a:xfrm>
          <a:custGeom>
            <a:avLst/>
            <a:gdLst/>
            <a:ahLst/>
            <a:cxnLst/>
            <a:rect l="l" t="t" r="r" b="b"/>
            <a:pathLst>
              <a:path w="445007" h="443484">
                <a:moveTo>
                  <a:pt x="0" y="221742"/>
                </a:moveTo>
                <a:lnTo>
                  <a:pt x="6463" y="168466"/>
                </a:lnTo>
                <a:lnTo>
                  <a:pt x="24825" y="119854"/>
                </a:lnTo>
                <a:lnTo>
                  <a:pt x="53543" y="77449"/>
                </a:lnTo>
                <a:lnTo>
                  <a:pt x="91074" y="42793"/>
                </a:lnTo>
                <a:lnTo>
                  <a:pt x="135874" y="17430"/>
                </a:lnTo>
                <a:lnTo>
                  <a:pt x="186400" y="2903"/>
                </a:lnTo>
                <a:lnTo>
                  <a:pt x="222503" y="0"/>
                </a:lnTo>
                <a:lnTo>
                  <a:pt x="240759" y="735"/>
                </a:lnTo>
                <a:lnTo>
                  <a:pt x="292851" y="11308"/>
                </a:lnTo>
                <a:lnTo>
                  <a:pt x="339731" y="33230"/>
                </a:lnTo>
                <a:lnTo>
                  <a:pt x="379856" y="64960"/>
                </a:lnTo>
                <a:lnTo>
                  <a:pt x="411683" y="104954"/>
                </a:lnTo>
                <a:lnTo>
                  <a:pt x="433669" y="151668"/>
                </a:lnTo>
                <a:lnTo>
                  <a:pt x="444270" y="203560"/>
                </a:lnTo>
                <a:lnTo>
                  <a:pt x="445007" y="221742"/>
                </a:lnTo>
                <a:lnTo>
                  <a:pt x="444270" y="239923"/>
                </a:lnTo>
                <a:lnTo>
                  <a:pt x="433669" y="291815"/>
                </a:lnTo>
                <a:lnTo>
                  <a:pt x="411683" y="338529"/>
                </a:lnTo>
                <a:lnTo>
                  <a:pt x="379856" y="378523"/>
                </a:lnTo>
                <a:lnTo>
                  <a:pt x="339731" y="410253"/>
                </a:lnTo>
                <a:lnTo>
                  <a:pt x="292851" y="432175"/>
                </a:lnTo>
                <a:lnTo>
                  <a:pt x="240759" y="442748"/>
                </a:lnTo>
                <a:lnTo>
                  <a:pt x="222503" y="443484"/>
                </a:lnTo>
                <a:lnTo>
                  <a:pt x="204248" y="442748"/>
                </a:lnTo>
                <a:lnTo>
                  <a:pt x="152156" y="432175"/>
                </a:lnTo>
                <a:lnTo>
                  <a:pt x="105276" y="410253"/>
                </a:lnTo>
                <a:lnTo>
                  <a:pt x="65150" y="378523"/>
                </a:lnTo>
                <a:lnTo>
                  <a:pt x="33324" y="338529"/>
                </a:lnTo>
                <a:lnTo>
                  <a:pt x="11338" y="291815"/>
                </a:lnTo>
                <a:lnTo>
                  <a:pt x="737" y="239923"/>
                </a:lnTo>
                <a:lnTo>
                  <a:pt x="0" y="22174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917435" y="2497835"/>
            <a:ext cx="583692" cy="5836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883907" y="2449067"/>
            <a:ext cx="649224" cy="771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960107" y="2540507"/>
            <a:ext cx="443484" cy="443483"/>
          </a:xfrm>
          <a:custGeom>
            <a:avLst/>
            <a:gdLst/>
            <a:ahLst/>
            <a:cxnLst/>
            <a:rect l="l" t="t" r="r" b="b"/>
            <a:pathLst>
              <a:path w="443484" h="443483">
                <a:moveTo>
                  <a:pt x="221742" y="0"/>
                </a:moveTo>
                <a:lnTo>
                  <a:pt x="168466" y="6446"/>
                </a:lnTo>
                <a:lnTo>
                  <a:pt x="119854" y="24757"/>
                </a:lnTo>
                <a:lnTo>
                  <a:pt x="77449" y="53389"/>
                </a:lnTo>
                <a:lnTo>
                  <a:pt x="42793" y="90799"/>
                </a:lnTo>
                <a:lnTo>
                  <a:pt x="17430" y="135445"/>
                </a:lnTo>
                <a:lnTo>
                  <a:pt x="2903" y="185783"/>
                </a:lnTo>
                <a:lnTo>
                  <a:pt x="0" y="221741"/>
                </a:lnTo>
                <a:lnTo>
                  <a:pt x="735" y="239923"/>
                </a:lnTo>
                <a:lnTo>
                  <a:pt x="11308" y="291815"/>
                </a:lnTo>
                <a:lnTo>
                  <a:pt x="33230" y="338529"/>
                </a:lnTo>
                <a:lnTo>
                  <a:pt x="64960" y="378523"/>
                </a:lnTo>
                <a:lnTo>
                  <a:pt x="104954" y="410253"/>
                </a:lnTo>
                <a:lnTo>
                  <a:pt x="151668" y="432175"/>
                </a:lnTo>
                <a:lnTo>
                  <a:pt x="203560" y="442748"/>
                </a:lnTo>
                <a:lnTo>
                  <a:pt x="221742" y="443483"/>
                </a:lnTo>
                <a:lnTo>
                  <a:pt x="239923" y="442748"/>
                </a:lnTo>
                <a:lnTo>
                  <a:pt x="291815" y="432175"/>
                </a:lnTo>
                <a:lnTo>
                  <a:pt x="338529" y="410253"/>
                </a:lnTo>
                <a:lnTo>
                  <a:pt x="378523" y="378523"/>
                </a:lnTo>
                <a:lnTo>
                  <a:pt x="410253" y="338529"/>
                </a:lnTo>
                <a:lnTo>
                  <a:pt x="432175" y="291815"/>
                </a:lnTo>
                <a:lnTo>
                  <a:pt x="442748" y="239923"/>
                </a:lnTo>
                <a:lnTo>
                  <a:pt x="443484" y="221741"/>
                </a:lnTo>
                <a:lnTo>
                  <a:pt x="442748" y="203560"/>
                </a:lnTo>
                <a:lnTo>
                  <a:pt x="432175" y="151668"/>
                </a:lnTo>
                <a:lnTo>
                  <a:pt x="410253" y="104954"/>
                </a:lnTo>
                <a:lnTo>
                  <a:pt x="378523" y="64960"/>
                </a:lnTo>
                <a:lnTo>
                  <a:pt x="338529" y="33230"/>
                </a:lnTo>
                <a:lnTo>
                  <a:pt x="291815" y="11308"/>
                </a:lnTo>
                <a:lnTo>
                  <a:pt x="239923" y="735"/>
                </a:lnTo>
                <a:lnTo>
                  <a:pt x="221742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960107" y="2540507"/>
            <a:ext cx="443484" cy="443483"/>
          </a:xfrm>
          <a:custGeom>
            <a:avLst/>
            <a:gdLst/>
            <a:ahLst/>
            <a:cxnLst/>
            <a:rect l="l" t="t" r="r" b="b"/>
            <a:pathLst>
              <a:path w="443484" h="443483">
                <a:moveTo>
                  <a:pt x="0" y="221741"/>
                </a:moveTo>
                <a:lnTo>
                  <a:pt x="6446" y="168466"/>
                </a:lnTo>
                <a:lnTo>
                  <a:pt x="24757" y="119854"/>
                </a:lnTo>
                <a:lnTo>
                  <a:pt x="53389" y="77449"/>
                </a:lnTo>
                <a:lnTo>
                  <a:pt x="90799" y="42793"/>
                </a:lnTo>
                <a:lnTo>
                  <a:pt x="135445" y="17430"/>
                </a:lnTo>
                <a:lnTo>
                  <a:pt x="185783" y="2903"/>
                </a:lnTo>
                <a:lnTo>
                  <a:pt x="221742" y="0"/>
                </a:lnTo>
                <a:lnTo>
                  <a:pt x="239923" y="735"/>
                </a:lnTo>
                <a:lnTo>
                  <a:pt x="291815" y="11308"/>
                </a:lnTo>
                <a:lnTo>
                  <a:pt x="338529" y="33230"/>
                </a:lnTo>
                <a:lnTo>
                  <a:pt x="378523" y="64960"/>
                </a:lnTo>
                <a:lnTo>
                  <a:pt x="410253" y="104954"/>
                </a:lnTo>
                <a:lnTo>
                  <a:pt x="432175" y="151668"/>
                </a:lnTo>
                <a:lnTo>
                  <a:pt x="442748" y="203560"/>
                </a:lnTo>
                <a:lnTo>
                  <a:pt x="443484" y="221741"/>
                </a:lnTo>
                <a:lnTo>
                  <a:pt x="442748" y="239923"/>
                </a:lnTo>
                <a:lnTo>
                  <a:pt x="432175" y="291815"/>
                </a:lnTo>
                <a:lnTo>
                  <a:pt x="410253" y="338529"/>
                </a:lnTo>
                <a:lnTo>
                  <a:pt x="378523" y="378523"/>
                </a:lnTo>
                <a:lnTo>
                  <a:pt x="338529" y="410253"/>
                </a:lnTo>
                <a:lnTo>
                  <a:pt x="291815" y="432175"/>
                </a:lnTo>
                <a:lnTo>
                  <a:pt x="239923" y="442748"/>
                </a:lnTo>
                <a:lnTo>
                  <a:pt x="221742" y="443483"/>
                </a:lnTo>
                <a:lnTo>
                  <a:pt x="203560" y="442748"/>
                </a:lnTo>
                <a:lnTo>
                  <a:pt x="151668" y="432175"/>
                </a:lnTo>
                <a:lnTo>
                  <a:pt x="104954" y="410253"/>
                </a:lnTo>
                <a:lnTo>
                  <a:pt x="64960" y="378523"/>
                </a:lnTo>
                <a:lnTo>
                  <a:pt x="33230" y="338529"/>
                </a:lnTo>
                <a:lnTo>
                  <a:pt x="11308" y="291815"/>
                </a:lnTo>
                <a:lnTo>
                  <a:pt x="735" y="239923"/>
                </a:lnTo>
                <a:lnTo>
                  <a:pt x="0" y="221741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196584" y="2589276"/>
            <a:ext cx="970788" cy="3870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235700" y="2703576"/>
            <a:ext cx="710692" cy="126491"/>
          </a:xfrm>
          <a:custGeom>
            <a:avLst/>
            <a:gdLst/>
            <a:ahLst/>
            <a:cxnLst/>
            <a:rect l="l" t="t" r="r" b="b"/>
            <a:pathLst>
              <a:path w="710692" h="126491">
                <a:moveTo>
                  <a:pt x="704324" y="55752"/>
                </a:moveTo>
                <a:lnTo>
                  <a:pt x="596265" y="55752"/>
                </a:lnTo>
                <a:lnTo>
                  <a:pt x="597407" y="68452"/>
                </a:lnTo>
                <a:lnTo>
                  <a:pt x="584773" y="69591"/>
                </a:lnTo>
                <a:lnTo>
                  <a:pt x="589915" y="126491"/>
                </a:lnTo>
                <a:lnTo>
                  <a:pt x="704324" y="55752"/>
                </a:lnTo>
                <a:close/>
              </a:path>
              <a:path w="710692" h="126491">
                <a:moveTo>
                  <a:pt x="583625" y="56891"/>
                </a:moveTo>
                <a:lnTo>
                  <a:pt x="0" y="109474"/>
                </a:lnTo>
                <a:lnTo>
                  <a:pt x="1015" y="122174"/>
                </a:lnTo>
                <a:lnTo>
                  <a:pt x="584773" y="69591"/>
                </a:lnTo>
                <a:lnTo>
                  <a:pt x="583625" y="56891"/>
                </a:lnTo>
                <a:close/>
              </a:path>
              <a:path w="710692" h="126491">
                <a:moveTo>
                  <a:pt x="596265" y="55752"/>
                </a:moveTo>
                <a:lnTo>
                  <a:pt x="583625" y="56891"/>
                </a:lnTo>
                <a:lnTo>
                  <a:pt x="584773" y="69591"/>
                </a:lnTo>
                <a:lnTo>
                  <a:pt x="597407" y="68452"/>
                </a:lnTo>
                <a:lnTo>
                  <a:pt x="596265" y="55752"/>
                </a:lnTo>
                <a:close/>
              </a:path>
              <a:path w="710692" h="126491">
                <a:moveTo>
                  <a:pt x="578484" y="0"/>
                </a:moveTo>
                <a:lnTo>
                  <a:pt x="583625" y="56891"/>
                </a:lnTo>
                <a:lnTo>
                  <a:pt x="596265" y="55752"/>
                </a:lnTo>
                <a:lnTo>
                  <a:pt x="704324" y="55752"/>
                </a:lnTo>
                <a:lnTo>
                  <a:pt x="710692" y="51815"/>
                </a:lnTo>
                <a:lnTo>
                  <a:pt x="5784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29528" y="2991611"/>
            <a:ext cx="1178052" cy="9250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6168516" y="3030601"/>
            <a:ext cx="918083" cy="665099"/>
          </a:xfrm>
          <a:custGeom>
            <a:avLst/>
            <a:gdLst/>
            <a:ahLst/>
            <a:cxnLst/>
            <a:rect l="l" t="t" r="r" b="b"/>
            <a:pathLst>
              <a:path w="918082" h="665099">
                <a:moveTo>
                  <a:pt x="811347" y="595913"/>
                </a:moveTo>
                <a:lnTo>
                  <a:pt x="777875" y="642238"/>
                </a:lnTo>
                <a:lnTo>
                  <a:pt x="918083" y="665099"/>
                </a:lnTo>
                <a:lnTo>
                  <a:pt x="885820" y="603376"/>
                </a:lnTo>
                <a:lnTo>
                  <a:pt x="821689" y="603376"/>
                </a:lnTo>
                <a:lnTo>
                  <a:pt x="811347" y="595913"/>
                </a:lnTo>
                <a:close/>
              </a:path>
              <a:path w="918082" h="665099">
                <a:moveTo>
                  <a:pt x="818758" y="585657"/>
                </a:moveTo>
                <a:lnTo>
                  <a:pt x="811347" y="595913"/>
                </a:lnTo>
                <a:lnTo>
                  <a:pt x="821689" y="603376"/>
                </a:lnTo>
                <a:lnTo>
                  <a:pt x="829056" y="593090"/>
                </a:lnTo>
                <a:lnTo>
                  <a:pt x="818758" y="585657"/>
                </a:lnTo>
                <a:close/>
              </a:path>
              <a:path w="918082" h="665099">
                <a:moveTo>
                  <a:pt x="852297" y="539241"/>
                </a:moveTo>
                <a:lnTo>
                  <a:pt x="818758" y="585657"/>
                </a:lnTo>
                <a:lnTo>
                  <a:pt x="829056" y="593090"/>
                </a:lnTo>
                <a:lnTo>
                  <a:pt x="821689" y="603376"/>
                </a:lnTo>
                <a:lnTo>
                  <a:pt x="885820" y="603376"/>
                </a:lnTo>
                <a:lnTo>
                  <a:pt x="852297" y="539241"/>
                </a:lnTo>
                <a:close/>
              </a:path>
              <a:path w="918082" h="665099">
                <a:moveTo>
                  <a:pt x="7366" y="0"/>
                </a:moveTo>
                <a:lnTo>
                  <a:pt x="0" y="10413"/>
                </a:lnTo>
                <a:lnTo>
                  <a:pt x="811347" y="595913"/>
                </a:lnTo>
                <a:lnTo>
                  <a:pt x="818758" y="585657"/>
                </a:lnTo>
                <a:lnTo>
                  <a:pt x="736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6208776" y="2916935"/>
            <a:ext cx="963168" cy="13045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6374891" y="2956051"/>
            <a:ext cx="704723" cy="1044448"/>
          </a:xfrm>
          <a:custGeom>
            <a:avLst/>
            <a:gdLst/>
            <a:ahLst/>
            <a:cxnLst/>
            <a:rect l="l" t="t" r="r" b="b"/>
            <a:pathLst>
              <a:path w="704723" h="1044448">
                <a:moveTo>
                  <a:pt x="18161" y="903605"/>
                </a:moveTo>
                <a:lnTo>
                  <a:pt x="0" y="1044448"/>
                </a:lnTo>
                <a:lnTo>
                  <a:pt x="123571" y="974471"/>
                </a:lnTo>
                <a:lnTo>
                  <a:pt x="91834" y="953135"/>
                </a:lnTo>
                <a:lnTo>
                  <a:pt x="69087" y="953135"/>
                </a:lnTo>
                <a:lnTo>
                  <a:pt x="58547" y="946023"/>
                </a:lnTo>
                <a:lnTo>
                  <a:pt x="65614" y="935507"/>
                </a:lnTo>
                <a:lnTo>
                  <a:pt x="18161" y="903605"/>
                </a:lnTo>
                <a:close/>
              </a:path>
              <a:path w="704723" h="1044448">
                <a:moveTo>
                  <a:pt x="65614" y="935507"/>
                </a:moveTo>
                <a:lnTo>
                  <a:pt x="58547" y="946023"/>
                </a:lnTo>
                <a:lnTo>
                  <a:pt x="69087" y="953135"/>
                </a:lnTo>
                <a:lnTo>
                  <a:pt x="76165" y="942601"/>
                </a:lnTo>
                <a:lnTo>
                  <a:pt x="65614" y="935507"/>
                </a:lnTo>
                <a:close/>
              </a:path>
              <a:path w="704723" h="1044448">
                <a:moveTo>
                  <a:pt x="76165" y="942601"/>
                </a:moveTo>
                <a:lnTo>
                  <a:pt x="69087" y="953135"/>
                </a:lnTo>
                <a:lnTo>
                  <a:pt x="91834" y="953135"/>
                </a:lnTo>
                <a:lnTo>
                  <a:pt x="76165" y="942601"/>
                </a:lnTo>
                <a:close/>
              </a:path>
              <a:path w="704723" h="1044448">
                <a:moveTo>
                  <a:pt x="694309" y="0"/>
                </a:moveTo>
                <a:lnTo>
                  <a:pt x="65614" y="935507"/>
                </a:lnTo>
                <a:lnTo>
                  <a:pt x="76165" y="942601"/>
                </a:lnTo>
                <a:lnTo>
                  <a:pt x="704723" y="7112"/>
                </a:lnTo>
                <a:lnTo>
                  <a:pt x="69430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272666" y="3636264"/>
            <a:ext cx="6101715" cy="266509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R="12700" algn="r">
              <a:lnSpc>
                <a:spcPct val="100000"/>
              </a:lnSpc>
            </a:pPr>
            <a:r>
              <a:rPr sz="2400" dirty="0" smtClean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  <a:p>
            <a:pPr marR="977900" algn="r">
              <a:lnSpc>
                <a:spcPct val="100000"/>
              </a:lnSpc>
              <a:spcBef>
                <a:spcPts val="120"/>
              </a:spcBef>
            </a:pPr>
            <a:r>
              <a:rPr sz="2400" dirty="0" smtClean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000"/>
              </a:lnSpc>
            </a:pPr>
            <a:endParaRPr sz="1000"/>
          </a:p>
          <a:p>
            <a:pPr>
              <a:lnSpc>
                <a:spcPts val="1100"/>
              </a:lnSpc>
              <a:spcBef>
                <a:spcPts val="56"/>
              </a:spcBef>
            </a:pPr>
            <a:endParaRPr sz="1100"/>
          </a:p>
          <a:p>
            <a:pPr marL="12700" marR="281305">
              <a:lnSpc>
                <a:spcPct val="102499"/>
              </a:lnSpc>
            </a:pPr>
            <a:r>
              <a:rPr sz="2400" dirty="0" smtClean="0">
                <a:latin typeface="Courier New"/>
                <a:cs typeface="Courier New"/>
              </a:rPr>
              <a:t>search</a:t>
            </a:r>
            <a:r>
              <a:rPr sz="2400" spc="-25" dirty="0" smtClean="0">
                <a:latin typeface="Courier New"/>
                <a:cs typeface="Courier New"/>
              </a:rPr>
              <a:t> </a:t>
            </a:r>
            <a:r>
              <a:rPr sz="2400" spc="-20" dirty="0" smtClean="0">
                <a:latin typeface="Times New Roman"/>
                <a:cs typeface="Times New Roman"/>
              </a:rPr>
              <a:t>m</a:t>
            </a:r>
            <a:r>
              <a:rPr sz="2400" spc="0" dirty="0" smtClean="0">
                <a:latin typeface="Times New Roman"/>
                <a:cs typeface="Times New Roman"/>
              </a:rPr>
              <a:t>ethod </a:t>
            </a:r>
            <a:r>
              <a:rPr sz="2400" spc="5" dirty="0" smtClean="0">
                <a:latin typeface="Times New Roman"/>
                <a:cs typeface="Times New Roman"/>
              </a:rPr>
              <a:t>r</a:t>
            </a:r>
            <a:r>
              <a:rPr sz="2400" spc="0" dirty="0" smtClean="0">
                <a:latin typeface="Times New Roman"/>
                <a:cs typeface="Times New Roman"/>
              </a:rPr>
              <a:t>etu</a:t>
            </a:r>
            <a:r>
              <a:rPr sz="2400" spc="5" dirty="0" smtClean="0">
                <a:latin typeface="Times New Roman"/>
                <a:cs typeface="Times New Roman"/>
              </a:rPr>
              <a:t>r</a:t>
            </a:r>
            <a:r>
              <a:rPr sz="2400" spc="0" dirty="0" smtClean="0">
                <a:latin typeface="Times New Roman"/>
                <a:cs typeface="Times New Roman"/>
              </a:rPr>
              <a:t>ns</a:t>
            </a:r>
            <a:r>
              <a:rPr sz="2400" spc="-25" dirty="0" smtClean="0"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Times New Roman"/>
                <a:cs typeface="Times New Roman"/>
              </a:rPr>
              <a:t>a</a:t>
            </a:r>
            <a:r>
              <a:rPr sz="2400" spc="-5" dirty="0" smtClean="0">
                <a:latin typeface="Times New Roman"/>
                <a:cs typeface="Times New Roman"/>
              </a:rPr>
              <a:t> </a:t>
            </a:r>
            <a:r>
              <a:rPr sz="2400" i="1" spc="0" dirty="0" smtClean="0">
                <a:latin typeface="Times New Roman"/>
                <a:cs typeface="Times New Roman"/>
              </a:rPr>
              <a:t>genera</a:t>
            </a:r>
            <a:r>
              <a:rPr sz="2400" i="1" spc="5" dirty="0" smtClean="0">
                <a:latin typeface="Times New Roman"/>
                <a:cs typeface="Times New Roman"/>
              </a:rPr>
              <a:t>t</a:t>
            </a:r>
            <a:r>
              <a:rPr sz="2400" i="1" spc="0" dirty="0" smtClean="0">
                <a:latin typeface="Times New Roman"/>
                <a:cs typeface="Times New Roman"/>
              </a:rPr>
              <a:t>or</a:t>
            </a:r>
            <a:r>
              <a:rPr sz="2400" i="1" spc="-10" dirty="0" smtClean="0"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Times New Roman"/>
                <a:cs typeface="Times New Roman"/>
              </a:rPr>
              <a:t>for the nodes </a:t>
            </a:r>
            <a:r>
              <a:rPr sz="2400" spc="5" dirty="0" smtClean="0">
                <a:latin typeface="Times New Roman"/>
                <a:cs typeface="Times New Roman"/>
              </a:rPr>
              <a:t>t</a:t>
            </a:r>
            <a:r>
              <a:rPr sz="2400" spc="0" dirty="0" smtClean="0">
                <a:latin typeface="Times New Roman"/>
                <a:cs typeface="Times New Roman"/>
              </a:rPr>
              <a:t>hat</a:t>
            </a:r>
            <a:r>
              <a:rPr sz="2400" spc="-20" dirty="0" smtClean="0"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Times New Roman"/>
                <a:cs typeface="Times New Roman"/>
              </a:rPr>
              <a:t>can</a:t>
            </a:r>
            <a:r>
              <a:rPr sz="2400" spc="-10" dirty="0" smtClean="0"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Times New Roman"/>
                <a:cs typeface="Times New Roman"/>
              </a:rPr>
              <a:t>be</a:t>
            </a:r>
            <a:r>
              <a:rPr sz="2400" spc="-10" dirty="0" smtClean="0"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Times New Roman"/>
                <a:cs typeface="Times New Roman"/>
              </a:rPr>
              <a:t>re</a:t>
            </a:r>
            <a:r>
              <a:rPr sz="2400" spc="5" dirty="0" smtClean="0">
                <a:latin typeface="Times New Roman"/>
                <a:cs typeface="Times New Roman"/>
              </a:rPr>
              <a:t>a</a:t>
            </a:r>
            <a:r>
              <a:rPr sz="2400" spc="0" dirty="0" smtClean="0">
                <a:latin typeface="Times New Roman"/>
                <a:cs typeface="Times New Roman"/>
              </a:rPr>
              <a:t>ched</a:t>
            </a:r>
            <a:r>
              <a:rPr sz="2400" spc="-20" dirty="0" smtClean="0"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Times New Roman"/>
                <a:cs typeface="Times New Roman"/>
              </a:rPr>
              <a:t>from a</a:t>
            </a:r>
            <a:r>
              <a:rPr sz="2400" spc="-10" dirty="0" smtClean="0"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Times New Roman"/>
                <a:cs typeface="Times New Roman"/>
              </a:rPr>
              <a:t>given node</a:t>
            </a:r>
            <a:r>
              <a:rPr sz="2400" spc="-15" dirty="0" smtClean="0"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Times New Roman"/>
                <a:cs typeface="Times New Roman"/>
              </a:rPr>
              <a:t>by </a:t>
            </a:r>
            <a:r>
              <a:rPr sz="2400" spc="-10" dirty="0" smtClean="0">
                <a:latin typeface="Times New Roman"/>
                <a:cs typeface="Times New Roman"/>
              </a:rPr>
              <a:t>f</a:t>
            </a:r>
            <a:r>
              <a:rPr sz="2400" spc="0" dirty="0" smtClean="0">
                <a:latin typeface="Times New Roman"/>
                <a:cs typeface="Times New Roman"/>
              </a:rPr>
              <a:t>ollowing</a:t>
            </a:r>
            <a:r>
              <a:rPr sz="2400" spc="-10" dirty="0" smtClean="0"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Times New Roman"/>
                <a:cs typeface="Times New Roman"/>
              </a:rPr>
              <a:t>ar</a:t>
            </a:r>
            <a:r>
              <a:rPr sz="2400" spc="5" dirty="0" smtClean="0">
                <a:latin typeface="Times New Roman"/>
                <a:cs typeface="Times New Roman"/>
              </a:rPr>
              <a:t>r</a:t>
            </a:r>
            <a:r>
              <a:rPr sz="2400" spc="0" dirty="0" smtClean="0">
                <a:latin typeface="Times New Roman"/>
                <a:cs typeface="Times New Roman"/>
              </a:rPr>
              <a:t>ows “</a:t>
            </a:r>
            <a:r>
              <a:rPr sz="2400" spc="-15" dirty="0" smtClean="0">
                <a:latin typeface="Times New Roman"/>
                <a:cs typeface="Times New Roman"/>
              </a:rPr>
              <a:t>f</a:t>
            </a:r>
            <a:r>
              <a:rPr sz="2400" spc="0" dirty="0" smtClean="0">
                <a:latin typeface="Times New Roman"/>
                <a:cs typeface="Times New Roman"/>
              </a:rPr>
              <a:t>rom</a:t>
            </a:r>
            <a:r>
              <a:rPr sz="2400" spc="-10" dirty="0" smtClean="0"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Times New Roman"/>
                <a:cs typeface="Times New Roman"/>
              </a:rPr>
              <a:t>ta</a:t>
            </a:r>
            <a:r>
              <a:rPr sz="2400" spc="5" dirty="0" smtClean="0">
                <a:latin typeface="Times New Roman"/>
                <a:cs typeface="Times New Roman"/>
              </a:rPr>
              <a:t>i</a:t>
            </a:r>
            <a:r>
              <a:rPr sz="2400" spc="0" dirty="0" smtClean="0">
                <a:latin typeface="Times New Roman"/>
                <a:cs typeface="Times New Roman"/>
              </a:rPr>
              <a:t>l</a:t>
            </a:r>
            <a:r>
              <a:rPr sz="2400" spc="-35" dirty="0" smtClean="0"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Times New Roman"/>
                <a:cs typeface="Times New Roman"/>
              </a:rPr>
              <a:t>to</a:t>
            </a:r>
            <a:r>
              <a:rPr sz="2400" spc="-10" dirty="0" smtClean="0"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Times New Roman"/>
                <a:cs typeface="Times New Roman"/>
              </a:rPr>
              <a:t>head”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094601" y="2569464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400" dirty="0" smtClean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473952" y="3732276"/>
            <a:ext cx="821436" cy="5074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512559" y="3890645"/>
            <a:ext cx="561848" cy="255905"/>
          </a:xfrm>
          <a:custGeom>
            <a:avLst/>
            <a:gdLst/>
            <a:ahLst/>
            <a:cxnLst/>
            <a:rect l="l" t="t" r="r" b="b"/>
            <a:pathLst>
              <a:path w="561848" h="255904">
                <a:moveTo>
                  <a:pt x="442800" y="52398"/>
                </a:moveTo>
                <a:lnTo>
                  <a:pt x="0" y="244220"/>
                </a:lnTo>
                <a:lnTo>
                  <a:pt x="5080" y="255904"/>
                </a:lnTo>
                <a:lnTo>
                  <a:pt x="447862" y="64090"/>
                </a:lnTo>
                <a:lnTo>
                  <a:pt x="442800" y="52398"/>
                </a:lnTo>
                <a:close/>
              </a:path>
              <a:path w="561848" h="255904">
                <a:moveTo>
                  <a:pt x="528565" y="47370"/>
                </a:moveTo>
                <a:lnTo>
                  <a:pt x="454406" y="47370"/>
                </a:lnTo>
                <a:lnTo>
                  <a:pt x="459486" y="59054"/>
                </a:lnTo>
                <a:lnTo>
                  <a:pt x="447862" y="64090"/>
                </a:lnTo>
                <a:lnTo>
                  <a:pt x="470535" y="116458"/>
                </a:lnTo>
                <a:lnTo>
                  <a:pt x="528565" y="47370"/>
                </a:lnTo>
                <a:close/>
              </a:path>
              <a:path w="561848" h="255904">
                <a:moveTo>
                  <a:pt x="454406" y="47370"/>
                </a:moveTo>
                <a:lnTo>
                  <a:pt x="442800" y="52398"/>
                </a:lnTo>
                <a:lnTo>
                  <a:pt x="447862" y="64090"/>
                </a:lnTo>
                <a:lnTo>
                  <a:pt x="459486" y="59054"/>
                </a:lnTo>
                <a:lnTo>
                  <a:pt x="454406" y="47370"/>
                </a:lnTo>
                <a:close/>
              </a:path>
              <a:path w="561848" h="255904">
                <a:moveTo>
                  <a:pt x="420116" y="0"/>
                </a:moveTo>
                <a:lnTo>
                  <a:pt x="442800" y="52398"/>
                </a:lnTo>
                <a:lnTo>
                  <a:pt x="454406" y="47370"/>
                </a:lnTo>
                <a:lnTo>
                  <a:pt x="528565" y="47370"/>
                </a:lnTo>
                <a:lnTo>
                  <a:pt x="561848" y="7746"/>
                </a:lnTo>
                <a:lnTo>
                  <a:pt x="42011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891784" y="2919983"/>
            <a:ext cx="455675" cy="114909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6022466" y="3086100"/>
            <a:ext cx="232156" cy="889762"/>
          </a:xfrm>
          <a:custGeom>
            <a:avLst/>
            <a:gdLst/>
            <a:ahLst/>
            <a:cxnLst/>
            <a:rect l="l" t="t" r="r" b="b"/>
            <a:pathLst>
              <a:path w="232156" h="889762">
                <a:moveTo>
                  <a:pt x="68313" y="122872"/>
                </a:moveTo>
                <a:lnTo>
                  <a:pt x="55894" y="125539"/>
                </a:lnTo>
                <a:lnTo>
                  <a:pt x="219710" y="889762"/>
                </a:lnTo>
                <a:lnTo>
                  <a:pt x="232156" y="887222"/>
                </a:lnTo>
                <a:lnTo>
                  <a:pt x="68313" y="122872"/>
                </a:lnTo>
                <a:close/>
              </a:path>
              <a:path w="232156" h="889762">
                <a:moveTo>
                  <a:pt x="35433" y="0"/>
                </a:moveTo>
                <a:lnTo>
                  <a:pt x="0" y="137540"/>
                </a:lnTo>
                <a:lnTo>
                  <a:pt x="55894" y="125539"/>
                </a:lnTo>
                <a:lnTo>
                  <a:pt x="53212" y="113029"/>
                </a:lnTo>
                <a:lnTo>
                  <a:pt x="65659" y="110489"/>
                </a:lnTo>
                <a:lnTo>
                  <a:pt x="123900" y="110489"/>
                </a:lnTo>
                <a:lnTo>
                  <a:pt x="35433" y="0"/>
                </a:lnTo>
                <a:close/>
              </a:path>
              <a:path w="232156" h="889762">
                <a:moveTo>
                  <a:pt x="65659" y="110489"/>
                </a:moveTo>
                <a:lnTo>
                  <a:pt x="53212" y="113029"/>
                </a:lnTo>
                <a:lnTo>
                  <a:pt x="55894" y="125539"/>
                </a:lnTo>
                <a:lnTo>
                  <a:pt x="68313" y="122872"/>
                </a:lnTo>
                <a:lnTo>
                  <a:pt x="65659" y="110489"/>
                </a:lnTo>
                <a:close/>
              </a:path>
              <a:path w="232156" h="889762">
                <a:moveTo>
                  <a:pt x="123900" y="110489"/>
                </a:moveTo>
                <a:lnTo>
                  <a:pt x="65659" y="110489"/>
                </a:lnTo>
                <a:lnTo>
                  <a:pt x="68313" y="122872"/>
                </a:lnTo>
                <a:lnTo>
                  <a:pt x="124206" y="110871"/>
                </a:lnTo>
                <a:lnTo>
                  <a:pt x="123900" y="1104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119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80744" y="2070764"/>
          <a:ext cx="4318629" cy="27443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8811"/>
                <a:gridCol w="457393"/>
                <a:gridCol w="914590"/>
                <a:gridCol w="457159"/>
                <a:gridCol w="1930673"/>
              </a:tblGrid>
              <a:tr h="685941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99852B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[1,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2000" b="1" spc="0" dirty="0" smtClean="0">
                          <a:latin typeface="Courier New"/>
                          <a:cs typeface="Courier New"/>
                        </a:rPr>
                        <a:t>v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2,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fo</a:t>
                      </a:r>
                      <a:r>
                        <a:rPr sz="2000" b="1" spc="0" dirty="0" smtClean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0" dirty="0" smtClean="0">
                          <a:latin typeface="Courier New"/>
                          <a:cs typeface="Courier New"/>
                        </a:rPr>
                        <a:t>v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4</a:t>
                      </a:r>
                      <a:r>
                        <a:rPr sz="2000" b="1" spc="0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000" b="1" spc="-5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 3]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in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d.search(1)]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686293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99852B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[4,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C0C0C0"/>
                          </a:solidFill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2000" b="1" spc="0" dirty="0" smtClean="0">
                          <a:latin typeface="Courier New"/>
                          <a:cs typeface="Courier New"/>
                        </a:rPr>
                        <a:t>v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3,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fo</a:t>
                      </a:r>
                      <a:r>
                        <a:rPr sz="2000" b="1" spc="0" dirty="0" smtClean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0" dirty="0" smtClean="0">
                          <a:latin typeface="Courier New"/>
                          <a:cs typeface="Courier New"/>
                        </a:rPr>
                        <a:t>v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r>
                        <a:rPr sz="2000" b="1" spc="0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000" b="1" spc="-5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 2]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in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d.search(4)]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685687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99852B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[2,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2000" b="1" spc="0" dirty="0" smtClean="0">
                          <a:latin typeface="Courier New"/>
                          <a:cs typeface="Courier New"/>
                        </a:rPr>
                        <a:t>v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4,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fo</a:t>
                      </a:r>
                      <a:r>
                        <a:rPr sz="2000" b="1" spc="0" dirty="0" smtClean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0" dirty="0" smtClean="0">
                          <a:latin typeface="Courier New"/>
                          <a:cs typeface="Courier New"/>
                        </a:rPr>
                        <a:t>v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3</a:t>
                      </a:r>
                      <a:r>
                        <a:rPr sz="2000" b="1" spc="0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,</a:t>
                      </a:r>
                      <a:r>
                        <a:rPr sz="2000" b="1" spc="-5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 1]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in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d.search(2)]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  <a:tr h="686420">
                <a:tc>
                  <a:txBody>
                    <a:bodyPr/>
                    <a:lstStyle/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99852B"/>
                          </a:solidFill>
                          <a:latin typeface="Courier New"/>
                          <a:cs typeface="Courier New"/>
                        </a:rPr>
                        <a:t>&gt;&gt;&gt;</a:t>
                      </a:r>
                      <a:endParaRPr sz="2000">
                        <a:latin typeface="Courier New"/>
                        <a:cs typeface="Courier New"/>
                      </a:endParaRPr>
                    </a:p>
                    <a:p>
                      <a:pPr marL="25400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solidFill>
                            <a:srgbClr val="CC00CC"/>
                          </a:solidFill>
                          <a:latin typeface="Courier New"/>
                          <a:cs typeface="Courier New"/>
                        </a:rPr>
                        <a:t>[3]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[</a:t>
                      </a:r>
                      <a:r>
                        <a:rPr sz="2000" b="1" spc="0" dirty="0" smtClean="0">
                          <a:latin typeface="Courier New"/>
                          <a:cs typeface="Courier New"/>
                        </a:rPr>
                        <a:t>v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fo</a:t>
                      </a:r>
                      <a:r>
                        <a:rPr sz="2000" b="1" spc="0" dirty="0" smtClean="0">
                          <a:latin typeface="Courier New"/>
                          <a:cs typeface="Courier New"/>
                        </a:rPr>
                        <a:t>r</a:t>
                      </a: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2000" b="1" spc="0" dirty="0" smtClean="0">
                          <a:latin typeface="Courier New"/>
                          <a:cs typeface="Courier New"/>
                        </a:rPr>
                        <a:t>v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in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</a:pPr>
                      <a:r>
                        <a:rPr sz="2000" b="1" spc="-5" dirty="0" smtClean="0">
                          <a:latin typeface="Courier New"/>
                          <a:cs typeface="Courier New"/>
                        </a:rPr>
                        <a:t>d.search(3)]</a:t>
                      </a:r>
                      <a:endParaRPr sz="2000">
                        <a:latin typeface="Courier New"/>
                        <a:cs typeface="Courier New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4202" y="67817"/>
            <a:ext cx="6032500" cy="6045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ts val="4760"/>
              </a:lnSpc>
            </a:pPr>
            <a:r>
              <a:rPr sz="4000" b="1" spc="-25" dirty="0" smtClean="0">
                <a:solidFill>
                  <a:srgbClr val="000066"/>
                </a:solidFill>
                <a:latin typeface="Arial"/>
                <a:cs typeface="Arial"/>
              </a:rPr>
              <a:t>The</a:t>
            </a:r>
            <a:r>
              <a:rPr sz="4000" b="1" spc="-10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4000" b="1" spc="-25" dirty="0" smtClean="0">
                <a:solidFill>
                  <a:srgbClr val="000066"/>
                </a:solidFill>
                <a:latin typeface="Arial"/>
                <a:cs typeface="Arial"/>
              </a:rPr>
              <a:t>DiGr</a:t>
            </a:r>
            <a:r>
              <a:rPr sz="4000" b="1" spc="-20" dirty="0" smtClean="0">
                <a:solidFill>
                  <a:srgbClr val="000066"/>
                </a:solidFill>
                <a:latin typeface="Arial"/>
                <a:cs typeface="Arial"/>
              </a:rPr>
              <a:t>a</a:t>
            </a:r>
            <a:r>
              <a:rPr sz="4000" b="1" spc="-25" dirty="0" smtClean="0">
                <a:solidFill>
                  <a:srgbClr val="000066"/>
                </a:solidFill>
                <a:latin typeface="Arial"/>
                <a:cs typeface="Arial"/>
              </a:rPr>
              <a:t>ph</a:t>
            </a:r>
            <a:r>
              <a:rPr sz="4000" b="1" spc="15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4000" b="1" spc="-25" dirty="0" smtClean="0">
                <a:solidFill>
                  <a:srgbClr val="000066"/>
                </a:solidFill>
                <a:latin typeface="Arial"/>
                <a:cs typeface="Arial"/>
              </a:rPr>
              <a:t>co</a:t>
            </a:r>
            <a:r>
              <a:rPr sz="4000" b="1" spc="-40" dirty="0" smtClean="0">
                <a:solidFill>
                  <a:srgbClr val="000066"/>
                </a:solidFill>
                <a:latin typeface="Arial"/>
                <a:cs typeface="Arial"/>
              </a:rPr>
              <a:t>n</a:t>
            </a:r>
            <a:r>
              <a:rPr sz="4000" b="1" spc="-20" dirty="0" smtClean="0">
                <a:solidFill>
                  <a:srgbClr val="000066"/>
                </a:solidFill>
                <a:latin typeface="Arial"/>
                <a:cs typeface="Arial"/>
              </a:rPr>
              <a:t>structor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030211" y="669036"/>
            <a:ext cx="409956" cy="390143"/>
          </a:xfrm>
          <a:custGeom>
            <a:avLst/>
            <a:gdLst/>
            <a:ahLst/>
            <a:cxnLst/>
            <a:rect l="l" t="t" r="r" b="b"/>
            <a:pathLst>
              <a:path w="409956" h="390143">
                <a:moveTo>
                  <a:pt x="204978" y="0"/>
                </a:moveTo>
                <a:lnTo>
                  <a:pt x="155735" y="5671"/>
                </a:lnTo>
                <a:lnTo>
                  <a:pt x="110800" y="21781"/>
                </a:lnTo>
                <a:lnTo>
                  <a:pt x="71600" y="46970"/>
                </a:lnTo>
                <a:lnTo>
                  <a:pt x="39563" y="79881"/>
                </a:lnTo>
                <a:lnTo>
                  <a:pt x="16115" y="119157"/>
                </a:lnTo>
                <a:lnTo>
                  <a:pt x="2684" y="163439"/>
                </a:lnTo>
                <a:lnTo>
                  <a:pt x="0" y="195072"/>
                </a:lnTo>
                <a:lnTo>
                  <a:pt x="679" y="211065"/>
                </a:lnTo>
                <a:lnTo>
                  <a:pt x="10454" y="256714"/>
                </a:lnTo>
                <a:lnTo>
                  <a:pt x="30722" y="297810"/>
                </a:lnTo>
                <a:lnTo>
                  <a:pt x="60055" y="332993"/>
                </a:lnTo>
                <a:lnTo>
                  <a:pt x="97026" y="360908"/>
                </a:lnTo>
                <a:lnTo>
                  <a:pt x="140208" y="380195"/>
                </a:lnTo>
                <a:lnTo>
                  <a:pt x="188173" y="389497"/>
                </a:lnTo>
                <a:lnTo>
                  <a:pt x="204978" y="390143"/>
                </a:lnTo>
                <a:lnTo>
                  <a:pt x="221782" y="389497"/>
                </a:lnTo>
                <a:lnTo>
                  <a:pt x="269748" y="380195"/>
                </a:lnTo>
                <a:lnTo>
                  <a:pt x="312929" y="360908"/>
                </a:lnTo>
                <a:lnTo>
                  <a:pt x="349900" y="332993"/>
                </a:lnTo>
                <a:lnTo>
                  <a:pt x="379233" y="297810"/>
                </a:lnTo>
                <a:lnTo>
                  <a:pt x="399501" y="256714"/>
                </a:lnTo>
                <a:lnTo>
                  <a:pt x="409276" y="211065"/>
                </a:lnTo>
                <a:lnTo>
                  <a:pt x="409956" y="195072"/>
                </a:lnTo>
                <a:lnTo>
                  <a:pt x="409276" y="179078"/>
                </a:lnTo>
                <a:lnTo>
                  <a:pt x="399501" y="133429"/>
                </a:lnTo>
                <a:lnTo>
                  <a:pt x="379233" y="92333"/>
                </a:lnTo>
                <a:lnTo>
                  <a:pt x="349900" y="57150"/>
                </a:lnTo>
                <a:lnTo>
                  <a:pt x="312929" y="29235"/>
                </a:lnTo>
                <a:lnTo>
                  <a:pt x="269748" y="9948"/>
                </a:lnTo>
                <a:lnTo>
                  <a:pt x="221782" y="646"/>
                </a:lnTo>
                <a:lnTo>
                  <a:pt x="204978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030211" y="669036"/>
            <a:ext cx="409956" cy="390143"/>
          </a:xfrm>
          <a:custGeom>
            <a:avLst/>
            <a:gdLst/>
            <a:ahLst/>
            <a:cxnLst/>
            <a:rect l="l" t="t" r="r" b="b"/>
            <a:pathLst>
              <a:path w="409956" h="390143">
                <a:moveTo>
                  <a:pt x="0" y="195072"/>
                </a:moveTo>
                <a:lnTo>
                  <a:pt x="5960" y="148206"/>
                </a:lnTo>
                <a:lnTo>
                  <a:pt x="22888" y="105442"/>
                </a:lnTo>
                <a:lnTo>
                  <a:pt x="49358" y="68137"/>
                </a:lnTo>
                <a:lnTo>
                  <a:pt x="83941" y="37648"/>
                </a:lnTo>
                <a:lnTo>
                  <a:pt x="125212" y="15335"/>
                </a:lnTo>
                <a:lnTo>
                  <a:pt x="171741" y="2554"/>
                </a:lnTo>
                <a:lnTo>
                  <a:pt x="204978" y="0"/>
                </a:lnTo>
                <a:lnTo>
                  <a:pt x="221782" y="646"/>
                </a:lnTo>
                <a:lnTo>
                  <a:pt x="269748" y="9948"/>
                </a:lnTo>
                <a:lnTo>
                  <a:pt x="312929" y="29235"/>
                </a:lnTo>
                <a:lnTo>
                  <a:pt x="349900" y="57150"/>
                </a:lnTo>
                <a:lnTo>
                  <a:pt x="379233" y="92333"/>
                </a:lnTo>
                <a:lnTo>
                  <a:pt x="399501" y="133429"/>
                </a:lnTo>
                <a:lnTo>
                  <a:pt x="409276" y="179078"/>
                </a:lnTo>
                <a:lnTo>
                  <a:pt x="409956" y="195072"/>
                </a:lnTo>
                <a:lnTo>
                  <a:pt x="409276" y="211065"/>
                </a:lnTo>
                <a:lnTo>
                  <a:pt x="399501" y="256714"/>
                </a:lnTo>
                <a:lnTo>
                  <a:pt x="379233" y="297810"/>
                </a:lnTo>
                <a:lnTo>
                  <a:pt x="349900" y="332993"/>
                </a:lnTo>
                <a:lnTo>
                  <a:pt x="312929" y="360908"/>
                </a:lnTo>
                <a:lnTo>
                  <a:pt x="269748" y="380195"/>
                </a:lnTo>
                <a:lnTo>
                  <a:pt x="221782" y="389497"/>
                </a:lnTo>
                <a:lnTo>
                  <a:pt x="204978" y="390143"/>
                </a:lnTo>
                <a:lnTo>
                  <a:pt x="188173" y="389497"/>
                </a:lnTo>
                <a:lnTo>
                  <a:pt x="140208" y="380195"/>
                </a:lnTo>
                <a:lnTo>
                  <a:pt x="97026" y="360908"/>
                </a:lnTo>
                <a:lnTo>
                  <a:pt x="60055" y="332993"/>
                </a:lnTo>
                <a:lnTo>
                  <a:pt x="30722" y="297810"/>
                </a:lnTo>
                <a:lnTo>
                  <a:pt x="10454" y="256714"/>
                </a:lnTo>
                <a:lnTo>
                  <a:pt x="679" y="211065"/>
                </a:lnTo>
                <a:lnTo>
                  <a:pt x="0" y="19507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193023" y="1505711"/>
            <a:ext cx="411479" cy="391667"/>
          </a:xfrm>
          <a:custGeom>
            <a:avLst/>
            <a:gdLst/>
            <a:ahLst/>
            <a:cxnLst/>
            <a:rect l="l" t="t" r="r" b="b"/>
            <a:pathLst>
              <a:path w="411479" h="391667">
                <a:moveTo>
                  <a:pt x="205740" y="0"/>
                </a:moveTo>
                <a:lnTo>
                  <a:pt x="156285" y="5688"/>
                </a:lnTo>
                <a:lnTo>
                  <a:pt x="111173" y="21849"/>
                </a:lnTo>
                <a:lnTo>
                  <a:pt x="71831" y="47124"/>
                </a:lnTo>
                <a:lnTo>
                  <a:pt x="39684" y="80156"/>
                </a:lnTo>
                <a:lnTo>
                  <a:pt x="16162" y="119586"/>
                </a:lnTo>
                <a:lnTo>
                  <a:pt x="2691" y="164057"/>
                </a:lnTo>
                <a:lnTo>
                  <a:pt x="0" y="195834"/>
                </a:lnTo>
                <a:lnTo>
                  <a:pt x="681" y="211901"/>
                </a:lnTo>
                <a:lnTo>
                  <a:pt x="10485" y="257751"/>
                </a:lnTo>
                <a:lnTo>
                  <a:pt x="30815" y="299012"/>
                </a:lnTo>
                <a:lnTo>
                  <a:pt x="60245" y="334327"/>
                </a:lnTo>
                <a:lnTo>
                  <a:pt x="97348" y="362339"/>
                </a:lnTo>
                <a:lnTo>
                  <a:pt x="140695" y="381688"/>
                </a:lnTo>
                <a:lnTo>
                  <a:pt x="188860" y="391019"/>
                </a:lnTo>
                <a:lnTo>
                  <a:pt x="205740" y="391667"/>
                </a:lnTo>
                <a:lnTo>
                  <a:pt x="222619" y="391019"/>
                </a:lnTo>
                <a:lnTo>
                  <a:pt x="270784" y="381688"/>
                </a:lnTo>
                <a:lnTo>
                  <a:pt x="314131" y="362339"/>
                </a:lnTo>
                <a:lnTo>
                  <a:pt x="351234" y="334327"/>
                </a:lnTo>
                <a:lnTo>
                  <a:pt x="380664" y="299012"/>
                </a:lnTo>
                <a:lnTo>
                  <a:pt x="400994" y="257751"/>
                </a:lnTo>
                <a:lnTo>
                  <a:pt x="410798" y="211901"/>
                </a:lnTo>
                <a:lnTo>
                  <a:pt x="411479" y="195834"/>
                </a:lnTo>
                <a:lnTo>
                  <a:pt x="410798" y="179766"/>
                </a:lnTo>
                <a:lnTo>
                  <a:pt x="400994" y="133916"/>
                </a:lnTo>
                <a:lnTo>
                  <a:pt x="380664" y="92655"/>
                </a:lnTo>
                <a:lnTo>
                  <a:pt x="351234" y="57340"/>
                </a:lnTo>
                <a:lnTo>
                  <a:pt x="314131" y="29328"/>
                </a:lnTo>
                <a:lnTo>
                  <a:pt x="270784" y="9979"/>
                </a:lnTo>
                <a:lnTo>
                  <a:pt x="222619" y="648"/>
                </a:lnTo>
                <a:lnTo>
                  <a:pt x="205740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8193023" y="1505711"/>
            <a:ext cx="411479" cy="391667"/>
          </a:xfrm>
          <a:custGeom>
            <a:avLst/>
            <a:gdLst/>
            <a:ahLst/>
            <a:cxnLst/>
            <a:rect l="l" t="t" r="r" b="b"/>
            <a:pathLst>
              <a:path w="411479" h="391667">
                <a:moveTo>
                  <a:pt x="0" y="195834"/>
                </a:moveTo>
                <a:lnTo>
                  <a:pt x="5977" y="148757"/>
                </a:lnTo>
                <a:lnTo>
                  <a:pt x="22957" y="105815"/>
                </a:lnTo>
                <a:lnTo>
                  <a:pt x="49512" y="68367"/>
                </a:lnTo>
                <a:lnTo>
                  <a:pt x="84216" y="37770"/>
                </a:lnTo>
                <a:lnTo>
                  <a:pt x="125640" y="15382"/>
                </a:lnTo>
                <a:lnTo>
                  <a:pt x="172358" y="2561"/>
                </a:lnTo>
                <a:lnTo>
                  <a:pt x="205740" y="0"/>
                </a:lnTo>
                <a:lnTo>
                  <a:pt x="222619" y="648"/>
                </a:lnTo>
                <a:lnTo>
                  <a:pt x="270784" y="9979"/>
                </a:lnTo>
                <a:lnTo>
                  <a:pt x="314131" y="29328"/>
                </a:lnTo>
                <a:lnTo>
                  <a:pt x="351234" y="57340"/>
                </a:lnTo>
                <a:lnTo>
                  <a:pt x="380664" y="92655"/>
                </a:lnTo>
                <a:lnTo>
                  <a:pt x="400994" y="133916"/>
                </a:lnTo>
                <a:lnTo>
                  <a:pt x="410798" y="179766"/>
                </a:lnTo>
                <a:lnTo>
                  <a:pt x="411479" y="195834"/>
                </a:lnTo>
                <a:lnTo>
                  <a:pt x="410798" y="211901"/>
                </a:lnTo>
                <a:lnTo>
                  <a:pt x="400994" y="257751"/>
                </a:lnTo>
                <a:lnTo>
                  <a:pt x="380664" y="299012"/>
                </a:lnTo>
                <a:lnTo>
                  <a:pt x="351234" y="334327"/>
                </a:lnTo>
                <a:lnTo>
                  <a:pt x="314131" y="362339"/>
                </a:lnTo>
                <a:lnTo>
                  <a:pt x="270784" y="381688"/>
                </a:lnTo>
                <a:lnTo>
                  <a:pt x="222619" y="391019"/>
                </a:lnTo>
                <a:lnTo>
                  <a:pt x="205740" y="391667"/>
                </a:lnTo>
                <a:lnTo>
                  <a:pt x="188860" y="391019"/>
                </a:lnTo>
                <a:lnTo>
                  <a:pt x="140695" y="381688"/>
                </a:lnTo>
                <a:lnTo>
                  <a:pt x="97348" y="362339"/>
                </a:lnTo>
                <a:lnTo>
                  <a:pt x="60245" y="334327"/>
                </a:lnTo>
                <a:lnTo>
                  <a:pt x="30815" y="299012"/>
                </a:lnTo>
                <a:lnTo>
                  <a:pt x="10485" y="257751"/>
                </a:lnTo>
                <a:lnTo>
                  <a:pt x="681" y="211901"/>
                </a:lnTo>
                <a:lnTo>
                  <a:pt x="0" y="19583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299959" y="1840992"/>
            <a:ext cx="411480" cy="391668"/>
          </a:xfrm>
          <a:custGeom>
            <a:avLst/>
            <a:gdLst/>
            <a:ahLst/>
            <a:cxnLst/>
            <a:rect l="l" t="t" r="r" b="b"/>
            <a:pathLst>
              <a:path w="411480" h="391668">
                <a:moveTo>
                  <a:pt x="205740" y="0"/>
                </a:moveTo>
                <a:lnTo>
                  <a:pt x="156285" y="5688"/>
                </a:lnTo>
                <a:lnTo>
                  <a:pt x="111173" y="21849"/>
                </a:lnTo>
                <a:lnTo>
                  <a:pt x="71831" y="47124"/>
                </a:lnTo>
                <a:lnTo>
                  <a:pt x="39684" y="80156"/>
                </a:lnTo>
                <a:lnTo>
                  <a:pt x="16162" y="119586"/>
                </a:lnTo>
                <a:lnTo>
                  <a:pt x="2691" y="164057"/>
                </a:lnTo>
                <a:lnTo>
                  <a:pt x="0" y="195834"/>
                </a:lnTo>
                <a:lnTo>
                  <a:pt x="681" y="211901"/>
                </a:lnTo>
                <a:lnTo>
                  <a:pt x="10485" y="257751"/>
                </a:lnTo>
                <a:lnTo>
                  <a:pt x="30815" y="299012"/>
                </a:lnTo>
                <a:lnTo>
                  <a:pt x="60245" y="334327"/>
                </a:lnTo>
                <a:lnTo>
                  <a:pt x="97348" y="362339"/>
                </a:lnTo>
                <a:lnTo>
                  <a:pt x="140695" y="381688"/>
                </a:lnTo>
                <a:lnTo>
                  <a:pt x="188860" y="391019"/>
                </a:lnTo>
                <a:lnTo>
                  <a:pt x="205740" y="391668"/>
                </a:lnTo>
                <a:lnTo>
                  <a:pt x="222619" y="391019"/>
                </a:lnTo>
                <a:lnTo>
                  <a:pt x="270784" y="381688"/>
                </a:lnTo>
                <a:lnTo>
                  <a:pt x="314131" y="362339"/>
                </a:lnTo>
                <a:lnTo>
                  <a:pt x="351234" y="334327"/>
                </a:lnTo>
                <a:lnTo>
                  <a:pt x="380664" y="299012"/>
                </a:lnTo>
                <a:lnTo>
                  <a:pt x="400994" y="257751"/>
                </a:lnTo>
                <a:lnTo>
                  <a:pt x="410798" y="211901"/>
                </a:lnTo>
                <a:lnTo>
                  <a:pt x="411480" y="195834"/>
                </a:lnTo>
                <a:lnTo>
                  <a:pt x="410798" y="179766"/>
                </a:lnTo>
                <a:lnTo>
                  <a:pt x="400994" y="133916"/>
                </a:lnTo>
                <a:lnTo>
                  <a:pt x="380664" y="92655"/>
                </a:lnTo>
                <a:lnTo>
                  <a:pt x="351234" y="57340"/>
                </a:lnTo>
                <a:lnTo>
                  <a:pt x="314131" y="29328"/>
                </a:lnTo>
                <a:lnTo>
                  <a:pt x="270784" y="9979"/>
                </a:lnTo>
                <a:lnTo>
                  <a:pt x="222619" y="648"/>
                </a:lnTo>
                <a:lnTo>
                  <a:pt x="205740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99959" y="1840992"/>
            <a:ext cx="411480" cy="391668"/>
          </a:xfrm>
          <a:custGeom>
            <a:avLst/>
            <a:gdLst/>
            <a:ahLst/>
            <a:cxnLst/>
            <a:rect l="l" t="t" r="r" b="b"/>
            <a:pathLst>
              <a:path w="411480" h="391668">
                <a:moveTo>
                  <a:pt x="0" y="195834"/>
                </a:moveTo>
                <a:lnTo>
                  <a:pt x="5977" y="148757"/>
                </a:lnTo>
                <a:lnTo>
                  <a:pt x="22957" y="105815"/>
                </a:lnTo>
                <a:lnTo>
                  <a:pt x="49512" y="68367"/>
                </a:lnTo>
                <a:lnTo>
                  <a:pt x="84216" y="37770"/>
                </a:lnTo>
                <a:lnTo>
                  <a:pt x="125640" y="15382"/>
                </a:lnTo>
                <a:lnTo>
                  <a:pt x="172358" y="2561"/>
                </a:lnTo>
                <a:lnTo>
                  <a:pt x="205740" y="0"/>
                </a:lnTo>
                <a:lnTo>
                  <a:pt x="222619" y="648"/>
                </a:lnTo>
                <a:lnTo>
                  <a:pt x="270784" y="9979"/>
                </a:lnTo>
                <a:lnTo>
                  <a:pt x="314131" y="29328"/>
                </a:lnTo>
                <a:lnTo>
                  <a:pt x="351234" y="57340"/>
                </a:lnTo>
                <a:lnTo>
                  <a:pt x="380664" y="92655"/>
                </a:lnTo>
                <a:lnTo>
                  <a:pt x="400994" y="133916"/>
                </a:lnTo>
                <a:lnTo>
                  <a:pt x="410798" y="179766"/>
                </a:lnTo>
                <a:lnTo>
                  <a:pt x="411480" y="195834"/>
                </a:lnTo>
                <a:lnTo>
                  <a:pt x="410798" y="211901"/>
                </a:lnTo>
                <a:lnTo>
                  <a:pt x="400994" y="257751"/>
                </a:lnTo>
                <a:lnTo>
                  <a:pt x="380664" y="299012"/>
                </a:lnTo>
                <a:lnTo>
                  <a:pt x="351234" y="334327"/>
                </a:lnTo>
                <a:lnTo>
                  <a:pt x="314131" y="362339"/>
                </a:lnTo>
                <a:lnTo>
                  <a:pt x="270784" y="381688"/>
                </a:lnTo>
                <a:lnTo>
                  <a:pt x="222619" y="391019"/>
                </a:lnTo>
                <a:lnTo>
                  <a:pt x="205740" y="391668"/>
                </a:lnTo>
                <a:lnTo>
                  <a:pt x="188860" y="391019"/>
                </a:lnTo>
                <a:lnTo>
                  <a:pt x="140695" y="381688"/>
                </a:lnTo>
                <a:lnTo>
                  <a:pt x="97348" y="362339"/>
                </a:lnTo>
                <a:lnTo>
                  <a:pt x="60245" y="334327"/>
                </a:lnTo>
                <a:lnTo>
                  <a:pt x="30815" y="299012"/>
                </a:lnTo>
                <a:lnTo>
                  <a:pt x="10485" y="257751"/>
                </a:lnTo>
                <a:lnTo>
                  <a:pt x="681" y="211901"/>
                </a:lnTo>
                <a:lnTo>
                  <a:pt x="0" y="19583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32891" y="781303"/>
            <a:ext cx="7063740" cy="170307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latin typeface="Courier New"/>
                <a:cs typeface="Courier New"/>
              </a:rPr>
              <a:t>class </a:t>
            </a:r>
            <a:r>
              <a:rPr sz="1600" b="1" spc="0" dirty="0" smtClean="0">
                <a:latin typeface="Courier New"/>
                <a:cs typeface="Courier New"/>
              </a:rPr>
              <a:t>D</a:t>
            </a:r>
            <a:r>
              <a:rPr sz="1600" b="1" spc="-10" dirty="0" smtClean="0">
                <a:latin typeface="Courier New"/>
                <a:cs typeface="Courier New"/>
              </a:rPr>
              <a:t>iGra</a:t>
            </a:r>
            <a:r>
              <a:rPr sz="1600" b="1" spc="0" dirty="0" smtClean="0">
                <a:latin typeface="Courier New"/>
                <a:cs typeface="Courier New"/>
              </a:rPr>
              <a:t>ph</a:t>
            </a:r>
            <a:r>
              <a:rPr sz="1600" b="1" spc="-10" dirty="0" smtClean="0">
                <a:solidFill>
                  <a:srgbClr val="C0C0C0"/>
                </a:solidFill>
                <a:latin typeface="Courier New"/>
                <a:cs typeface="Courier New"/>
              </a:rPr>
              <a:t>: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550"/>
              </a:lnSpc>
              <a:spcBef>
                <a:spcPts val="20"/>
              </a:spcBef>
            </a:pPr>
            <a:endParaRPr sz="550"/>
          </a:p>
          <a:p>
            <a:pPr marL="559435" marR="3255645" indent="-303530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def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u="heavy" spc="0" dirty="0" smtClean="0">
                <a:latin typeface="Courier New"/>
                <a:cs typeface="Courier New"/>
              </a:rPr>
              <a:t>  </a:t>
            </a:r>
            <a:r>
              <a:rPr sz="1800" b="1" spc="0" dirty="0" smtClean="0">
                <a:latin typeface="Courier New"/>
                <a:cs typeface="Courier New"/>
              </a:rPr>
              <a:t>ini</a:t>
            </a:r>
            <a:r>
              <a:rPr sz="1800" b="1" spc="-5" dirty="0" smtClean="0">
                <a:latin typeface="Courier New"/>
                <a:cs typeface="Courier New"/>
              </a:rPr>
              <a:t>t</a:t>
            </a:r>
            <a:r>
              <a:rPr sz="1800" b="1" u="heavy" spc="0" dirty="0" smtClean="0">
                <a:latin typeface="Courier New"/>
                <a:cs typeface="Courier New"/>
              </a:rPr>
              <a:t>  </a:t>
            </a:r>
            <a:r>
              <a:rPr sz="1800" b="1" spc="0" dirty="0" smtClean="0">
                <a:latin typeface="Courier New"/>
                <a:cs typeface="Courier New"/>
              </a:rPr>
              <a:t>(</a:t>
            </a:r>
            <a:r>
              <a:rPr sz="1800" b="1" spc="-10" dirty="0" smtClean="0">
                <a:latin typeface="Courier New"/>
                <a:cs typeface="Courier New"/>
              </a:rPr>
              <a:t>s</a:t>
            </a:r>
            <a:r>
              <a:rPr sz="1800" b="1" spc="0" dirty="0" smtClean="0">
                <a:latin typeface="Courier New"/>
                <a:cs typeface="Courier New"/>
              </a:rPr>
              <a:t>el</a:t>
            </a:r>
            <a:r>
              <a:rPr sz="1800" b="1" spc="-35" dirty="0" smtClean="0">
                <a:latin typeface="Courier New"/>
                <a:cs typeface="Courier New"/>
              </a:rPr>
              <a:t>f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5" dirty="0" smtClean="0">
                <a:latin typeface="Courier New"/>
                <a:cs typeface="Courier New"/>
              </a:rPr>
              <a:t> e</a:t>
            </a:r>
            <a:r>
              <a:rPr sz="1800" b="1" spc="0" dirty="0" smtClean="0">
                <a:latin typeface="Courier New"/>
                <a:cs typeface="Courier New"/>
              </a:rPr>
              <a:t>dg</a:t>
            </a:r>
            <a:r>
              <a:rPr sz="1800" b="1" spc="-15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s</a:t>
            </a:r>
            <a:r>
              <a:rPr sz="1800" b="1" spc="-15" dirty="0" smtClean="0">
                <a:latin typeface="Courier New"/>
                <a:cs typeface="Courier New"/>
              </a:rPr>
              <a:t>)</a:t>
            </a:r>
            <a:r>
              <a:rPr sz="1800" b="1" spc="0" dirty="0" smtClean="0">
                <a:latin typeface="Courier New"/>
                <a:cs typeface="Courier New"/>
              </a:rPr>
              <a:t>: </a:t>
            </a:r>
            <a:r>
              <a:rPr sz="1800" b="1" spc="-15" dirty="0" smtClean="0">
                <a:latin typeface="Courier New"/>
                <a:cs typeface="Courier New"/>
              </a:rPr>
              <a:t>s</a:t>
            </a:r>
            <a:r>
              <a:rPr sz="1800" b="1" spc="0" dirty="0" smtClean="0">
                <a:latin typeface="Courier New"/>
                <a:cs typeface="Courier New"/>
              </a:rPr>
              <a:t>el</a:t>
            </a:r>
            <a:r>
              <a:rPr sz="1800" b="1" spc="-15" dirty="0" smtClean="0">
                <a:latin typeface="Courier New"/>
                <a:cs typeface="Courier New"/>
              </a:rPr>
              <a:t>f</a:t>
            </a:r>
            <a:r>
              <a:rPr sz="1800" b="1" spc="0" dirty="0" smtClean="0">
                <a:latin typeface="Courier New"/>
                <a:cs typeface="Courier New"/>
              </a:rPr>
              <a:t>.</a:t>
            </a:r>
            <a:r>
              <a:rPr sz="1800" b="1" spc="-15" dirty="0" smtClean="0">
                <a:latin typeface="Courier New"/>
                <a:cs typeface="Courier New"/>
              </a:rPr>
              <a:t>ad</a:t>
            </a:r>
            <a:r>
              <a:rPr sz="1800" b="1" spc="0" dirty="0" smtClean="0">
                <a:latin typeface="Courier New"/>
                <a:cs typeface="Courier New"/>
              </a:rPr>
              <a:t>j =</a:t>
            </a:r>
            <a:r>
              <a:rPr sz="1800" b="1" spc="-15" dirty="0" smtClean="0">
                <a:latin typeface="Courier New"/>
                <a:cs typeface="Courier New"/>
              </a:rPr>
              <a:t> {</a:t>
            </a:r>
            <a:r>
              <a:rPr sz="1800" b="1" spc="0" dirty="0" smtClean="0"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559435">
              <a:lnSpc>
                <a:spcPts val="2090"/>
              </a:lnSpc>
            </a:pPr>
            <a:r>
              <a:rPr sz="1800" b="1" spc="-15" dirty="0" smtClean="0">
                <a:latin typeface="Courier New"/>
                <a:cs typeface="Courier New"/>
              </a:rPr>
              <a:t>f</a:t>
            </a:r>
            <a:r>
              <a:rPr sz="1800" b="1" spc="0" dirty="0" smtClean="0">
                <a:latin typeface="Courier New"/>
                <a:cs typeface="Courier New"/>
              </a:rPr>
              <a:t>or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u</a:t>
            </a:r>
            <a:r>
              <a:rPr sz="1800" b="1" spc="-10" dirty="0" smtClean="0">
                <a:latin typeface="Courier New"/>
                <a:cs typeface="Courier New"/>
              </a:rPr>
              <a:t>,</a:t>
            </a:r>
            <a:r>
              <a:rPr sz="1800" b="1" spc="0" dirty="0" smtClean="0">
                <a:latin typeface="Courier New"/>
                <a:cs typeface="Courier New"/>
              </a:rPr>
              <a:t>v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in</a:t>
            </a:r>
            <a:r>
              <a:rPr sz="1800" b="1" spc="-15" dirty="0" smtClean="0">
                <a:latin typeface="Courier New"/>
                <a:cs typeface="Courier New"/>
              </a:rPr>
              <a:t> e</a:t>
            </a:r>
            <a:r>
              <a:rPr sz="1800" b="1" spc="0" dirty="0" smtClean="0">
                <a:latin typeface="Courier New"/>
                <a:cs typeface="Courier New"/>
              </a:rPr>
              <a:t>dg</a:t>
            </a:r>
            <a:r>
              <a:rPr sz="1800" b="1" spc="-15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s:</a:t>
            </a:r>
            <a:endParaRPr sz="1800">
              <a:latin typeface="Courier New"/>
              <a:cs typeface="Courier New"/>
            </a:endParaRPr>
          </a:p>
          <a:p>
            <a:pPr marL="1104900">
              <a:lnSpc>
                <a:spcPts val="2350"/>
              </a:lnSpc>
              <a:tabLst>
                <a:tab pos="6898005" algn="l"/>
              </a:tabLst>
            </a:pPr>
            <a:r>
              <a:rPr sz="1800" b="1" dirty="0" smtClean="0">
                <a:latin typeface="Courier New"/>
                <a:cs typeface="Courier New"/>
              </a:rPr>
              <a:t>if</a:t>
            </a:r>
            <a:r>
              <a:rPr sz="1800" b="1" spc="-2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u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n</a:t>
            </a:r>
            <a:r>
              <a:rPr sz="1800" b="1" spc="0" dirty="0" smtClean="0">
                <a:latin typeface="Courier New"/>
                <a:cs typeface="Courier New"/>
              </a:rPr>
              <a:t>ot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in</a:t>
            </a:r>
            <a:r>
              <a:rPr sz="1800" b="1" spc="-15" dirty="0" smtClean="0">
                <a:latin typeface="Courier New"/>
                <a:cs typeface="Courier New"/>
              </a:rPr>
              <a:t> se</a:t>
            </a:r>
            <a:r>
              <a:rPr sz="1800" b="1" spc="0" dirty="0" smtClean="0">
                <a:latin typeface="Courier New"/>
                <a:cs typeface="Courier New"/>
              </a:rPr>
              <a:t>lf</a:t>
            </a:r>
            <a:r>
              <a:rPr sz="1800" b="1" spc="-15" dirty="0" smtClean="0">
                <a:latin typeface="Courier New"/>
                <a:cs typeface="Courier New"/>
              </a:rPr>
              <a:t>.</a:t>
            </a:r>
            <a:r>
              <a:rPr sz="1800" b="1" spc="0" dirty="0" smtClean="0">
                <a:latin typeface="Courier New"/>
                <a:cs typeface="Courier New"/>
              </a:rPr>
              <a:t>a</a:t>
            </a:r>
            <a:r>
              <a:rPr sz="1800" b="1" spc="-15" dirty="0" smtClean="0">
                <a:latin typeface="Courier New"/>
                <a:cs typeface="Courier New"/>
              </a:rPr>
              <a:t>d</a:t>
            </a:r>
            <a:r>
              <a:rPr sz="1800" b="1" spc="5" dirty="0" smtClean="0">
                <a:latin typeface="Courier New"/>
                <a:cs typeface="Courier New"/>
              </a:rPr>
              <a:t>j</a:t>
            </a:r>
            <a:r>
              <a:rPr sz="1800" b="1" spc="0" dirty="0" smtClean="0">
                <a:latin typeface="Courier New"/>
                <a:cs typeface="Courier New"/>
              </a:rPr>
              <a:t>: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s</a:t>
            </a:r>
            <a:r>
              <a:rPr sz="1800" b="1" spc="-15" dirty="0" smtClean="0">
                <a:latin typeface="Courier New"/>
                <a:cs typeface="Courier New"/>
              </a:rPr>
              <a:t>el</a:t>
            </a:r>
            <a:r>
              <a:rPr sz="1800" b="1" spc="0" dirty="0" smtClean="0">
                <a:latin typeface="Courier New"/>
                <a:cs typeface="Courier New"/>
              </a:rPr>
              <a:t>f.</a:t>
            </a:r>
            <a:r>
              <a:rPr sz="1800" b="1" spc="-15" dirty="0" smtClean="0">
                <a:latin typeface="Courier New"/>
                <a:cs typeface="Courier New"/>
              </a:rPr>
              <a:t>a</a:t>
            </a:r>
            <a:r>
              <a:rPr sz="1800" b="1" spc="0" dirty="0" smtClean="0">
                <a:latin typeface="Courier New"/>
                <a:cs typeface="Courier New"/>
              </a:rPr>
              <a:t>d</a:t>
            </a:r>
            <a:r>
              <a:rPr sz="1800" b="1" spc="-15" dirty="0" smtClean="0">
                <a:latin typeface="Courier New"/>
                <a:cs typeface="Courier New"/>
              </a:rPr>
              <a:t>j</a:t>
            </a:r>
            <a:r>
              <a:rPr sz="1800" b="1" spc="0" dirty="0" smtClean="0">
                <a:latin typeface="Courier New"/>
                <a:cs typeface="Courier New"/>
              </a:rPr>
              <a:t>[u]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=</a:t>
            </a:r>
            <a:r>
              <a:rPr sz="1800" b="1" spc="-3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[</a:t>
            </a:r>
            <a:r>
              <a:rPr sz="1800" b="1" spc="-5" dirty="0" smtClean="0">
                <a:latin typeface="Courier New"/>
                <a:cs typeface="Courier New"/>
              </a:rPr>
              <a:t>v</a:t>
            </a:r>
            <a:r>
              <a:rPr sz="1800" b="1" spc="0" dirty="0" smtClean="0">
                <a:latin typeface="Courier New"/>
                <a:cs typeface="Courier New"/>
              </a:rPr>
              <a:t>]	</a:t>
            </a:r>
            <a:r>
              <a:rPr sz="2400" spc="0" dirty="0" smtClean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  <a:p>
            <a:pPr marL="1104900">
              <a:lnSpc>
                <a:spcPts val="2039"/>
              </a:lnSpc>
            </a:pPr>
            <a:r>
              <a:rPr sz="1800" b="1" dirty="0" smtClean="0">
                <a:latin typeface="Courier New"/>
                <a:cs typeface="Courier New"/>
              </a:rPr>
              <a:t>e</a:t>
            </a:r>
            <a:r>
              <a:rPr sz="1800" b="1" spc="-15" dirty="0" smtClean="0">
                <a:latin typeface="Courier New"/>
                <a:cs typeface="Courier New"/>
              </a:rPr>
              <a:t>ls</a:t>
            </a:r>
            <a:r>
              <a:rPr sz="1800" b="1" spc="0" dirty="0" smtClean="0">
                <a:latin typeface="Courier New"/>
                <a:cs typeface="Courier New"/>
              </a:rPr>
              <a:t>e:</a:t>
            </a:r>
            <a:r>
              <a:rPr sz="1800" b="1" spc="-2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s</a:t>
            </a:r>
            <a:r>
              <a:rPr sz="1800" b="1" spc="-15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lf</a:t>
            </a:r>
            <a:r>
              <a:rPr sz="1800" b="1" spc="-20" dirty="0" smtClean="0">
                <a:latin typeface="Courier New"/>
                <a:cs typeface="Courier New"/>
              </a:rPr>
              <a:t>.</a:t>
            </a:r>
            <a:r>
              <a:rPr sz="1800" b="1" spc="0" dirty="0" smtClean="0">
                <a:latin typeface="Courier New"/>
                <a:cs typeface="Courier New"/>
              </a:rPr>
              <a:t>a</a:t>
            </a:r>
            <a:r>
              <a:rPr sz="1800" b="1" spc="-15" dirty="0" smtClean="0">
                <a:latin typeface="Courier New"/>
                <a:cs typeface="Courier New"/>
              </a:rPr>
              <a:t>dj</a:t>
            </a:r>
            <a:r>
              <a:rPr sz="1800" b="1" spc="0" dirty="0" smtClean="0">
                <a:latin typeface="Courier New"/>
                <a:cs typeface="Courier New"/>
              </a:rPr>
              <a:t>[u</a:t>
            </a:r>
            <a:r>
              <a:rPr sz="1800" b="1" spc="-20" dirty="0" smtClean="0">
                <a:latin typeface="Courier New"/>
                <a:cs typeface="Courier New"/>
              </a:rPr>
              <a:t>]</a:t>
            </a:r>
            <a:r>
              <a:rPr sz="1800" b="1" spc="0" dirty="0" smtClean="0">
                <a:latin typeface="Courier New"/>
                <a:cs typeface="Courier New"/>
              </a:rPr>
              <a:t>.</a:t>
            </a:r>
            <a:r>
              <a:rPr sz="1800" b="1" spc="-15" dirty="0" smtClean="0">
                <a:latin typeface="Courier New"/>
                <a:cs typeface="Courier New"/>
              </a:rPr>
              <a:t>a</a:t>
            </a:r>
            <a:r>
              <a:rPr sz="1800" b="1" spc="0" dirty="0" smtClean="0">
                <a:latin typeface="Courier New"/>
                <a:cs typeface="Courier New"/>
              </a:rPr>
              <a:t>pp</a:t>
            </a:r>
            <a:r>
              <a:rPr sz="1800" b="1" spc="-20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n</a:t>
            </a:r>
            <a:r>
              <a:rPr sz="1800" b="1" spc="-15" dirty="0" smtClean="0">
                <a:latin typeface="Courier New"/>
                <a:cs typeface="Courier New"/>
              </a:rPr>
              <a:t>d(</a:t>
            </a:r>
            <a:r>
              <a:rPr sz="1800" b="1" spc="-5" dirty="0" smtClean="0">
                <a:latin typeface="Courier New"/>
                <a:cs typeface="Courier New"/>
              </a:rPr>
              <a:t>v</a:t>
            </a:r>
            <a:r>
              <a:rPr sz="1800" b="1" spc="0" dirty="0" smtClean="0"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6731" y="2713354"/>
            <a:ext cx="6341745" cy="11252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def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u="heavy" spc="0" dirty="0" smtClean="0">
                <a:latin typeface="Courier New"/>
                <a:cs typeface="Courier New"/>
              </a:rPr>
              <a:t>  </a:t>
            </a:r>
            <a:r>
              <a:rPr sz="1800" b="1" spc="0" dirty="0" smtClean="0">
                <a:latin typeface="Courier New"/>
                <a:cs typeface="Courier New"/>
              </a:rPr>
              <a:t>st</a:t>
            </a:r>
            <a:r>
              <a:rPr sz="1800" b="1" spc="-20" dirty="0" smtClean="0">
                <a:latin typeface="Courier New"/>
                <a:cs typeface="Courier New"/>
              </a:rPr>
              <a:t>r</a:t>
            </a:r>
            <a:r>
              <a:rPr sz="1800" b="1" u="heavy" spc="0" dirty="0" smtClean="0">
                <a:latin typeface="Courier New"/>
                <a:cs typeface="Courier New"/>
              </a:rPr>
              <a:t>  </a:t>
            </a:r>
            <a:r>
              <a:rPr sz="1800" b="1" spc="-15" dirty="0" smtClean="0">
                <a:latin typeface="Courier New"/>
                <a:cs typeface="Courier New"/>
              </a:rPr>
              <a:t>(</a:t>
            </a:r>
            <a:r>
              <a:rPr sz="1800" b="1" spc="0" dirty="0" smtClean="0">
                <a:latin typeface="Courier New"/>
                <a:cs typeface="Courier New"/>
              </a:rPr>
              <a:t>s</a:t>
            </a:r>
            <a:r>
              <a:rPr sz="1800" b="1" spc="-15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lf</a:t>
            </a:r>
            <a:r>
              <a:rPr sz="1800" b="1" spc="-15" dirty="0" smtClean="0">
                <a:latin typeface="Courier New"/>
                <a:cs typeface="Courier New"/>
              </a:rPr>
              <a:t>)</a:t>
            </a:r>
            <a:r>
              <a:rPr sz="1800" b="1" spc="0" dirty="0" smtClean="0">
                <a:latin typeface="Courier New"/>
                <a:cs typeface="Courier New"/>
              </a:rPr>
              <a:t>:</a:t>
            </a:r>
            <a:endParaRPr sz="1800">
              <a:latin typeface="Courier New"/>
              <a:cs typeface="Courier New"/>
            </a:endParaRPr>
          </a:p>
          <a:p>
            <a:pPr marL="315595">
              <a:lnSpc>
                <a:spcPct val="100000"/>
              </a:lnSpc>
            </a:pPr>
            <a:r>
              <a:rPr sz="1800" b="1" spc="-15" dirty="0" smtClean="0">
                <a:latin typeface="Courier New"/>
                <a:cs typeface="Courier New"/>
              </a:rPr>
              <a:t>r</a:t>
            </a:r>
            <a:r>
              <a:rPr sz="1800" b="1" spc="0" dirty="0" smtClean="0">
                <a:latin typeface="Courier New"/>
                <a:cs typeface="Courier New"/>
              </a:rPr>
              <a:t>et</a:t>
            </a:r>
            <a:r>
              <a:rPr sz="1800" b="1" spc="-15" dirty="0" smtClean="0">
                <a:latin typeface="Courier New"/>
                <a:cs typeface="Courier New"/>
              </a:rPr>
              <a:t>u</a:t>
            </a:r>
            <a:r>
              <a:rPr sz="1800" b="1" spc="0" dirty="0" smtClean="0">
                <a:latin typeface="Courier New"/>
                <a:cs typeface="Courier New"/>
              </a:rPr>
              <a:t>rn</a:t>
            </a:r>
            <a:r>
              <a:rPr sz="1800" b="1" spc="-3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'</a:t>
            </a:r>
            <a:r>
              <a:rPr sz="1800" b="1" spc="-5" dirty="0" smtClean="0">
                <a:latin typeface="Courier New"/>
                <a:cs typeface="Courier New"/>
              </a:rPr>
              <a:t>\</a:t>
            </a:r>
            <a:r>
              <a:rPr sz="1800" b="1" spc="-15" dirty="0" smtClean="0">
                <a:latin typeface="Courier New"/>
                <a:cs typeface="Courier New"/>
              </a:rPr>
              <a:t>n</a:t>
            </a:r>
            <a:r>
              <a:rPr sz="1800" b="1" spc="0" dirty="0" smtClean="0">
                <a:latin typeface="Courier New"/>
                <a:cs typeface="Courier New"/>
              </a:rPr>
              <a:t>'</a:t>
            </a:r>
            <a:r>
              <a:rPr sz="1800" b="1" spc="-15" dirty="0" smtClean="0">
                <a:latin typeface="Courier New"/>
                <a:cs typeface="Courier New"/>
              </a:rPr>
              <a:t>.</a:t>
            </a:r>
            <a:r>
              <a:rPr sz="1800" b="1" spc="0" dirty="0" smtClean="0">
                <a:latin typeface="Courier New"/>
                <a:cs typeface="Courier New"/>
              </a:rPr>
              <a:t>jo</a:t>
            </a:r>
            <a:r>
              <a:rPr sz="1800" b="1" spc="-15" dirty="0" smtClean="0">
                <a:latin typeface="Courier New"/>
                <a:cs typeface="Courier New"/>
              </a:rPr>
              <a:t>i</a:t>
            </a:r>
            <a:r>
              <a:rPr sz="1800" b="1" spc="0" dirty="0" smtClean="0">
                <a:latin typeface="Courier New"/>
                <a:cs typeface="Courier New"/>
              </a:rPr>
              <a:t>n</a:t>
            </a:r>
            <a:r>
              <a:rPr sz="1800" b="1" spc="-15" dirty="0" smtClean="0">
                <a:latin typeface="Courier New"/>
                <a:cs typeface="Courier New"/>
              </a:rPr>
              <a:t>([</a:t>
            </a:r>
            <a:r>
              <a:rPr sz="1800" b="1" spc="0" dirty="0" smtClean="0">
                <a:latin typeface="Courier New"/>
                <a:cs typeface="Courier New"/>
              </a:rPr>
              <a:t>'%s</a:t>
            </a:r>
            <a:r>
              <a:rPr sz="1800" b="1" spc="-10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-</a:t>
            </a:r>
            <a:r>
              <a:rPr sz="1800" b="1" spc="0" dirty="0" smtClean="0">
                <a:latin typeface="Courier New"/>
                <a:cs typeface="Courier New"/>
              </a:rPr>
              <a:t>&gt;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%</a:t>
            </a:r>
            <a:r>
              <a:rPr sz="1800" b="1" spc="0" dirty="0" smtClean="0">
                <a:latin typeface="Courier New"/>
                <a:cs typeface="Courier New"/>
              </a:rPr>
              <a:t>s</a:t>
            </a:r>
            <a:r>
              <a:rPr sz="1800" b="1" spc="-15" dirty="0" smtClean="0">
                <a:latin typeface="Courier New"/>
                <a:cs typeface="Courier New"/>
              </a:rPr>
              <a:t>'%</a:t>
            </a:r>
            <a:r>
              <a:rPr sz="1800" b="1" spc="0" dirty="0" smtClean="0">
                <a:latin typeface="Courier New"/>
                <a:cs typeface="Courier New"/>
              </a:rPr>
              <a:t>(u</a:t>
            </a:r>
            <a:r>
              <a:rPr sz="1800" b="1" spc="-15" dirty="0" smtClean="0">
                <a:latin typeface="Courier New"/>
                <a:cs typeface="Courier New"/>
              </a:rPr>
              <a:t>,</a:t>
            </a:r>
            <a:r>
              <a:rPr sz="1800" b="1" spc="0" dirty="0" smtClean="0">
                <a:latin typeface="Courier New"/>
                <a:cs typeface="Courier New"/>
              </a:rPr>
              <a:t>v)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\</a:t>
            </a:r>
            <a:endParaRPr sz="1800">
              <a:latin typeface="Courier New"/>
              <a:cs typeface="Courier New"/>
            </a:endParaRPr>
          </a:p>
          <a:p>
            <a:pPr marL="2771140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for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u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in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s</a:t>
            </a:r>
            <a:r>
              <a:rPr sz="1800" b="1" spc="-10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lf.a</a:t>
            </a:r>
            <a:r>
              <a:rPr sz="1800" b="1" spc="-15" dirty="0" smtClean="0">
                <a:latin typeface="Courier New"/>
                <a:cs typeface="Courier New"/>
              </a:rPr>
              <a:t>d</a:t>
            </a:r>
            <a:r>
              <a:rPr sz="1800" b="1" spc="0" dirty="0" smtClean="0">
                <a:latin typeface="Courier New"/>
                <a:cs typeface="Courier New"/>
              </a:rPr>
              <a:t>j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for</a:t>
            </a:r>
            <a:r>
              <a:rPr sz="1800" b="1" spc="-2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v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in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 smtClean="0">
                <a:latin typeface="Courier New"/>
                <a:cs typeface="Courier New"/>
              </a:rPr>
              <a:t>...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228459" y="3261995"/>
            <a:ext cx="1804670" cy="302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self</a:t>
            </a:r>
            <a:r>
              <a:rPr sz="1800" b="1" spc="-15" dirty="0" smtClean="0">
                <a:latin typeface="Courier New"/>
                <a:cs typeface="Courier New"/>
              </a:rPr>
              <a:t>.</a:t>
            </a:r>
            <a:r>
              <a:rPr sz="1800" b="1" spc="-10" dirty="0" smtClean="0">
                <a:latin typeface="Courier New"/>
                <a:cs typeface="Courier New"/>
              </a:rPr>
              <a:t>a</a:t>
            </a:r>
            <a:r>
              <a:rPr sz="1800" b="1" spc="0" dirty="0" smtClean="0">
                <a:latin typeface="Courier New"/>
                <a:cs typeface="Courier New"/>
              </a:rPr>
              <a:t>dj[u</a:t>
            </a:r>
            <a:r>
              <a:rPr sz="1800" b="1" spc="-15" dirty="0" smtClean="0">
                <a:latin typeface="Courier New"/>
                <a:cs typeface="Courier New"/>
              </a:rPr>
              <a:t>]</a:t>
            </a:r>
            <a:r>
              <a:rPr sz="1800" b="1" spc="0" dirty="0" smtClean="0">
                <a:latin typeface="Courier New"/>
                <a:cs typeface="Courier New"/>
              </a:rPr>
              <a:t>])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055864" y="525780"/>
            <a:ext cx="551687" cy="5303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007095" y="451104"/>
            <a:ext cx="649224" cy="7711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098535" y="568451"/>
            <a:ext cx="411480" cy="390144"/>
          </a:xfrm>
          <a:custGeom>
            <a:avLst/>
            <a:gdLst/>
            <a:ahLst/>
            <a:cxnLst/>
            <a:rect l="l" t="t" r="r" b="b"/>
            <a:pathLst>
              <a:path w="411480" h="390144">
                <a:moveTo>
                  <a:pt x="205740" y="0"/>
                </a:moveTo>
                <a:lnTo>
                  <a:pt x="156285" y="5671"/>
                </a:lnTo>
                <a:lnTo>
                  <a:pt x="111173" y="21781"/>
                </a:lnTo>
                <a:lnTo>
                  <a:pt x="71831" y="46970"/>
                </a:lnTo>
                <a:lnTo>
                  <a:pt x="39684" y="79881"/>
                </a:lnTo>
                <a:lnTo>
                  <a:pt x="16162" y="119157"/>
                </a:lnTo>
                <a:lnTo>
                  <a:pt x="2691" y="163439"/>
                </a:lnTo>
                <a:lnTo>
                  <a:pt x="0" y="195072"/>
                </a:lnTo>
                <a:lnTo>
                  <a:pt x="681" y="211065"/>
                </a:lnTo>
                <a:lnTo>
                  <a:pt x="10485" y="256714"/>
                </a:lnTo>
                <a:lnTo>
                  <a:pt x="30815" y="297810"/>
                </a:lnTo>
                <a:lnTo>
                  <a:pt x="60245" y="332994"/>
                </a:lnTo>
                <a:lnTo>
                  <a:pt x="97348" y="360908"/>
                </a:lnTo>
                <a:lnTo>
                  <a:pt x="140695" y="380195"/>
                </a:lnTo>
                <a:lnTo>
                  <a:pt x="188860" y="389497"/>
                </a:lnTo>
                <a:lnTo>
                  <a:pt x="205740" y="390144"/>
                </a:lnTo>
                <a:lnTo>
                  <a:pt x="222619" y="389497"/>
                </a:lnTo>
                <a:lnTo>
                  <a:pt x="270784" y="380195"/>
                </a:lnTo>
                <a:lnTo>
                  <a:pt x="314131" y="360908"/>
                </a:lnTo>
                <a:lnTo>
                  <a:pt x="351234" y="332994"/>
                </a:lnTo>
                <a:lnTo>
                  <a:pt x="380664" y="297810"/>
                </a:lnTo>
                <a:lnTo>
                  <a:pt x="400994" y="256714"/>
                </a:lnTo>
                <a:lnTo>
                  <a:pt x="410798" y="211065"/>
                </a:lnTo>
                <a:lnTo>
                  <a:pt x="411480" y="195072"/>
                </a:lnTo>
                <a:lnTo>
                  <a:pt x="410798" y="179078"/>
                </a:lnTo>
                <a:lnTo>
                  <a:pt x="400994" y="133429"/>
                </a:lnTo>
                <a:lnTo>
                  <a:pt x="380664" y="92333"/>
                </a:lnTo>
                <a:lnTo>
                  <a:pt x="351234" y="57150"/>
                </a:lnTo>
                <a:lnTo>
                  <a:pt x="314131" y="29235"/>
                </a:lnTo>
                <a:lnTo>
                  <a:pt x="270784" y="9948"/>
                </a:lnTo>
                <a:lnTo>
                  <a:pt x="222619" y="646"/>
                </a:lnTo>
                <a:lnTo>
                  <a:pt x="205740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8098535" y="568451"/>
            <a:ext cx="411480" cy="390144"/>
          </a:xfrm>
          <a:custGeom>
            <a:avLst/>
            <a:gdLst/>
            <a:ahLst/>
            <a:cxnLst/>
            <a:rect l="l" t="t" r="r" b="b"/>
            <a:pathLst>
              <a:path w="411480" h="390144">
                <a:moveTo>
                  <a:pt x="0" y="195072"/>
                </a:moveTo>
                <a:lnTo>
                  <a:pt x="5977" y="148206"/>
                </a:lnTo>
                <a:lnTo>
                  <a:pt x="22957" y="105442"/>
                </a:lnTo>
                <a:lnTo>
                  <a:pt x="49512" y="68137"/>
                </a:lnTo>
                <a:lnTo>
                  <a:pt x="84216" y="37648"/>
                </a:lnTo>
                <a:lnTo>
                  <a:pt x="125640" y="15335"/>
                </a:lnTo>
                <a:lnTo>
                  <a:pt x="172358" y="2554"/>
                </a:lnTo>
                <a:lnTo>
                  <a:pt x="205740" y="0"/>
                </a:lnTo>
                <a:lnTo>
                  <a:pt x="222619" y="646"/>
                </a:lnTo>
                <a:lnTo>
                  <a:pt x="270784" y="9948"/>
                </a:lnTo>
                <a:lnTo>
                  <a:pt x="314131" y="29235"/>
                </a:lnTo>
                <a:lnTo>
                  <a:pt x="351234" y="57150"/>
                </a:lnTo>
                <a:lnTo>
                  <a:pt x="380664" y="92333"/>
                </a:lnTo>
                <a:lnTo>
                  <a:pt x="400994" y="133429"/>
                </a:lnTo>
                <a:lnTo>
                  <a:pt x="410798" y="179078"/>
                </a:lnTo>
                <a:lnTo>
                  <a:pt x="411480" y="195072"/>
                </a:lnTo>
                <a:lnTo>
                  <a:pt x="410798" y="211065"/>
                </a:lnTo>
                <a:lnTo>
                  <a:pt x="400994" y="256714"/>
                </a:lnTo>
                <a:lnTo>
                  <a:pt x="380664" y="297810"/>
                </a:lnTo>
                <a:lnTo>
                  <a:pt x="351234" y="332994"/>
                </a:lnTo>
                <a:lnTo>
                  <a:pt x="314131" y="360908"/>
                </a:lnTo>
                <a:lnTo>
                  <a:pt x="270784" y="380195"/>
                </a:lnTo>
                <a:lnTo>
                  <a:pt x="222619" y="389497"/>
                </a:lnTo>
                <a:lnTo>
                  <a:pt x="205740" y="390144"/>
                </a:lnTo>
                <a:lnTo>
                  <a:pt x="188860" y="389497"/>
                </a:lnTo>
                <a:lnTo>
                  <a:pt x="140695" y="380195"/>
                </a:lnTo>
                <a:lnTo>
                  <a:pt x="97348" y="360908"/>
                </a:lnTo>
                <a:lnTo>
                  <a:pt x="60245" y="332994"/>
                </a:lnTo>
                <a:lnTo>
                  <a:pt x="30815" y="297810"/>
                </a:lnTo>
                <a:lnTo>
                  <a:pt x="10485" y="256714"/>
                </a:lnTo>
                <a:lnTo>
                  <a:pt x="681" y="211065"/>
                </a:lnTo>
                <a:lnTo>
                  <a:pt x="0" y="195072"/>
                </a:lnTo>
                <a:close/>
              </a:path>
            </a:pathLst>
          </a:custGeom>
          <a:ln w="9143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7389876" y="591312"/>
            <a:ext cx="918972" cy="3870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428992" y="704976"/>
            <a:ext cx="658876" cy="126619"/>
          </a:xfrm>
          <a:custGeom>
            <a:avLst/>
            <a:gdLst/>
            <a:ahLst/>
            <a:cxnLst/>
            <a:rect l="l" t="t" r="r" b="b"/>
            <a:pathLst>
              <a:path w="658876" h="126619">
                <a:moveTo>
                  <a:pt x="653274" y="55880"/>
                </a:moveTo>
                <a:lnTo>
                  <a:pt x="544449" y="55880"/>
                </a:lnTo>
                <a:lnTo>
                  <a:pt x="545591" y="68580"/>
                </a:lnTo>
                <a:lnTo>
                  <a:pt x="532862" y="69669"/>
                </a:lnTo>
                <a:lnTo>
                  <a:pt x="537717" y="126619"/>
                </a:lnTo>
                <a:lnTo>
                  <a:pt x="653274" y="55880"/>
                </a:lnTo>
                <a:close/>
              </a:path>
              <a:path w="658876" h="126619">
                <a:moveTo>
                  <a:pt x="531779" y="56964"/>
                </a:moveTo>
                <a:lnTo>
                  <a:pt x="0" y="102488"/>
                </a:lnTo>
                <a:lnTo>
                  <a:pt x="1015" y="115188"/>
                </a:lnTo>
                <a:lnTo>
                  <a:pt x="532862" y="69669"/>
                </a:lnTo>
                <a:lnTo>
                  <a:pt x="531779" y="56964"/>
                </a:lnTo>
                <a:close/>
              </a:path>
              <a:path w="658876" h="126619">
                <a:moveTo>
                  <a:pt x="544449" y="55880"/>
                </a:moveTo>
                <a:lnTo>
                  <a:pt x="531779" y="56964"/>
                </a:lnTo>
                <a:lnTo>
                  <a:pt x="532862" y="69669"/>
                </a:lnTo>
                <a:lnTo>
                  <a:pt x="545591" y="68580"/>
                </a:lnTo>
                <a:lnTo>
                  <a:pt x="544449" y="55880"/>
                </a:lnTo>
                <a:close/>
              </a:path>
              <a:path w="658876" h="126619">
                <a:moveTo>
                  <a:pt x="526923" y="0"/>
                </a:moveTo>
                <a:lnTo>
                  <a:pt x="531779" y="56964"/>
                </a:lnTo>
                <a:lnTo>
                  <a:pt x="544449" y="55880"/>
                </a:lnTo>
                <a:lnTo>
                  <a:pt x="653274" y="55880"/>
                </a:lnTo>
                <a:lnTo>
                  <a:pt x="658876" y="52450"/>
                </a:lnTo>
                <a:lnTo>
                  <a:pt x="5269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7327392" y="960119"/>
            <a:ext cx="1109472" cy="8458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7366507" y="999108"/>
            <a:ext cx="849376" cy="585851"/>
          </a:xfrm>
          <a:custGeom>
            <a:avLst/>
            <a:gdLst/>
            <a:ahLst/>
            <a:cxnLst/>
            <a:rect l="l" t="t" r="r" b="b"/>
            <a:pathLst>
              <a:path w="849376" h="585851">
                <a:moveTo>
                  <a:pt x="741116" y="519227"/>
                </a:moveTo>
                <a:lnTo>
                  <a:pt x="708787" y="566292"/>
                </a:lnTo>
                <a:lnTo>
                  <a:pt x="849376" y="585851"/>
                </a:lnTo>
                <a:lnTo>
                  <a:pt x="816497" y="526414"/>
                </a:lnTo>
                <a:lnTo>
                  <a:pt x="751586" y="526414"/>
                </a:lnTo>
                <a:lnTo>
                  <a:pt x="741116" y="519227"/>
                </a:lnTo>
                <a:close/>
              </a:path>
              <a:path w="849376" h="585851">
                <a:moveTo>
                  <a:pt x="748314" y="508747"/>
                </a:moveTo>
                <a:lnTo>
                  <a:pt x="741116" y="519227"/>
                </a:lnTo>
                <a:lnTo>
                  <a:pt x="751586" y="526414"/>
                </a:lnTo>
                <a:lnTo>
                  <a:pt x="758698" y="515874"/>
                </a:lnTo>
                <a:lnTo>
                  <a:pt x="748314" y="508747"/>
                </a:lnTo>
                <a:close/>
              </a:path>
              <a:path w="849376" h="585851">
                <a:moveTo>
                  <a:pt x="780669" y="461644"/>
                </a:moveTo>
                <a:lnTo>
                  <a:pt x="748314" y="508747"/>
                </a:lnTo>
                <a:lnTo>
                  <a:pt x="758698" y="515874"/>
                </a:lnTo>
                <a:lnTo>
                  <a:pt x="751586" y="526414"/>
                </a:lnTo>
                <a:lnTo>
                  <a:pt x="816497" y="526414"/>
                </a:lnTo>
                <a:lnTo>
                  <a:pt x="780669" y="461644"/>
                </a:lnTo>
                <a:close/>
              </a:path>
              <a:path w="849376" h="585851">
                <a:moveTo>
                  <a:pt x="7112" y="0"/>
                </a:moveTo>
                <a:lnTo>
                  <a:pt x="0" y="10413"/>
                </a:lnTo>
                <a:lnTo>
                  <a:pt x="741116" y="519227"/>
                </a:lnTo>
                <a:lnTo>
                  <a:pt x="748314" y="508747"/>
                </a:lnTo>
                <a:lnTo>
                  <a:pt x="71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392923" y="894588"/>
            <a:ext cx="909827" cy="11780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7559040" y="933577"/>
            <a:ext cx="651382" cy="918083"/>
          </a:xfrm>
          <a:custGeom>
            <a:avLst/>
            <a:gdLst/>
            <a:ahLst/>
            <a:cxnLst/>
            <a:rect l="l" t="t" r="r" b="b"/>
            <a:pathLst>
              <a:path w="651382" h="918083">
                <a:moveTo>
                  <a:pt x="21462" y="777748"/>
                </a:moveTo>
                <a:lnTo>
                  <a:pt x="0" y="918083"/>
                </a:lnTo>
                <a:lnTo>
                  <a:pt x="125094" y="851026"/>
                </a:lnTo>
                <a:lnTo>
                  <a:pt x="93125" y="828421"/>
                </a:lnTo>
                <a:lnTo>
                  <a:pt x="71119" y="828421"/>
                </a:lnTo>
                <a:lnTo>
                  <a:pt x="60832" y="821055"/>
                </a:lnTo>
                <a:lnTo>
                  <a:pt x="68121" y="810740"/>
                </a:lnTo>
                <a:lnTo>
                  <a:pt x="21462" y="777748"/>
                </a:lnTo>
                <a:close/>
              </a:path>
              <a:path w="651382" h="918083">
                <a:moveTo>
                  <a:pt x="68121" y="810740"/>
                </a:moveTo>
                <a:lnTo>
                  <a:pt x="60832" y="821055"/>
                </a:lnTo>
                <a:lnTo>
                  <a:pt x="71119" y="828421"/>
                </a:lnTo>
                <a:lnTo>
                  <a:pt x="78452" y="818045"/>
                </a:lnTo>
                <a:lnTo>
                  <a:pt x="68121" y="810740"/>
                </a:lnTo>
                <a:close/>
              </a:path>
              <a:path w="651382" h="918083">
                <a:moveTo>
                  <a:pt x="78452" y="818045"/>
                </a:moveTo>
                <a:lnTo>
                  <a:pt x="71119" y="828421"/>
                </a:lnTo>
                <a:lnTo>
                  <a:pt x="93125" y="828421"/>
                </a:lnTo>
                <a:lnTo>
                  <a:pt x="78452" y="818045"/>
                </a:lnTo>
                <a:close/>
              </a:path>
              <a:path w="651382" h="918083">
                <a:moveTo>
                  <a:pt x="640968" y="0"/>
                </a:moveTo>
                <a:lnTo>
                  <a:pt x="68121" y="810740"/>
                </a:lnTo>
                <a:lnTo>
                  <a:pt x="78452" y="818045"/>
                </a:lnTo>
                <a:lnTo>
                  <a:pt x="651382" y="7365"/>
                </a:lnTo>
                <a:lnTo>
                  <a:pt x="64096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532891" y="4054729"/>
            <a:ext cx="7442200" cy="206883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solidFill>
                  <a:srgbClr val="C0C0C0"/>
                </a:solidFill>
                <a:latin typeface="Courier New"/>
                <a:cs typeface="Courier New"/>
              </a:rPr>
              <a:t>&gt;&gt;&gt; </a:t>
            </a:r>
            <a:r>
              <a:rPr sz="1800" b="1" spc="-10" dirty="0" smtClean="0">
                <a:latin typeface="Courier New"/>
                <a:cs typeface="Courier New"/>
              </a:rPr>
              <a:t>d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=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D</a:t>
            </a:r>
            <a:r>
              <a:rPr sz="1800" b="1" spc="0" dirty="0" smtClean="0">
                <a:latin typeface="Courier New"/>
                <a:cs typeface="Courier New"/>
              </a:rPr>
              <a:t>i</a:t>
            </a:r>
            <a:r>
              <a:rPr sz="1800" b="1" spc="-15" dirty="0" smtClean="0">
                <a:latin typeface="Courier New"/>
                <a:cs typeface="Courier New"/>
              </a:rPr>
              <a:t>G</a:t>
            </a:r>
            <a:r>
              <a:rPr sz="1800" b="1" spc="0" dirty="0" smtClean="0">
                <a:latin typeface="Courier New"/>
                <a:cs typeface="Courier New"/>
              </a:rPr>
              <a:t>ra</a:t>
            </a:r>
            <a:r>
              <a:rPr sz="1800" b="1" spc="-15" dirty="0" smtClean="0">
                <a:latin typeface="Courier New"/>
                <a:cs typeface="Courier New"/>
              </a:rPr>
              <a:t>p</a:t>
            </a:r>
            <a:r>
              <a:rPr sz="1800" b="1" spc="0" dirty="0" smtClean="0">
                <a:latin typeface="Courier New"/>
                <a:cs typeface="Courier New"/>
              </a:rPr>
              <a:t>h</a:t>
            </a:r>
            <a:r>
              <a:rPr sz="1800" b="1" spc="-15" dirty="0" smtClean="0">
                <a:latin typeface="Courier New"/>
                <a:cs typeface="Courier New"/>
              </a:rPr>
              <a:t>(</a:t>
            </a:r>
            <a:r>
              <a:rPr sz="1800" b="1" spc="0" dirty="0" smtClean="0">
                <a:latin typeface="Courier New"/>
                <a:cs typeface="Courier New"/>
              </a:rPr>
              <a:t>[(</a:t>
            </a:r>
            <a:r>
              <a:rPr sz="1800" b="1" spc="-15" dirty="0" smtClean="0">
                <a:latin typeface="Courier New"/>
                <a:cs typeface="Courier New"/>
              </a:rPr>
              <a:t>1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5" dirty="0" smtClean="0">
                <a:latin typeface="Courier New"/>
                <a:cs typeface="Courier New"/>
              </a:rPr>
              <a:t>2)</a:t>
            </a:r>
            <a:r>
              <a:rPr sz="1800" b="1" spc="0" dirty="0" smtClean="0">
                <a:latin typeface="Courier New"/>
                <a:cs typeface="Courier New"/>
              </a:rPr>
              <a:t>,(</a:t>
            </a:r>
            <a:r>
              <a:rPr sz="1800" b="1" spc="-15" dirty="0" smtClean="0">
                <a:latin typeface="Courier New"/>
                <a:cs typeface="Courier New"/>
              </a:rPr>
              <a:t>1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5" dirty="0" smtClean="0">
                <a:latin typeface="Courier New"/>
                <a:cs typeface="Courier New"/>
              </a:rPr>
              <a:t>3</a:t>
            </a:r>
            <a:r>
              <a:rPr sz="1800" b="1" spc="0" dirty="0" smtClean="0">
                <a:latin typeface="Courier New"/>
                <a:cs typeface="Courier New"/>
              </a:rPr>
              <a:t>),</a:t>
            </a:r>
            <a:r>
              <a:rPr sz="1800" b="1" spc="-15" dirty="0" smtClean="0">
                <a:latin typeface="Courier New"/>
                <a:cs typeface="Courier New"/>
              </a:rPr>
              <a:t>(</a:t>
            </a:r>
            <a:r>
              <a:rPr sz="1800" b="1" spc="0" dirty="0" smtClean="0">
                <a:latin typeface="Courier New"/>
                <a:cs typeface="Courier New"/>
              </a:rPr>
              <a:t>2</a:t>
            </a:r>
            <a:r>
              <a:rPr sz="1800" b="1" spc="-15" dirty="0" smtClean="0">
                <a:latin typeface="Courier New"/>
                <a:cs typeface="Courier New"/>
              </a:rPr>
              <a:t>,4</a:t>
            </a:r>
            <a:r>
              <a:rPr sz="1800" b="1" spc="0" dirty="0" smtClean="0">
                <a:latin typeface="Courier New"/>
                <a:cs typeface="Courier New"/>
              </a:rPr>
              <a:t>),</a:t>
            </a:r>
            <a:r>
              <a:rPr sz="1800" b="1" spc="-15" dirty="0" smtClean="0">
                <a:latin typeface="Courier New"/>
                <a:cs typeface="Courier New"/>
              </a:rPr>
              <a:t>(</a:t>
            </a:r>
            <a:r>
              <a:rPr sz="1800" b="1" spc="0" dirty="0" smtClean="0">
                <a:latin typeface="Courier New"/>
                <a:cs typeface="Courier New"/>
              </a:rPr>
              <a:t>4</a:t>
            </a:r>
            <a:r>
              <a:rPr sz="1800" b="1" spc="-15" dirty="0" smtClean="0">
                <a:latin typeface="Courier New"/>
                <a:cs typeface="Courier New"/>
              </a:rPr>
              <a:t>,</a:t>
            </a:r>
            <a:r>
              <a:rPr sz="1800" b="1" spc="0" dirty="0" smtClean="0">
                <a:latin typeface="Courier New"/>
                <a:cs typeface="Courier New"/>
              </a:rPr>
              <a:t>3)</a:t>
            </a:r>
            <a:r>
              <a:rPr sz="1800" b="1" spc="-15" dirty="0" smtClean="0">
                <a:latin typeface="Courier New"/>
                <a:cs typeface="Courier New"/>
              </a:rPr>
              <a:t>,</a:t>
            </a:r>
            <a:r>
              <a:rPr sz="1800" b="1" spc="0" dirty="0" smtClean="0">
                <a:latin typeface="Courier New"/>
                <a:cs typeface="Courier New"/>
              </a:rPr>
              <a:t>(</a:t>
            </a:r>
            <a:r>
              <a:rPr sz="1800" b="1" spc="-15" dirty="0" smtClean="0">
                <a:latin typeface="Courier New"/>
                <a:cs typeface="Courier New"/>
              </a:rPr>
              <a:t>4,</a:t>
            </a:r>
            <a:r>
              <a:rPr sz="1800" b="1" spc="0" dirty="0" smtClean="0">
                <a:latin typeface="Courier New"/>
                <a:cs typeface="Courier New"/>
              </a:rPr>
              <a:t>1)</a:t>
            </a:r>
            <a:r>
              <a:rPr sz="1800" b="1" spc="-15" dirty="0" smtClean="0">
                <a:latin typeface="Courier New"/>
                <a:cs typeface="Courier New"/>
              </a:rPr>
              <a:t>]</a:t>
            </a:r>
            <a:r>
              <a:rPr sz="1800" b="1" spc="0" dirty="0" smtClean="0"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b="1" dirty="0" smtClean="0">
                <a:solidFill>
                  <a:srgbClr val="C0C0C0"/>
                </a:solidFill>
                <a:latin typeface="Courier New"/>
                <a:cs typeface="Courier New"/>
              </a:rPr>
              <a:t>&gt;&gt;&gt;</a:t>
            </a:r>
            <a:r>
              <a:rPr sz="1800" b="1" spc="-15" dirty="0" smtClean="0">
                <a:solidFill>
                  <a:srgbClr val="C0C0C0"/>
                </a:solidFill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[</a:t>
            </a:r>
            <a:r>
              <a:rPr sz="1800" b="1" spc="0" dirty="0" smtClean="0">
                <a:latin typeface="Courier New"/>
                <a:cs typeface="Courier New"/>
              </a:rPr>
              <a:t>v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f</a:t>
            </a:r>
            <a:r>
              <a:rPr sz="1800" b="1" spc="0" dirty="0" smtClean="0">
                <a:latin typeface="Courier New"/>
                <a:cs typeface="Courier New"/>
              </a:rPr>
              <a:t>or</a:t>
            </a:r>
            <a:r>
              <a:rPr sz="1800" b="1" spc="-2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v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i</a:t>
            </a:r>
            <a:r>
              <a:rPr sz="1800" b="1" spc="0" dirty="0" smtClean="0">
                <a:latin typeface="Courier New"/>
                <a:cs typeface="Courier New"/>
              </a:rPr>
              <a:t>n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d.</a:t>
            </a:r>
            <a:r>
              <a:rPr sz="1800" b="1" spc="-15" dirty="0" smtClean="0">
                <a:latin typeface="Courier New"/>
                <a:cs typeface="Courier New"/>
              </a:rPr>
              <a:t>s</a:t>
            </a:r>
            <a:r>
              <a:rPr sz="1800" b="1" spc="0" dirty="0" smtClean="0">
                <a:latin typeface="Courier New"/>
                <a:cs typeface="Courier New"/>
              </a:rPr>
              <a:t>e</a:t>
            </a:r>
            <a:r>
              <a:rPr sz="1800" b="1" spc="-15" dirty="0" smtClean="0">
                <a:latin typeface="Courier New"/>
                <a:cs typeface="Courier New"/>
              </a:rPr>
              <a:t>ar</a:t>
            </a:r>
            <a:r>
              <a:rPr sz="1800" b="1" spc="0" dirty="0" smtClean="0">
                <a:latin typeface="Courier New"/>
                <a:cs typeface="Courier New"/>
              </a:rPr>
              <a:t>ch</a:t>
            </a:r>
            <a:r>
              <a:rPr sz="1800" b="1" spc="-15" dirty="0" smtClean="0">
                <a:latin typeface="Courier New"/>
                <a:cs typeface="Courier New"/>
              </a:rPr>
              <a:t>(</a:t>
            </a:r>
            <a:r>
              <a:rPr sz="1800" b="1" spc="0" dirty="0" smtClean="0">
                <a:latin typeface="Courier New"/>
                <a:cs typeface="Courier New"/>
              </a:rPr>
              <a:t>1</a:t>
            </a:r>
            <a:r>
              <a:rPr sz="1800" b="1" spc="-15" dirty="0" smtClean="0">
                <a:latin typeface="Courier New"/>
                <a:cs typeface="Courier New"/>
              </a:rPr>
              <a:t>)</a:t>
            </a:r>
            <a:r>
              <a:rPr sz="1800" b="1" spc="0" dirty="0" smtClean="0">
                <a:latin typeface="Courier New"/>
                <a:cs typeface="Courier New"/>
              </a:rPr>
              <a:t>]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{1:</a:t>
            </a:r>
            <a:r>
              <a:rPr sz="1800" b="1" spc="-15" dirty="0" smtClean="0">
                <a:latin typeface="Courier New"/>
                <a:cs typeface="Courier New"/>
              </a:rPr>
              <a:t> [</a:t>
            </a:r>
            <a:r>
              <a:rPr sz="1800" b="1" spc="0" dirty="0" smtClean="0">
                <a:latin typeface="Courier New"/>
                <a:cs typeface="Courier New"/>
              </a:rPr>
              <a:t>2,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3</a:t>
            </a:r>
            <a:r>
              <a:rPr sz="1800" b="1" spc="-15" dirty="0" smtClean="0">
                <a:latin typeface="Courier New"/>
                <a:cs typeface="Courier New"/>
              </a:rPr>
              <a:t>]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2:</a:t>
            </a:r>
            <a:r>
              <a:rPr sz="1800" b="1" spc="-15" dirty="0" smtClean="0">
                <a:latin typeface="Courier New"/>
                <a:cs typeface="Courier New"/>
              </a:rPr>
              <a:t> [</a:t>
            </a:r>
            <a:r>
              <a:rPr sz="1800" b="1" spc="0" dirty="0" smtClean="0">
                <a:latin typeface="Courier New"/>
                <a:cs typeface="Courier New"/>
              </a:rPr>
              <a:t>4],</a:t>
            </a:r>
            <a:r>
              <a:rPr sz="1800" b="1" spc="-15" dirty="0" smtClean="0">
                <a:latin typeface="Courier New"/>
                <a:cs typeface="Courier New"/>
              </a:rPr>
              <a:t> 4</a:t>
            </a:r>
            <a:r>
              <a:rPr sz="1800" b="1" spc="0" dirty="0" smtClean="0">
                <a:latin typeface="Courier New"/>
                <a:cs typeface="Courier New"/>
              </a:rPr>
              <a:t>: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[</a:t>
            </a:r>
            <a:r>
              <a:rPr sz="1800" b="1" spc="-15" dirty="0" smtClean="0">
                <a:latin typeface="Courier New"/>
                <a:cs typeface="Courier New"/>
              </a:rPr>
              <a:t>3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1]}</a:t>
            </a:r>
            <a:endParaRPr sz="1800">
              <a:latin typeface="Courier New"/>
              <a:cs typeface="Courier New"/>
            </a:endParaRPr>
          </a:p>
          <a:p>
            <a:pPr>
              <a:lnSpc>
                <a:spcPts val="850"/>
              </a:lnSpc>
              <a:spcBef>
                <a:spcPts val="12"/>
              </a:spcBef>
            </a:pPr>
            <a:endParaRPr sz="850"/>
          </a:p>
          <a:p>
            <a:pPr marL="473075" marR="12700">
              <a:lnSpc>
                <a:spcPct val="102499"/>
              </a:lnSpc>
            </a:pPr>
            <a:r>
              <a:rPr sz="2400" dirty="0" smtClean="0">
                <a:latin typeface="Times New Roman"/>
                <a:cs typeface="Times New Roman"/>
              </a:rPr>
              <a:t>The</a:t>
            </a:r>
            <a:r>
              <a:rPr sz="2400" spc="-15" dirty="0" smtClean="0"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Times New Roman"/>
                <a:cs typeface="Times New Roman"/>
              </a:rPr>
              <a:t>cons</a:t>
            </a:r>
            <a:r>
              <a:rPr sz="2400" spc="5" dirty="0" smtClean="0">
                <a:latin typeface="Times New Roman"/>
                <a:cs typeface="Times New Roman"/>
              </a:rPr>
              <a:t>t</a:t>
            </a:r>
            <a:r>
              <a:rPr sz="2400" spc="0" dirty="0" smtClean="0">
                <a:latin typeface="Times New Roman"/>
                <a:cs typeface="Times New Roman"/>
              </a:rPr>
              <a:t>ructor</a:t>
            </a:r>
            <a:r>
              <a:rPr sz="2400" spc="-30" dirty="0" smtClean="0"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Times New Roman"/>
                <a:cs typeface="Times New Roman"/>
              </a:rPr>
              <a:t>bui</a:t>
            </a:r>
            <a:r>
              <a:rPr sz="2400" spc="5" dirty="0" smtClean="0">
                <a:latin typeface="Times New Roman"/>
                <a:cs typeface="Times New Roman"/>
              </a:rPr>
              <a:t>l</a:t>
            </a:r>
            <a:r>
              <a:rPr sz="2400" spc="0" dirty="0" smtClean="0">
                <a:latin typeface="Times New Roman"/>
                <a:cs typeface="Times New Roman"/>
              </a:rPr>
              <a:t>ds</a:t>
            </a:r>
            <a:r>
              <a:rPr sz="2400" spc="-10" dirty="0" smtClean="0"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Times New Roman"/>
                <a:cs typeface="Times New Roman"/>
              </a:rPr>
              <a:t>a</a:t>
            </a:r>
            <a:r>
              <a:rPr sz="2400" spc="-10" dirty="0" smtClean="0"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Times New Roman"/>
                <a:cs typeface="Times New Roman"/>
              </a:rPr>
              <a:t>dic</a:t>
            </a:r>
            <a:r>
              <a:rPr sz="2400" spc="5" dirty="0" smtClean="0">
                <a:latin typeface="Times New Roman"/>
                <a:cs typeface="Times New Roman"/>
              </a:rPr>
              <a:t>t</a:t>
            </a:r>
            <a:r>
              <a:rPr sz="2400" spc="0" dirty="0" smtClean="0">
                <a:latin typeface="Times New Roman"/>
                <a:cs typeface="Times New Roman"/>
              </a:rPr>
              <a:t>iona</a:t>
            </a:r>
            <a:r>
              <a:rPr sz="2400" spc="5" dirty="0" smtClean="0">
                <a:latin typeface="Times New Roman"/>
                <a:cs typeface="Times New Roman"/>
              </a:rPr>
              <a:t>r</a:t>
            </a:r>
            <a:r>
              <a:rPr sz="2400" spc="0" dirty="0" smtClean="0">
                <a:latin typeface="Times New Roman"/>
                <a:cs typeface="Times New Roman"/>
              </a:rPr>
              <a:t>y</a:t>
            </a:r>
            <a:r>
              <a:rPr sz="2400" spc="-40" dirty="0" smtClean="0">
                <a:latin typeface="Times New Roman"/>
                <a:cs typeface="Times New Roman"/>
              </a:rPr>
              <a:t> </a:t>
            </a:r>
            <a:r>
              <a:rPr sz="2400" spc="20" dirty="0" smtClean="0">
                <a:latin typeface="Times New Roman"/>
                <a:cs typeface="Times New Roman"/>
              </a:rPr>
              <a:t>(</a:t>
            </a:r>
            <a:r>
              <a:rPr sz="2400" spc="0" dirty="0" smtClean="0">
                <a:latin typeface="Courier New"/>
                <a:cs typeface="Courier New"/>
              </a:rPr>
              <a:t>self.adj</a:t>
            </a:r>
            <a:r>
              <a:rPr sz="2400" spc="0" dirty="0" smtClean="0">
                <a:latin typeface="Times New Roman"/>
                <a:cs typeface="Times New Roman"/>
              </a:rPr>
              <a:t>) </a:t>
            </a:r>
            <a:r>
              <a:rPr sz="2400" spc="-20" dirty="0" smtClean="0">
                <a:latin typeface="Times New Roman"/>
                <a:cs typeface="Times New Roman"/>
              </a:rPr>
              <a:t>m</a:t>
            </a:r>
            <a:r>
              <a:rPr sz="2400" spc="0" dirty="0" smtClean="0">
                <a:latin typeface="Times New Roman"/>
                <a:cs typeface="Times New Roman"/>
              </a:rPr>
              <a:t>apping </a:t>
            </a:r>
            <a:r>
              <a:rPr sz="2400" spc="5" dirty="0" smtClean="0">
                <a:latin typeface="Times New Roman"/>
                <a:cs typeface="Times New Roman"/>
              </a:rPr>
              <a:t>e</a:t>
            </a:r>
            <a:r>
              <a:rPr sz="2400" spc="0" dirty="0" smtClean="0">
                <a:latin typeface="Times New Roman"/>
                <a:cs typeface="Times New Roman"/>
              </a:rPr>
              <a:t>ach</a:t>
            </a:r>
            <a:r>
              <a:rPr sz="2400" spc="-10" dirty="0" smtClean="0"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Times New Roman"/>
                <a:cs typeface="Times New Roman"/>
              </a:rPr>
              <a:t>node</a:t>
            </a:r>
            <a:r>
              <a:rPr sz="2400" spc="-10" dirty="0" smtClean="0"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Times New Roman"/>
                <a:cs typeface="Times New Roman"/>
              </a:rPr>
              <a:t>na</a:t>
            </a:r>
            <a:r>
              <a:rPr sz="2400" spc="-20" dirty="0" smtClean="0">
                <a:latin typeface="Times New Roman"/>
                <a:cs typeface="Times New Roman"/>
              </a:rPr>
              <a:t>m</a:t>
            </a:r>
            <a:r>
              <a:rPr sz="2400" spc="0" dirty="0" smtClean="0">
                <a:latin typeface="Times New Roman"/>
                <a:cs typeface="Times New Roman"/>
              </a:rPr>
              <a:t>e to a</a:t>
            </a:r>
            <a:r>
              <a:rPr sz="2400" spc="-5" dirty="0" smtClean="0"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Times New Roman"/>
                <a:cs typeface="Times New Roman"/>
              </a:rPr>
              <a:t>l</a:t>
            </a:r>
            <a:r>
              <a:rPr sz="2400" spc="5" dirty="0" smtClean="0">
                <a:latin typeface="Times New Roman"/>
                <a:cs typeface="Times New Roman"/>
              </a:rPr>
              <a:t>i</a:t>
            </a:r>
            <a:r>
              <a:rPr sz="2400" spc="0" dirty="0" smtClean="0">
                <a:latin typeface="Times New Roman"/>
                <a:cs typeface="Times New Roman"/>
              </a:rPr>
              <a:t>st</a:t>
            </a:r>
            <a:r>
              <a:rPr sz="2400" spc="-20" dirty="0" smtClean="0"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Times New Roman"/>
                <a:cs typeface="Times New Roman"/>
              </a:rPr>
              <a:t>of node</a:t>
            </a:r>
            <a:r>
              <a:rPr sz="2400" spc="-10" dirty="0" smtClean="0"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Times New Roman"/>
                <a:cs typeface="Times New Roman"/>
              </a:rPr>
              <a:t>na</a:t>
            </a:r>
            <a:r>
              <a:rPr sz="2400" spc="-20" dirty="0" smtClean="0">
                <a:latin typeface="Times New Roman"/>
                <a:cs typeface="Times New Roman"/>
              </a:rPr>
              <a:t>m</a:t>
            </a:r>
            <a:r>
              <a:rPr sz="2400" spc="0" dirty="0" smtClean="0">
                <a:latin typeface="Times New Roman"/>
                <a:cs typeface="Times New Roman"/>
              </a:rPr>
              <a:t>es</a:t>
            </a:r>
            <a:r>
              <a:rPr sz="2400" spc="10" dirty="0" smtClean="0"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Times New Roman"/>
                <a:cs typeface="Times New Roman"/>
              </a:rPr>
              <a:t>that</a:t>
            </a:r>
            <a:r>
              <a:rPr sz="2400" spc="-15" dirty="0" smtClean="0"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Times New Roman"/>
                <a:cs typeface="Times New Roman"/>
              </a:rPr>
              <a:t>can be reach</a:t>
            </a:r>
            <a:r>
              <a:rPr sz="2400" spc="5" dirty="0" smtClean="0">
                <a:latin typeface="Times New Roman"/>
                <a:cs typeface="Times New Roman"/>
              </a:rPr>
              <a:t>e</a:t>
            </a:r>
            <a:r>
              <a:rPr sz="2400" spc="0" dirty="0" smtClean="0">
                <a:latin typeface="Times New Roman"/>
                <a:cs typeface="Times New Roman"/>
              </a:rPr>
              <a:t>d</a:t>
            </a:r>
            <a:r>
              <a:rPr sz="2400" spc="-40" dirty="0" smtClean="0"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Times New Roman"/>
                <a:cs typeface="Times New Roman"/>
              </a:rPr>
              <a:t>by f</a:t>
            </a:r>
            <a:r>
              <a:rPr sz="2400" spc="-10" dirty="0" smtClean="0">
                <a:latin typeface="Times New Roman"/>
                <a:cs typeface="Times New Roman"/>
              </a:rPr>
              <a:t>o</a:t>
            </a:r>
            <a:r>
              <a:rPr sz="2400" spc="0" dirty="0" smtClean="0">
                <a:latin typeface="Times New Roman"/>
                <a:cs typeface="Times New Roman"/>
              </a:rPr>
              <a:t>l</a:t>
            </a:r>
            <a:r>
              <a:rPr sz="2400" spc="5" dirty="0" smtClean="0">
                <a:latin typeface="Times New Roman"/>
                <a:cs typeface="Times New Roman"/>
              </a:rPr>
              <a:t>l</a:t>
            </a:r>
            <a:r>
              <a:rPr sz="2400" spc="0" dirty="0" smtClean="0">
                <a:latin typeface="Times New Roman"/>
                <a:cs typeface="Times New Roman"/>
              </a:rPr>
              <a:t>owing</a:t>
            </a:r>
            <a:r>
              <a:rPr sz="2400" spc="-15" dirty="0" smtClean="0"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Times New Roman"/>
                <a:cs typeface="Times New Roman"/>
              </a:rPr>
              <a:t>one edge (an</a:t>
            </a:r>
            <a:r>
              <a:rPr sz="2400" spc="-10" dirty="0" smtClean="0"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Times New Roman"/>
                <a:cs typeface="Times New Roman"/>
              </a:rPr>
              <a:t>“ad</a:t>
            </a:r>
            <a:r>
              <a:rPr sz="2400" spc="5" dirty="0" smtClean="0">
                <a:latin typeface="Times New Roman"/>
                <a:cs typeface="Times New Roman"/>
              </a:rPr>
              <a:t>j</a:t>
            </a:r>
            <a:r>
              <a:rPr sz="2400" spc="0" dirty="0" smtClean="0">
                <a:latin typeface="Times New Roman"/>
                <a:cs typeface="Times New Roman"/>
              </a:rPr>
              <a:t>acen</a:t>
            </a:r>
            <a:r>
              <a:rPr sz="2400" spc="5" dirty="0" smtClean="0">
                <a:latin typeface="Times New Roman"/>
                <a:cs typeface="Times New Roman"/>
              </a:rPr>
              <a:t>c</a:t>
            </a:r>
            <a:r>
              <a:rPr sz="2400" spc="0" dirty="0" smtClean="0">
                <a:latin typeface="Times New Roman"/>
                <a:cs typeface="Times New Roman"/>
              </a:rPr>
              <a:t>y</a:t>
            </a:r>
            <a:r>
              <a:rPr sz="2400" spc="-40" dirty="0" smtClean="0">
                <a:latin typeface="Times New Roman"/>
                <a:cs typeface="Times New Roman"/>
              </a:rPr>
              <a:t> </a:t>
            </a:r>
            <a:r>
              <a:rPr sz="2400" spc="0" dirty="0" smtClean="0">
                <a:latin typeface="Times New Roman"/>
                <a:cs typeface="Times New Roman"/>
              </a:rPr>
              <a:t>l</a:t>
            </a:r>
            <a:r>
              <a:rPr sz="2400" spc="5" dirty="0" smtClean="0">
                <a:latin typeface="Times New Roman"/>
                <a:cs typeface="Times New Roman"/>
              </a:rPr>
              <a:t>i</a:t>
            </a:r>
            <a:r>
              <a:rPr sz="2400" spc="0" dirty="0" smtClean="0">
                <a:latin typeface="Times New Roman"/>
                <a:cs typeface="Times New Roman"/>
              </a:rPr>
              <a:t>st</a:t>
            </a:r>
            <a:r>
              <a:rPr sz="2400" spc="5" dirty="0" smtClean="0">
                <a:latin typeface="Times New Roman"/>
                <a:cs typeface="Times New Roman"/>
              </a:rPr>
              <a:t>”</a:t>
            </a:r>
            <a:r>
              <a:rPr sz="2400" spc="0" dirty="0" smtClean="0"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148321" y="670814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400" dirty="0" smtClean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312022" y="1508505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400" dirty="0" smtClean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217789" y="570229"/>
            <a:ext cx="178435" cy="3771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400" dirty="0" smtClean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645907" y="1597152"/>
            <a:ext cx="780288" cy="4770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684643" y="1752600"/>
            <a:ext cx="520573" cy="228346"/>
          </a:xfrm>
          <a:custGeom>
            <a:avLst/>
            <a:gdLst/>
            <a:ahLst/>
            <a:cxnLst/>
            <a:rect l="l" t="t" r="r" b="b"/>
            <a:pathLst>
              <a:path w="520573" h="228346">
                <a:moveTo>
                  <a:pt x="400608" y="52816"/>
                </a:moveTo>
                <a:lnTo>
                  <a:pt x="0" y="216662"/>
                </a:lnTo>
                <a:lnTo>
                  <a:pt x="4825" y="228346"/>
                </a:lnTo>
                <a:lnTo>
                  <a:pt x="405444" y="64619"/>
                </a:lnTo>
                <a:lnTo>
                  <a:pt x="400608" y="52816"/>
                </a:lnTo>
                <a:close/>
              </a:path>
              <a:path w="520573" h="228346">
                <a:moveTo>
                  <a:pt x="487896" y="48005"/>
                </a:moveTo>
                <a:lnTo>
                  <a:pt x="412368" y="48005"/>
                </a:lnTo>
                <a:lnTo>
                  <a:pt x="417195" y="59816"/>
                </a:lnTo>
                <a:lnTo>
                  <a:pt x="405444" y="64619"/>
                </a:lnTo>
                <a:lnTo>
                  <a:pt x="427100" y="117475"/>
                </a:lnTo>
                <a:lnTo>
                  <a:pt x="487896" y="48005"/>
                </a:lnTo>
                <a:close/>
              </a:path>
              <a:path w="520573" h="228346">
                <a:moveTo>
                  <a:pt x="412368" y="48005"/>
                </a:moveTo>
                <a:lnTo>
                  <a:pt x="400608" y="52816"/>
                </a:lnTo>
                <a:lnTo>
                  <a:pt x="405444" y="64619"/>
                </a:lnTo>
                <a:lnTo>
                  <a:pt x="417195" y="59816"/>
                </a:lnTo>
                <a:lnTo>
                  <a:pt x="412368" y="48005"/>
                </a:lnTo>
                <a:close/>
              </a:path>
              <a:path w="520573" h="228346">
                <a:moveTo>
                  <a:pt x="378967" y="0"/>
                </a:moveTo>
                <a:lnTo>
                  <a:pt x="400608" y="52816"/>
                </a:lnTo>
                <a:lnTo>
                  <a:pt x="412368" y="48005"/>
                </a:lnTo>
                <a:lnTo>
                  <a:pt x="487896" y="48005"/>
                </a:lnTo>
                <a:lnTo>
                  <a:pt x="520573" y="10667"/>
                </a:lnTo>
                <a:lnTo>
                  <a:pt x="378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098792" y="882396"/>
            <a:ext cx="440435" cy="10424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230744" y="1048511"/>
            <a:ext cx="215646" cy="783209"/>
          </a:xfrm>
          <a:custGeom>
            <a:avLst/>
            <a:gdLst/>
            <a:ahLst/>
            <a:cxnLst/>
            <a:rect l="l" t="t" r="r" b="b"/>
            <a:pathLst>
              <a:path w="215646" h="783209">
                <a:moveTo>
                  <a:pt x="68181" y="122496"/>
                </a:moveTo>
                <a:lnTo>
                  <a:pt x="55735" y="125288"/>
                </a:lnTo>
                <a:lnTo>
                  <a:pt x="203200" y="783209"/>
                </a:lnTo>
                <a:lnTo>
                  <a:pt x="215646" y="780414"/>
                </a:lnTo>
                <a:lnTo>
                  <a:pt x="68181" y="122496"/>
                </a:lnTo>
                <a:close/>
              </a:path>
              <a:path w="215646" h="783209">
                <a:moveTo>
                  <a:pt x="34162" y="0"/>
                </a:moveTo>
                <a:lnTo>
                  <a:pt x="0" y="137795"/>
                </a:lnTo>
                <a:lnTo>
                  <a:pt x="55735" y="125288"/>
                </a:lnTo>
                <a:lnTo>
                  <a:pt x="52958" y="112902"/>
                </a:lnTo>
                <a:lnTo>
                  <a:pt x="65404" y="110109"/>
                </a:lnTo>
                <a:lnTo>
                  <a:pt x="123386" y="110109"/>
                </a:lnTo>
                <a:lnTo>
                  <a:pt x="123951" y="109982"/>
                </a:lnTo>
                <a:lnTo>
                  <a:pt x="34162" y="0"/>
                </a:lnTo>
                <a:close/>
              </a:path>
              <a:path w="215646" h="783209">
                <a:moveTo>
                  <a:pt x="65404" y="110109"/>
                </a:moveTo>
                <a:lnTo>
                  <a:pt x="52958" y="112902"/>
                </a:lnTo>
                <a:lnTo>
                  <a:pt x="55735" y="125288"/>
                </a:lnTo>
                <a:lnTo>
                  <a:pt x="68181" y="122496"/>
                </a:lnTo>
                <a:lnTo>
                  <a:pt x="65404" y="110109"/>
                </a:lnTo>
                <a:close/>
              </a:path>
              <a:path w="215646" h="783209">
                <a:moveTo>
                  <a:pt x="123386" y="110109"/>
                </a:moveTo>
                <a:lnTo>
                  <a:pt x="65404" y="110109"/>
                </a:lnTo>
                <a:lnTo>
                  <a:pt x="68181" y="122496"/>
                </a:lnTo>
                <a:lnTo>
                  <a:pt x="123386" y="1101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120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4202" y="32765"/>
            <a:ext cx="5033645" cy="64262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4000" b="1" spc="-25" dirty="0" smtClean="0">
                <a:solidFill>
                  <a:srgbClr val="000066"/>
                </a:solidFill>
                <a:latin typeface="Arial"/>
                <a:cs typeface="Arial"/>
              </a:rPr>
              <a:t>The</a:t>
            </a:r>
            <a:r>
              <a:rPr sz="4000" b="1" spc="-10" dirty="0" smtClean="0">
                <a:solidFill>
                  <a:srgbClr val="000066"/>
                </a:solidFill>
                <a:latin typeface="Arial"/>
                <a:cs typeface="Arial"/>
              </a:rPr>
              <a:t> </a:t>
            </a:r>
            <a:r>
              <a:rPr sz="4000" b="1" spc="-25" dirty="0" smtClean="0">
                <a:solidFill>
                  <a:srgbClr val="000066"/>
                </a:solidFill>
                <a:latin typeface="Courier New"/>
                <a:cs typeface="Courier New"/>
              </a:rPr>
              <a:t>search</a:t>
            </a:r>
            <a:r>
              <a:rPr sz="4000" b="1" spc="-10" dirty="0" smtClean="0">
                <a:solidFill>
                  <a:srgbClr val="000066"/>
                </a:solidFill>
                <a:latin typeface="Courier New"/>
                <a:cs typeface="Courier New"/>
              </a:rPr>
              <a:t> </a:t>
            </a:r>
            <a:r>
              <a:rPr sz="4000" b="1" spc="-25" dirty="0" smtClean="0">
                <a:solidFill>
                  <a:srgbClr val="000066"/>
                </a:solidFill>
                <a:latin typeface="Arial"/>
                <a:cs typeface="Arial"/>
              </a:rPr>
              <a:t>meth</a:t>
            </a:r>
            <a:r>
              <a:rPr sz="4000" b="1" spc="-40" dirty="0" smtClean="0">
                <a:solidFill>
                  <a:srgbClr val="000066"/>
                </a:solidFill>
                <a:latin typeface="Arial"/>
                <a:cs typeface="Arial"/>
              </a:rPr>
              <a:t>o</a:t>
            </a:r>
            <a:r>
              <a:rPr sz="4000" b="1" spc="-25" dirty="0" smtClean="0">
                <a:solidFill>
                  <a:srgbClr val="000066"/>
                </a:solidFill>
                <a:latin typeface="Arial"/>
                <a:cs typeface="Arial"/>
              </a:rPr>
              <a:t>d</a:t>
            </a:r>
            <a:endParaRPr sz="40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2891" y="1038605"/>
            <a:ext cx="1735455" cy="57721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600" b="1" spc="-10" dirty="0" smtClean="0">
                <a:latin typeface="Courier New"/>
                <a:cs typeface="Courier New"/>
              </a:rPr>
              <a:t>class </a:t>
            </a:r>
            <a:r>
              <a:rPr sz="1600" b="1" spc="0" dirty="0" smtClean="0">
                <a:latin typeface="Courier New"/>
                <a:cs typeface="Courier New"/>
              </a:rPr>
              <a:t>D</a:t>
            </a:r>
            <a:r>
              <a:rPr sz="1600" b="1" spc="-10" dirty="0" smtClean="0">
                <a:latin typeface="Courier New"/>
                <a:cs typeface="Courier New"/>
              </a:rPr>
              <a:t>iGra</a:t>
            </a:r>
            <a:r>
              <a:rPr sz="1600" b="1" spc="0" dirty="0" smtClean="0">
                <a:latin typeface="Courier New"/>
                <a:cs typeface="Courier New"/>
              </a:rPr>
              <a:t>ph</a:t>
            </a:r>
            <a:r>
              <a:rPr sz="1600" b="1" spc="-10" dirty="0" smtClean="0">
                <a:solidFill>
                  <a:srgbClr val="C0C0C0"/>
                </a:solidFill>
                <a:latin typeface="Courier New"/>
                <a:cs typeface="Courier New"/>
              </a:rPr>
              <a:t>: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ts val="600"/>
              </a:lnSpc>
              <a:spcBef>
                <a:spcPts val="2"/>
              </a:spcBef>
            </a:pPr>
            <a:endParaRPr sz="600"/>
          </a:p>
          <a:p>
            <a:pPr marL="256540">
              <a:lnSpc>
                <a:spcPct val="100000"/>
              </a:lnSpc>
            </a:pPr>
            <a:r>
              <a:rPr sz="1600" b="1" spc="-10" dirty="0" smtClean="0">
                <a:solidFill>
                  <a:srgbClr val="C0C0C0"/>
                </a:solidFill>
                <a:latin typeface="Courier New"/>
                <a:cs typeface="Courier New"/>
              </a:rPr>
              <a:t>...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6731" y="1842515"/>
            <a:ext cx="5241290" cy="139954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def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s</a:t>
            </a:r>
            <a:r>
              <a:rPr sz="1800" b="1" spc="-15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ar</a:t>
            </a:r>
            <a:r>
              <a:rPr sz="1800" b="1" spc="-15" dirty="0" smtClean="0">
                <a:latin typeface="Courier New"/>
                <a:cs typeface="Courier New"/>
              </a:rPr>
              <a:t>c</a:t>
            </a:r>
            <a:r>
              <a:rPr sz="1800" b="1" spc="0" dirty="0" smtClean="0">
                <a:latin typeface="Courier New"/>
                <a:cs typeface="Courier New"/>
              </a:rPr>
              <a:t>h(</a:t>
            </a:r>
            <a:r>
              <a:rPr sz="1800" b="1" spc="-15" dirty="0" smtClean="0">
                <a:latin typeface="Courier New"/>
                <a:cs typeface="Courier New"/>
              </a:rPr>
              <a:t>s</a:t>
            </a:r>
            <a:r>
              <a:rPr sz="1800" b="1" spc="0" dirty="0" smtClean="0">
                <a:latin typeface="Courier New"/>
                <a:cs typeface="Courier New"/>
              </a:rPr>
              <a:t>e</a:t>
            </a:r>
            <a:r>
              <a:rPr sz="1800" b="1" spc="-15" dirty="0" smtClean="0">
                <a:latin typeface="Courier New"/>
                <a:cs typeface="Courier New"/>
              </a:rPr>
              <a:t>l</a:t>
            </a:r>
            <a:r>
              <a:rPr sz="1800" b="1" spc="0" dirty="0" smtClean="0">
                <a:latin typeface="Courier New"/>
                <a:cs typeface="Courier New"/>
              </a:rPr>
              <a:t>f,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-5" dirty="0" smtClean="0">
                <a:latin typeface="Courier New"/>
                <a:cs typeface="Courier New"/>
              </a:rPr>
              <a:t>u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3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vi</a:t>
            </a:r>
            <a:r>
              <a:rPr sz="1800" b="1" spc="-15" dirty="0" smtClean="0">
                <a:latin typeface="Courier New"/>
                <a:cs typeface="Courier New"/>
              </a:rPr>
              <a:t>s</a:t>
            </a:r>
            <a:r>
              <a:rPr sz="1800" b="1" spc="0" dirty="0" smtClean="0">
                <a:latin typeface="Courier New"/>
                <a:cs typeface="Courier New"/>
              </a:rPr>
              <a:t>i</a:t>
            </a:r>
            <a:r>
              <a:rPr sz="1800" b="1" spc="-15" dirty="0" smtClean="0">
                <a:latin typeface="Courier New"/>
                <a:cs typeface="Courier New"/>
              </a:rPr>
              <a:t>t</a:t>
            </a:r>
            <a:r>
              <a:rPr sz="1800" b="1" spc="0" dirty="0" smtClean="0">
                <a:latin typeface="Courier New"/>
                <a:cs typeface="Courier New"/>
              </a:rPr>
              <a:t>ed</a:t>
            </a:r>
            <a:r>
              <a:rPr sz="1800" b="1" spc="-15" dirty="0" smtClean="0">
                <a:latin typeface="Courier New"/>
                <a:cs typeface="Courier New"/>
              </a:rPr>
              <a:t>=</a:t>
            </a:r>
            <a:r>
              <a:rPr sz="1800" b="1" spc="0" dirty="0" smtClean="0">
                <a:latin typeface="Courier New"/>
                <a:cs typeface="Courier New"/>
              </a:rPr>
              <a:t>s</a:t>
            </a:r>
            <a:r>
              <a:rPr sz="1800" b="1" spc="-15" dirty="0" smtClean="0">
                <a:latin typeface="Courier New"/>
                <a:cs typeface="Courier New"/>
              </a:rPr>
              <a:t>et</a:t>
            </a:r>
            <a:r>
              <a:rPr sz="1800" b="1" spc="0" dirty="0" smtClean="0">
                <a:latin typeface="Courier New"/>
                <a:cs typeface="Courier New"/>
              </a:rPr>
              <a:t>()</a:t>
            </a:r>
            <a:r>
              <a:rPr sz="1800" b="1" spc="-15" dirty="0" smtClean="0">
                <a:latin typeface="Courier New"/>
                <a:cs typeface="Courier New"/>
              </a:rPr>
              <a:t>)</a:t>
            </a:r>
            <a:r>
              <a:rPr sz="1800" b="1" spc="0" dirty="0" smtClean="0">
                <a:latin typeface="Courier New"/>
                <a:cs typeface="Courier New"/>
              </a:rPr>
              <a:t>:</a:t>
            </a:r>
            <a:endParaRPr sz="1800">
              <a:latin typeface="Courier New"/>
              <a:cs typeface="Courier New"/>
            </a:endParaRPr>
          </a:p>
          <a:p>
            <a:pPr marL="315595" marR="12700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#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If</a:t>
            </a:r>
            <a:r>
              <a:rPr sz="1800" b="1" spc="-15" dirty="0" smtClean="0">
                <a:latin typeface="Courier New"/>
                <a:cs typeface="Courier New"/>
              </a:rPr>
              <a:t> w</a:t>
            </a:r>
            <a:r>
              <a:rPr sz="1800" b="1" spc="0" dirty="0" smtClean="0">
                <a:latin typeface="Courier New"/>
                <a:cs typeface="Courier New"/>
              </a:rPr>
              <a:t>e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h</a:t>
            </a:r>
            <a:r>
              <a:rPr sz="1800" b="1" spc="-15" dirty="0" smtClean="0">
                <a:latin typeface="Courier New"/>
                <a:cs typeface="Courier New"/>
              </a:rPr>
              <a:t>a</a:t>
            </a:r>
            <a:r>
              <a:rPr sz="1800" b="1" spc="0" dirty="0" smtClean="0">
                <a:latin typeface="Courier New"/>
                <a:cs typeface="Courier New"/>
              </a:rPr>
              <a:t>v</a:t>
            </a:r>
            <a:r>
              <a:rPr sz="1800" b="1" spc="-15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n't</a:t>
            </a:r>
            <a:r>
              <a:rPr sz="1800" b="1" spc="-15" dirty="0" smtClean="0">
                <a:latin typeface="Courier New"/>
                <a:cs typeface="Courier New"/>
              </a:rPr>
              <a:t> al</a:t>
            </a:r>
            <a:r>
              <a:rPr sz="1800" b="1" spc="0" dirty="0" smtClean="0">
                <a:latin typeface="Courier New"/>
                <a:cs typeface="Courier New"/>
              </a:rPr>
              <a:t>re</a:t>
            </a:r>
            <a:r>
              <a:rPr sz="1800" b="1" spc="-15" dirty="0" smtClean="0">
                <a:latin typeface="Courier New"/>
                <a:cs typeface="Courier New"/>
              </a:rPr>
              <a:t>a</a:t>
            </a:r>
            <a:r>
              <a:rPr sz="1800" b="1" spc="0" dirty="0" smtClean="0">
                <a:latin typeface="Courier New"/>
                <a:cs typeface="Courier New"/>
              </a:rPr>
              <a:t>dy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v</a:t>
            </a:r>
            <a:r>
              <a:rPr sz="1800" b="1" spc="-15" dirty="0" smtClean="0">
                <a:latin typeface="Courier New"/>
                <a:cs typeface="Courier New"/>
              </a:rPr>
              <a:t>i</a:t>
            </a:r>
            <a:r>
              <a:rPr sz="1800" b="1" spc="0" dirty="0" smtClean="0">
                <a:latin typeface="Courier New"/>
                <a:cs typeface="Courier New"/>
              </a:rPr>
              <a:t>s</a:t>
            </a:r>
            <a:r>
              <a:rPr sz="1800" b="1" spc="-15" dirty="0" smtClean="0">
                <a:latin typeface="Courier New"/>
                <a:cs typeface="Courier New"/>
              </a:rPr>
              <a:t>it</a:t>
            </a:r>
            <a:r>
              <a:rPr sz="1800" b="1" spc="0" dirty="0" smtClean="0">
                <a:latin typeface="Courier New"/>
                <a:cs typeface="Courier New"/>
              </a:rPr>
              <a:t>ed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t</a:t>
            </a:r>
            <a:r>
              <a:rPr sz="1800" b="1" spc="-15" dirty="0" smtClean="0">
                <a:latin typeface="Courier New"/>
                <a:cs typeface="Courier New"/>
              </a:rPr>
              <a:t>h</a:t>
            </a:r>
            <a:r>
              <a:rPr sz="1800" b="1" spc="0" dirty="0" smtClean="0">
                <a:latin typeface="Courier New"/>
                <a:cs typeface="Courier New"/>
              </a:rPr>
              <a:t>is </a:t>
            </a:r>
            <a:r>
              <a:rPr sz="1800" b="1" spc="-15" dirty="0" smtClean="0">
                <a:latin typeface="Courier New"/>
                <a:cs typeface="Courier New"/>
              </a:rPr>
              <a:t>i</a:t>
            </a:r>
            <a:r>
              <a:rPr sz="1800" b="1" spc="0" dirty="0" smtClean="0">
                <a:latin typeface="Courier New"/>
                <a:cs typeface="Courier New"/>
              </a:rPr>
              <a:t>f u</a:t>
            </a:r>
            <a:r>
              <a:rPr sz="1800" b="1" spc="-15" dirty="0" smtClean="0">
                <a:latin typeface="Courier New"/>
                <a:cs typeface="Courier New"/>
              </a:rPr>
              <a:t> no</a:t>
            </a:r>
            <a:r>
              <a:rPr sz="1800" b="1" spc="0" dirty="0" smtClean="0">
                <a:latin typeface="Courier New"/>
                <a:cs typeface="Courier New"/>
              </a:rPr>
              <a:t>t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i</a:t>
            </a:r>
            <a:r>
              <a:rPr sz="1800" b="1" spc="0" dirty="0" smtClean="0">
                <a:latin typeface="Courier New"/>
                <a:cs typeface="Courier New"/>
              </a:rPr>
              <a:t>n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vi</a:t>
            </a:r>
            <a:r>
              <a:rPr sz="1800" b="1" spc="-15" dirty="0" smtClean="0">
                <a:latin typeface="Courier New"/>
                <a:cs typeface="Courier New"/>
              </a:rPr>
              <a:t>s</a:t>
            </a:r>
            <a:r>
              <a:rPr sz="1800" b="1" spc="0" dirty="0" smtClean="0">
                <a:latin typeface="Courier New"/>
                <a:cs typeface="Courier New"/>
              </a:rPr>
              <a:t>i</a:t>
            </a:r>
            <a:r>
              <a:rPr sz="1800" b="1" spc="-15" dirty="0" smtClean="0">
                <a:latin typeface="Courier New"/>
                <a:cs typeface="Courier New"/>
              </a:rPr>
              <a:t>te</a:t>
            </a:r>
            <a:r>
              <a:rPr sz="1800" b="1" spc="0" dirty="0" smtClean="0">
                <a:latin typeface="Courier New"/>
                <a:cs typeface="Courier New"/>
              </a:rPr>
              <a:t>d:</a:t>
            </a:r>
            <a:endParaRPr sz="1800">
              <a:latin typeface="Courier New"/>
              <a:cs typeface="Courier New"/>
            </a:endParaRPr>
          </a:p>
          <a:p>
            <a:pPr marL="588645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#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y</a:t>
            </a:r>
            <a:r>
              <a:rPr sz="1800" b="1" spc="-15" dirty="0" smtClean="0">
                <a:latin typeface="Courier New"/>
                <a:cs typeface="Courier New"/>
              </a:rPr>
              <a:t>ie</a:t>
            </a:r>
            <a:r>
              <a:rPr sz="1800" b="1" spc="0" dirty="0" smtClean="0">
                <a:latin typeface="Courier New"/>
                <a:cs typeface="Courier New"/>
              </a:rPr>
              <a:t>ld</a:t>
            </a:r>
            <a:r>
              <a:rPr sz="1800" b="1" spc="-2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it</a:t>
            </a:r>
            <a:endParaRPr sz="1800">
              <a:latin typeface="Courier New"/>
              <a:cs typeface="Courier New"/>
            </a:endParaRPr>
          </a:p>
          <a:p>
            <a:pPr marL="588645">
              <a:lnSpc>
                <a:spcPct val="100000"/>
              </a:lnSpc>
            </a:pPr>
            <a:r>
              <a:rPr sz="1800" b="1" dirty="0" smtClean="0">
                <a:solidFill>
                  <a:srgbClr val="C00000"/>
                </a:solidFill>
                <a:latin typeface="Courier New"/>
                <a:cs typeface="Courier New"/>
              </a:rPr>
              <a:t>y</a:t>
            </a:r>
            <a:r>
              <a:rPr sz="1800" b="1" spc="-15" dirty="0" smtClean="0">
                <a:solidFill>
                  <a:srgbClr val="C00000"/>
                </a:solidFill>
                <a:latin typeface="Courier New"/>
                <a:cs typeface="Courier New"/>
              </a:rPr>
              <a:t>i</a:t>
            </a:r>
            <a:r>
              <a:rPr sz="1800" b="1" spc="0" dirty="0" smtClean="0">
                <a:solidFill>
                  <a:srgbClr val="C00000"/>
                </a:solidFill>
                <a:latin typeface="Courier New"/>
                <a:cs typeface="Courier New"/>
              </a:rPr>
              <a:t>e</a:t>
            </a:r>
            <a:r>
              <a:rPr sz="1800" b="1" spc="-15" dirty="0" smtClean="0">
                <a:solidFill>
                  <a:srgbClr val="C00000"/>
                </a:solidFill>
                <a:latin typeface="Courier New"/>
                <a:cs typeface="Courier New"/>
              </a:rPr>
              <a:t>l</a:t>
            </a:r>
            <a:r>
              <a:rPr sz="1800" b="1" spc="0" dirty="0" smtClean="0">
                <a:solidFill>
                  <a:srgbClr val="C00000"/>
                </a:solidFill>
                <a:latin typeface="Courier New"/>
                <a:cs typeface="Courier New"/>
              </a:rPr>
              <a:t>d</a:t>
            </a:r>
            <a:r>
              <a:rPr sz="1800" b="1" spc="-10" dirty="0" smtClean="0">
                <a:solidFill>
                  <a:srgbClr val="C00000"/>
                </a:solidFill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u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27724" y="2116835"/>
            <a:ext cx="981075" cy="3022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n</a:t>
            </a:r>
            <a:r>
              <a:rPr sz="1800" b="1" spc="-15" dirty="0" smtClean="0">
                <a:latin typeface="Courier New"/>
                <a:cs typeface="Courier New"/>
              </a:rPr>
              <a:t>od</a:t>
            </a:r>
            <a:r>
              <a:rPr sz="1800" b="1" spc="0" dirty="0" smtClean="0">
                <a:latin typeface="Courier New"/>
                <a:cs typeface="Courier New"/>
              </a:rPr>
              <a:t>e.</a:t>
            </a:r>
            <a:r>
              <a:rPr sz="1800" b="1" spc="-15" dirty="0" smtClean="0">
                <a:latin typeface="Courier New"/>
                <a:cs typeface="Courier New"/>
              </a:rPr>
              <a:t>.</a:t>
            </a:r>
            <a:r>
              <a:rPr sz="1800" b="1" spc="0" dirty="0" smtClean="0">
                <a:latin typeface="Courier New"/>
                <a:cs typeface="Courier New"/>
              </a:rPr>
              <a:t>.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52803" y="3214370"/>
            <a:ext cx="4937760" cy="57658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#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a</a:t>
            </a:r>
            <a:r>
              <a:rPr sz="1800" b="1" spc="-15" dirty="0" smtClean="0">
                <a:latin typeface="Courier New"/>
                <a:cs typeface="Courier New"/>
              </a:rPr>
              <a:t>n</a:t>
            </a:r>
            <a:r>
              <a:rPr sz="1800" b="1" spc="0" dirty="0" smtClean="0">
                <a:latin typeface="Courier New"/>
                <a:cs typeface="Courier New"/>
              </a:rPr>
              <a:t>d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r</a:t>
            </a:r>
            <a:r>
              <a:rPr sz="1800" b="1" spc="-15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m</a:t>
            </a:r>
            <a:r>
              <a:rPr sz="1800" b="1" spc="-15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mb</a:t>
            </a:r>
            <a:r>
              <a:rPr sz="1800" b="1" spc="-15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r</a:t>
            </a:r>
            <a:r>
              <a:rPr sz="1800" b="1" spc="-15" dirty="0" smtClean="0">
                <a:latin typeface="Courier New"/>
                <a:cs typeface="Courier New"/>
              </a:rPr>
              <a:t> w</a:t>
            </a:r>
            <a:r>
              <a:rPr sz="1800" b="1" spc="0" dirty="0" smtClean="0">
                <a:latin typeface="Courier New"/>
                <a:cs typeface="Courier New"/>
              </a:rPr>
              <a:t>e'</a:t>
            </a:r>
            <a:r>
              <a:rPr sz="1800" b="1" spc="-15" dirty="0" smtClean="0">
                <a:latin typeface="Courier New"/>
                <a:cs typeface="Courier New"/>
              </a:rPr>
              <a:t>v</a:t>
            </a:r>
            <a:r>
              <a:rPr sz="1800" b="1" spc="0" dirty="0" smtClean="0">
                <a:latin typeface="Courier New"/>
                <a:cs typeface="Courier New"/>
              </a:rPr>
              <a:t>e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vi</a:t>
            </a:r>
            <a:r>
              <a:rPr sz="1800" b="1" spc="-15" dirty="0" smtClean="0">
                <a:latin typeface="Courier New"/>
                <a:cs typeface="Courier New"/>
              </a:rPr>
              <a:t>s</a:t>
            </a:r>
            <a:r>
              <a:rPr sz="1800" b="1" spc="0" dirty="0" smtClean="0">
                <a:latin typeface="Courier New"/>
                <a:cs typeface="Courier New"/>
              </a:rPr>
              <a:t>i</a:t>
            </a:r>
            <a:r>
              <a:rPr sz="1800" b="1" spc="-15" dirty="0" smtClean="0">
                <a:latin typeface="Courier New"/>
                <a:cs typeface="Courier New"/>
              </a:rPr>
              <a:t>te</a:t>
            </a:r>
            <a:r>
              <a:rPr sz="1800" b="1" spc="0" dirty="0" smtClean="0">
                <a:latin typeface="Courier New"/>
                <a:cs typeface="Courier New"/>
              </a:rPr>
              <a:t>d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i</a:t>
            </a:r>
            <a:r>
              <a:rPr sz="1800" b="1" spc="0" dirty="0" smtClean="0">
                <a:latin typeface="Courier New"/>
                <a:cs typeface="Courier New"/>
              </a:rPr>
              <a:t>t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no</a:t>
            </a:r>
            <a:r>
              <a:rPr sz="1800" b="1" spc="-15" dirty="0" smtClean="0">
                <a:latin typeface="Courier New"/>
                <a:cs typeface="Courier New"/>
              </a:rPr>
              <a:t>w</a:t>
            </a:r>
            <a:r>
              <a:rPr sz="1800" b="1" spc="0" dirty="0" smtClean="0">
                <a:latin typeface="Courier New"/>
                <a:cs typeface="Courier New"/>
              </a:rPr>
              <a:t>. v</a:t>
            </a:r>
            <a:r>
              <a:rPr sz="1800" b="1" spc="-15" dirty="0" smtClean="0">
                <a:latin typeface="Courier New"/>
                <a:cs typeface="Courier New"/>
              </a:rPr>
              <a:t>i</a:t>
            </a:r>
            <a:r>
              <a:rPr sz="1800" b="1" spc="0" dirty="0" smtClean="0">
                <a:latin typeface="Courier New"/>
                <a:cs typeface="Courier New"/>
              </a:rPr>
              <a:t>s</a:t>
            </a:r>
            <a:r>
              <a:rPr sz="1800" b="1" spc="-15" dirty="0" smtClean="0">
                <a:latin typeface="Courier New"/>
                <a:cs typeface="Courier New"/>
              </a:rPr>
              <a:t>it</a:t>
            </a:r>
            <a:r>
              <a:rPr sz="1800" b="1" spc="0" dirty="0" smtClean="0">
                <a:latin typeface="Courier New"/>
                <a:cs typeface="Courier New"/>
              </a:rPr>
              <a:t>ed</a:t>
            </a:r>
            <a:r>
              <a:rPr sz="1800" b="1" spc="-15" dirty="0" smtClean="0">
                <a:latin typeface="Courier New"/>
                <a:cs typeface="Courier New"/>
              </a:rPr>
              <a:t>.</a:t>
            </a:r>
            <a:r>
              <a:rPr sz="1800" b="1" spc="0" dirty="0" smtClean="0">
                <a:latin typeface="Courier New"/>
                <a:cs typeface="Courier New"/>
              </a:rPr>
              <a:t>a</a:t>
            </a:r>
            <a:r>
              <a:rPr sz="1800" b="1" spc="-15" dirty="0" smtClean="0">
                <a:latin typeface="Courier New"/>
                <a:cs typeface="Courier New"/>
              </a:rPr>
              <a:t>d</a:t>
            </a:r>
            <a:r>
              <a:rPr sz="1800" b="1" spc="0" dirty="0" smtClean="0">
                <a:latin typeface="Courier New"/>
                <a:cs typeface="Courier New"/>
              </a:rPr>
              <a:t>d(</a:t>
            </a:r>
            <a:r>
              <a:rPr sz="1800" b="1" spc="-10" dirty="0" smtClean="0">
                <a:latin typeface="Courier New"/>
                <a:cs typeface="Courier New"/>
              </a:rPr>
              <a:t>u</a:t>
            </a:r>
            <a:r>
              <a:rPr sz="1800" b="1" spc="0" dirty="0" smtClean="0"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2803" y="3763009"/>
            <a:ext cx="982344" cy="11258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#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T</a:t>
            </a:r>
            <a:r>
              <a:rPr sz="1800" b="1" spc="-15" dirty="0" smtClean="0">
                <a:latin typeface="Courier New"/>
                <a:cs typeface="Courier New"/>
              </a:rPr>
              <a:t>he</a:t>
            </a:r>
            <a:r>
              <a:rPr sz="1800" b="1" spc="0" dirty="0" smtClean="0">
                <a:latin typeface="Courier New"/>
                <a:cs typeface="Courier New"/>
              </a:rPr>
              <a:t>n,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if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u</a:t>
            </a:r>
            <a:r>
              <a:rPr sz="1800" b="1" spc="-30" dirty="0" smtClean="0">
                <a:latin typeface="Courier New"/>
                <a:cs typeface="Courier New"/>
              </a:rPr>
              <a:t> </a:t>
            </a:r>
            <a:r>
              <a:rPr sz="1800" b="1" spc="-5" dirty="0" smtClean="0">
                <a:latin typeface="Courier New"/>
                <a:cs typeface="Courier New"/>
              </a:rPr>
              <a:t>in</a:t>
            </a:r>
            <a:endParaRPr sz="1800">
              <a:latin typeface="Courier New"/>
              <a:cs typeface="Courier New"/>
            </a:endParaRPr>
          </a:p>
          <a:p>
            <a:pPr marL="285115" marR="12700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#</a:t>
            </a:r>
            <a:r>
              <a:rPr sz="1800" b="1" spc="-10" dirty="0" smtClean="0">
                <a:latin typeface="Courier New"/>
                <a:cs typeface="Courier New"/>
              </a:rPr>
              <a:t> f</a:t>
            </a:r>
            <a:r>
              <a:rPr sz="1800" b="1" spc="0" dirty="0" smtClean="0">
                <a:latin typeface="Courier New"/>
                <a:cs typeface="Courier New"/>
              </a:rPr>
              <a:t>or f</a:t>
            </a:r>
            <a:r>
              <a:rPr sz="1800" b="1" spc="-10" dirty="0" smtClean="0">
                <a:latin typeface="Courier New"/>
                <a:cs typeface="Courier New"/>
              </a:rPr>
              <a:t>o</a:t>
            </a:r>
            <a:r>
              <a:rPr sz="1800" b="1" spc="0" dirty="0" smtClean="0">
                <a:latin typeface="Courier New"/>
                <a:cs typeface="Courier New"/>
              </a:rPr>
              <a:t>r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v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43683" y="3763009"/>
            <a:ext cx="4667250" cy="11258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if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t</a:t>
            </a:r>
            <a:r>
              <a:rPr sz="1800" b="1" spc="-15" dirty="0" smtClean="0">
                <a:latin typeface="Courier New"/>
                <a:cs typeface="Courier New"/>
              </a:rPr>
              <a:t>h</a:t>
            </a:r>
            <a:r>
              <a:rPr sz="1800" b="1" spc="0" dirty="0" smtClean="0">
                <a:latin typeface="Courier New"/>
                <a:cs typeface="Courier New"/>
              </a:rPr>
              <a:t>e</a:t>
            </a:r>
            <a:r>
              <a:rPr sz="1800" b="1" spc="-15" dirty="0" smtClean="0">
                <a:latin typeface="Courier New"/>
                <a:cs typeface="Courier New"/>
              </a:rPr>
              <a:t>r</a:t>
            </a:r>
            <a:r>
              <a:rPr sz="1800" b="1" spc="0" dirty="0" smtClean="0">
                <a:latin typeface="Courier New"/>
                <a:cs typeface="Courier New"/>
              </a:rPr>
              <a:t>e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a</a:t>
            </a:r>
            <a:r>
              <a:rPr sz="1800" b="1" spc="-15" dirty="0" smtClean="0">
                <a:latin typeface="Courier New"/>
                <a:cs typeface="Courier New"/>
              </a:rPr>
              <a:t>r</a:t>
            </a:r>
            <a:r>
              <a:rPr sz="1800" b="1" spc="0" dirty="0" smtClean="0">
                <a:latin typeface="Courier New"/>
                <a:cs typeface="Courier New"/>
              </a:rPr>
              <a:t>e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any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-15" dirty="0" smtClean="0">
                <a:latin typeface="Courier New"/>
                <a:cs typeface="Courier New"/>
              </a:rPr>
              <a:t>ad</a:t>
            </a:r>
            <a:r>
              <a:rPr sz="1800" b="1" spc="0" dirty="0" smtClean="0">
                <a:latin typeface="Courier New"/>
                <a:cs typeface="Courier New"/>
              </a:rPr>
              <a:t>ja</a:t>
            </a:r>
            <a:r>
              <a:rPr sz="1800" b="1" spc="-15" dirty="0" smtClean="0">
                <a:latin typeface="Courier New"/>
                <a:cs typeface="Courier New"/>
              </a:rPr>
              <a:t>c</a:t>
            </a:r>
            <a:r>
              <a:rPr sz="1800" b="1" spc="0" dirty="0" smtClean="0">
                <a:latin typeface="Courier New"/>
                <a:cs typeface="Courier New"/>
              </a:rPr>
              <a:t>a</a:t>
            </a:r>
            <a:r>
              <a:rPr sz="1800" b="1" spc="-15" dirty="0" smtClean="0">
                <a:latin typeface="Courier New"/>
                <a:cs typeface="Courier New"/>
              </a:rPr>
              <a:t>n</a:t>
            </a:r>
            <a:r>
              <a:rPr sz="1800" b="1" spc="0" dirty="0" smtClean="0">
                <a:latin typeface="Courier New"/>
                <a:cs typeface="Courier New"/>
              </a:rPr>
              <a:t>t </a:t>
            </a:r>
            <a:r>
              <a:rPr sz="1800" b="1" spc="-15" dirty="0" smtClean="0">
                <a:latin typeface="Courier New"/>
                <a:cs typeface="Courier New"/>
              </a:rPr>
              <a:t>n</a:t>
            </a:r>
            <a:r>
              <a:rPr sz="1800" b="1" spc="0" dirty="0" smtClean="0">
                <a:latin typeface="Courier New"/>
                <a:cs typeface="Courier New"/>
              </a:rPr>
              <a:t>o</a:t>
            </a:r>
            <a:r>
              <a:rPr sz="1800" b="1" spc="-15" dirty="0" smtClean="0">
                <a:latin typeface="Courier New"/>
                <a:cs typeface="Courier New"/>
              </a:rPr>
              <a:t>de</a:t>
            </a:r>
            <a:r>
              <a:rPr sz="1800" b="1" spc="0" dirty="0" smtClean="0">
                <a:latin typeface="Courier New"/>
                <a:cs typeface="Courier New"/>
              </a:rPr>
              <a:t>s.</a:t>
            </a:r>
            <a:r>
              <a:rPr sz="1800" b="1" spc="-15" dirty="0" smtClean="0">
                <a:latin typeface="Courier New"/>
                <a:cs typeface="Courier New"/>
              </a:rPr>
              <a:t>.</a:t>
            </a:r>
            <a:r>
              <a:rPr sz="1800" b="1" spc="0" dirty="0" smtClean="0">
                <a:latin typeface="Courier New"/>
                <a:cs typeface="Courier New"/>
              </a:rPr>
              <a:t>.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s</a:t>
            </a:r>
            <a:r>
              <a:rPr sz="1800" b="1" spc="-15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lf</a:t>
            </a:r>
            <a:r>
              <a:rPr sz="1800" b="1" spc="-20" dirty="0" smtClean="0">
                <a:latin typeface="Courier New"/>
                <a:cs typeface="Courier New"/>
              </a:rPr>
              <a:t>.</a:t>
            </a:r>
            <a:r>
              <a:rPr sz="1800" b="1" spc="0" dirty="0" smtClean="0">
                <a:latin typeface="Courier New"/>
                <a:cs typeface="Courier New"/>
              </a:rPr>
              <a:t>a</a:t>
            </a:r>
            <a:r>
              <a:rPr sz="1800" b="1" spc="-15" dirty="0" smtClean="0">
                <a:latin typeface="Courier New"/>
                <a:cs typeface="Courier New"/>
              </a:rPr>
              <a:t>dj</a:t>
            </a:r>
            <a:r>
              <a:rPr sz="1800" b="1" spc="0" dirty="0" smtClean="0">
                <a:latin typeface="Courier New"/>
                <a:cs typeface="Courier New"/>
              </a:rPr>
              <a:t>:</a:t>
            </a:r>
            <a:endParaRPr sz="1800">
              <a:latin typeface="Courier New"/>
              <a:cs typeface="Courier New"/>
            </a:endParaRPr>
          </a:p>
          <a:p>
            <a:pPr marL="12700" marR="1779270" indent="1905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e</a:t>
            </a:r>
            <a:r>
              <a:rPr sz="1800" b="1" spc="-15" dirty="0" smtClean="0">
                <a:latin typeface="Courier New"/>
                <a:cs typeface="Courier New"/>
              </a:rPr>
              <a:t>a</a:t>
            </a:r>
            <a:r>
              <a:rPr sz="1800" b="1" spc="0" dirty="0" smtClean="0">
                <a:latin typeface="Courier New"/>
                <a:cs typeface="Courier New"/>
              </a:rPr>
              <a:t>ch</a:t>
            </a:r>
            <a:r>
              <a:rPr sz="1800" b="1" spc="-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a</a:t>
            </a:r>
            <a:r>
              <a:rPr sz="1800" b="1" spc="-15" dirty="0" smtClean="0">
                <a:latin typeface="Courier New"/>
                <a:cs typeface="Courier New"/>
              </a:rPr>
              <a:t>d</a:t>
            </a:r>
            <a:r>
              <a:rPr sz="1800" b="1" spc="-10" dirty="0" smtClean="0">
                <a:latin typeface="Courier New"/>
                <a:cs typeface="Courier New"/>
              </a:rPr>
              <a:t>j</a:t>
            </a:r>
            <a:r>
              <a:rPr sz="1800" b="1" spc="0" dirty="0" smtClean="0">
                <a:latin typeface="Courier New"/>
                <a:cs typeface="Courier New"/>
              </a:rPr>
              <a:t>acent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nod</a:t>
            </a:r>
            <a:r>
              <a:rPr sz="1800" b="1" spc="-15" dirty="0" smtClean="0">
                <a:latin typeface="Courier New"/>
                <a:cs typeface="Courier New"/>
              </a:rPr>
              <a:t>e</a:t>
            </a:r>
            <a:r>
              <a:rPr sz="1800" b="1" spc="-10" dirty="0" smtClean="0">
                <a:latin typeface="Courier New"/>
                <a:cs typeface="Courier New"/>
              </a:rPr>
              <a:t>.</a:t>
            </a:r>
            <a:r>
              <a:rPr sz="1800" b="1" spc="0" dirty="0" smtClean="0">
                <a:latin typeface="Courier New"/>
                <a:cs typeface="Courier New"/>
              </a:rPr>
              <a:t>.. in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s</a:t>
            </a:r>
            <a:r>
              <a:rPr sz="1800" b="1" spc="-15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l</a:t>
            </a:r>
            <a:r>
              <a:rPr sz="1800" b="1" spc="-15" dirty="0" smtClean="0">
                <a:latin typeface="Courier New"/>
                <a:cs typeface="Courier New"/>
              </a:rPr>
              <a:t>f.</a:t>
            </a:r>
            <a:r>
              <a:rPr sz="1800" b="1" spc="0" dirty="0" smtClean="0">
                <a:latin typeface="Courier New"/>
                <a:cs typeface="Courier New"/>
              </a:rPr>
              <a:t>ad</a:t>
            </a:r>
            <a:r>
              <a:rPr sz="1800" b="1" spc="-15" dirty="0" smtClean="0">
                <a:latin typeface="Courier New"/>
                <a:cs typeface="Courier New"/>
              </a:rPr>
              <a:t>j</a:t>
            </a:r>
            <a:r>
              <a:rPr sz="1800" b="1" spc="0" dirty="0" smtClean="0">
                <a:latin typeface="Courier New"/>
                <a:cs typeface="Courier New"/>
              </a:rPr>
              <a:t>[</a:t>
            </a:r>
            <a:r>
              <a:rPr sz="1800" b="1" spc="-10" dirty="0" smtClean="0">
                <a:latin typeface="Courier New"/>
                <a:cs typeface="Courier New"/>
              </a:rPr>
              <a:t>u</a:t>
            </a:r>
            <a:r>
              <a:rPr sz="1800" b="1" spc="0" dirty="0" smtClean="0">
                <a:latin typeface="Courier New"/>
                <a:cs typeface="Courier New"/>
              </a:rPr>
              <a:t>]: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2891" y="4860670"/>
            <a:ext cx="7531734" cy="13716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377950" marR="12700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#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s</a:t>
            </a:r>
            <a:r>
              <a:rPr sz="1800" b="1" spc="-15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a</a:t>
            </a:r>
            <a:r>
              <a:rPr sz="1800" b="1" spc="-15" dirty="0" smtClean="0">
                <a:latin typeface="Courier New"/>
                <a:cs typeface="Courier New"/>
              </a:rPr>
              <a:t>r</a:t>
            </a:r>
            <a:r>
              <a:rPr sz="1800" b="1" spc="0" dirty="0" smtClean="0">
                <a:latin typeface="Courier New"/>
                <a:cs typeface="Courier New"/>
              </a:rPr>
              <a:t>ch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f</a:t>
            </a:r>
            <a:r>
              <a:rPr sz="1800" b="1" spc="-15" dirty="0" smtClean="0">
                <a:latin typeface="Courier New"/>
                <a:cs typeface="Courier New"/>
              </a:rPr>
              <a:t>o</a:t>
            </a:r>
            <a:r>
              <a:rPr sz="1800" b="1" spc="0" dirty="0" smtClean="0">
                <a:latin typeface="Courier New"/>
                <a:cs typeface="Courier New"/>
              </a:rPr>
              <a:t>r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a</a:t>
            </a:r>
            <a:r>
              <a:rPr sz="1800" b="1" spc="-15" dirty="0" smtClean="0">
                <a:latin typeface="Courier New"/>
                <a:cs typeface="Courier New"/>
              </a:rPr>
              <a:t>l</a:t>
            </a:r>
            <a:r>
              <a:rPr sz="1800" b="1" spc="0" dirty="0" smtClean="0">
                <a:latin typeface="Courier New"/>
                <a:cs typeface="Courier New"/>
              </a:rPr>
              <a:t>l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no</a:t>
            </a:r>
            <a:r>
              <a:rPr sz="1800" b="1" spc="-15" dirty="0" smtClean="0">
                <a:latin typeface="Courier New"/>
                <a:cs typeface="Courier New"/>
              </a:rPr>
              <a:t>d</a:t>
            </a:r>
            <a:r>
              <a:rPr sz="1800" b="1" spc="0" dirty="0" smtClean="0">
                <a:latin typeface="Courier New"/>
                <a:cs typeface="Courier New"/>
              </a:rPr>
              <a:t>es</a:t>
            </a:r>
            <a:r>
              <a:rPr sz="1800" b="1" spc="-30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re</a:t>
            </a:r>
            <a:r>
              <a:rPr sz="1800" b="1" spc="-15" dirty="0" smtClean="0">
                <a:latin typeface="Courier New"/>
                <a:cs typeface="Courier New"/>
              </a:rPr>
              <a:t>a</a:t>
            </a:r>
            <a:r>
              <a:rPr sz="1800" b="1" spc="0" dirty="0" smtClean="0">
                <a:latin typeface="Courier New"/>
                <a:cs typeface="Courier New"/>
              </a:rPr>
              <a:t>c</a:t>
            </a:r>
            <a:r>
              <a:rPr sz="1800" b="1" spc="-15" dirty="0" smtClean="0">
                <a:latin typeface="Courier New"/>
                <a:cs typeface="Courier New"/>
              </a:rPr>
              <a:t>h</a:t>
            </a:r>
            <a:r>
              <a:rPr sz="1800" b="1" spc="0" dirty="0" smtClean="0">
                <a:latin typeface="Courier New"/>
                <a:cs typeface="Courier New"/>
              </a:rPr>
              <a:t>ab</a:t>
            </a:r>
            <a:r>
              <a:rPr sz="1800" b="1" spc="-15" dirty="0" smtClean="0">
                <a:latin typeface="Courier New"/>
                <a:cs typeface="Courier New"/>
              </a:rPr>
              <a:t>l</a:t>
            </a:r>
            <a:r>
              <a:rPr sz="1800" b="1" spc="0" dirty="0" smtClean="0">
                <a:latin typeface="Courier New"/>
                <a:cs typeface="Courier New"/>
              </a:rPr>
              <a:t>e</a:t>
            </a:r>
            <a:r>
              <a:rPr sz="1800" b="1" spc="-15" dirty="0" smtClean="0">
                <a:latin typeface="Courier New"/>
                <a:cs typeface="Courier New"/>
              </a:rPr>
              <a:t> f</a:t>
            </a:r>
            <a:r>
              <a:rPr sz="1800" b="1" spc="0" dirty="0" smtClean="0">
                <a:latin typeface="Courier New"/>
                <a:cs typeface="Courier New"/>
              </a:rPr>
              <a:t>rom</a:t>
            </a:r>
            <a:r>
              <a:rPr sz="1800" b="1" spc="-15" dirty="0" smtClean="0">
                <a:latin typeface="Courier New"/>
                <a:cs typeface="Courier New"/>
              </a:rPr>
              <a:t> *</a:t>
            </a:r>
            <a:r>
              <a:rPr sz="1800" b="1" spc="0" dirty="0" smtClean="0">
                <a:latin typeface="Courier New"/>
                <a:cs typeface="Courier New"/>
              </a:rPr>
              <a:t>it</a:t>
            </a:r>
            <a:r>
              <a:rPr sz="1800" b="1" spc="-15" dirty="0" smtClean="0">
                <a:latin typeface="Courier New"/>
                <a:cs typeface="Courier New"/>
              </a:rPr>
              <a:t>*</a:t>
            </a:r>
            <a:r>
              <a:rPr sz="1800" b="1" spc="0" dirty="0" smtClean="0">
                <a:latin typeface="Courier New"/>
                <a:cs typeface="Courier New"/>
              </a:rPr>
              <a:t>.</a:t>
            </a:r>
            <a:r>
              <a:rPr sz="1800" b="1" spc="-15" dirty="0" smtClean="0">
                <a:latin typeface="Courier New"/>
                <a:cs typeface="Courier New"/>
              </a:rPr>
              <a:t>.</a:t>
            </a:r>
            <a:r>
              <a:rPr sz="1800" b="1" spc="0" dirty="0" smtClean="0">
                <a:latin typeface="Courier New"/>
                <a:cs typeface="Courier New"/>
              </a:rPr>
              <a:t>. </a:t>
            </a:r>
            <a:r>
              <a:rPr sz="1800" b="1" spc="-15" dirty="0" smtClean="0">
                <a:latin typeface="Courier New"/>
                <a:cs typeface="Courier New"/>
              </a:rPr>
              <a:t>f</a:t>
            </a:r>
            <a:r>
              <a:rPr sz="1800" b="1" spc="0" dirty="0" smtClean="0">
                <a:latin typeface="Courier New"/>
                <a:cs typeface="Courier New"/>
              </a:rPr>
              <a:t>or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w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in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s</a:t>
            </a:r>
            <a:r>
              <a:rPr sz="1800" b="1" spc="-15" dirty="0" smtClean="0">
                <a:latin typeface="Courier New"/>
                <a:cs typeface="Courier New"/>
              </a:rPr>
              <a:t>el</a:t>
            </a:r>
            <a:r>
              <a:rPr sz="1800" b="1" spc="0" dirty="0" smtClean="0">
                <a:latin typeface="Courier New"/>
                <a:cs typeface="Courier New"/>
              </a:rPr>
              <a:t>f.</a:t>
            </a:r>
            <a:r>
              <a:rPr sz="1800" b="1" spc="-15" dirty="0" smtClean="0">
                <a:latin typeface="Courier New"/>
                <a:cs typeface="Courier New"/>
              </a:rPr>
              <a:t>s</a:t>
            </a:r>
            <a:r>
              <a:rPr sz="1800" b="1" spc="0" dirty="0" smtClean="0">
                <a:latin typeface="Courier New"/>
                <a:cs typeface="Courier New"/>
              </a:rPr>
              <a:t>e</a:t>
            </a:r>
            <a:r>
              <a:rPr sz="1800" b="1" spc="-15" dirty="0" smtClean="0">
                <a:latin typeface="Courier New"/>
                <a:cs typeface="Courier New"/>
              </a:rPr>
              <a:t>a</a:t>
            </a:r>
            <a:r>
              <a:rPr sz="1800" b="1" spc="0" dirty="0" smtClean="0">
                <a:latin typeface="Courier New"/>
                <a:cs typeface="Courier New"/>
              </a:rPr>
              <a:t>rc</a:t>
            </a:r>
            <a:r>
              <a:rPr sz="1800" b="1" spc="-15" dirty="0" smtClean="0">
                <a:latin typeface="Courier New"/>
                <a:cs typeface="Courier New"/>
              </a:rPr>
              <a:t>h</a:t>
            </a:r>
            <a:r>
              <a:rPr sz="1800" b="1" spc="0" dirty="0" smtClean="0">
                <a:latin typeface="Courier New"/>
                <a:cs typeface="Courier New"/>
              </a:rPr>
              <a:t>(</a:t>
            </a:r>
            <a:r>
              <a:rPr sz="1800" b="1" spc="-10" dirty="0" smtClean="0">
                <a:latin typeface="Courier New"/>
                <a:cs typeface="Courier New"/>
              </a:rPr>
              <a:t>v</a:t>
            </a:r>
            <a:r>
              <a:rPr sz="1800" b="1" spc="0" dirty="0" smtClean="0">
                <a:latin typeface="Courier New"/>
                <a:cs typeface="Courier New"/>
              </a:rPr>
              <a:t>,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v</a:t>
            </a:r>
            <a:r>
              <a:rPr sz="1800" b="1" spc="-15" dirty="0" smtClean="0">
                <a:latin typeface="Courier New"/>
                <a:cs typeface="Courier New"/>
              </a:rPr>
              <a:t>i</a:t>
            </a:r>
            <a:r>
              <a:rPr sz="1800" b="1" spc="0" dirty="0" smtClean="0">
                <a:latin typeface="Courier New"/>
                <a:cs typeface="Courier New"/>
              </a:rPr>
              <a:t>s</a:t>
            </a:r>
            <a:r>
              <a:rPr sz="1800" b="1" spc="-15" dirty="0" smtClean="0">
                <a:latin typeface="Courier New"/>
                <a:cs typeface="Courier New"/>
              </a:rPr>
              <a:t>i</a:t>
            </a:r>
            <a:r>
              <a:rPr sz="1800" b="1" spc="0" dirty="0" smtClean="0">
                <a:latin typeface="Courier New"/>
                <a:cs typeface="Courier New"/>
              </a:rPr>
              <a:t>te</a:t>
            </a:r>
            <a:r>
              <a:rPr sz="1800" b="1" spc="-15" dirty="0" smtClean="0">
                <a:latin typeface="Courier New"/>
                <a:cs typeface="Courier New"/>
              </a:rPr>
              <a:t>d</a:t>
            </a:r>
            <a:r>
              <a:rPr sz="1800" b="1" spc="0" dirty="0" smtClean="0">
                <a:latin typeface="Courier New"/>
                <a:cs typeface="Courier New"/>
              </a:rPr>
              <a:t>):</a:t>
            </a:r>
            <a:endParaRPr sz="1800">
              <a:latin typeface="Courier New"/>
              <a:cs typeface="Courier New"/>
            </a:endParaRPr>
          </a:p>
          <a:p>
            <a:pPr marL="1651000">
              <a:lnSpc>
                <a:spcPct val="100000"/>
              </a:lnSpc>
            </a:pPr>
            <a:r>
              <a:rPr sz="1800" b="1" dirty="0" smtClean="0">
                <a:latin typeface="Courier New"/>
                <a:cs typeface="Courier New"/>
              </a:rPr>
              <a:t>#</a:t>
            </a:r>
            <a:r>
              <a:rPr sz="1800" b="1" spc="-15" dirty="0" smtClean="0">
                <a:latin typeface="Courier New"/>
                <a:cs typeface="Courier New"/>
              </a:rPr>
              <a:t> </a:t>
            </a:r>
            <a:r>
              <a:rPr sz="1800" b="1" spc="0" dirty="0" smtClean="0">
                <a:latin typeface="Courier New"/>
                <a:cs typeface="Courier New"/>
              </a:rPr>
              <a:t>a</a:t>
            </a:r>
            <a:r>
              <a:rPr sz="1800" b="1" spc="-15" dirty="0" smtClean="0">
                <a:latin typeface="Courier New"/>
                <a:cs typeface="Courier New"/>
              </a:rPr>
              <a:t>n</a:t>
            </a:r>
            <a:r>
              <a:rPr sz="1800" b="1" spc="0" dirty="0" smtClean="0">
                <a:latin typeface="Courier New"/>
                <a:cs typeface="Courier New"/>
              </a:rPr>
              <a:t>d </a:t>
            </a:r>
            <a:r>
              <a:rPr sz="1800" b="1" spc="-20" dirty="0" smtClean="0">
                <a:latin typeface="Courier New"/>
                <a:cs typeface="Courier New"/>
              </a:rPr>
              <a:t>y</a:t>
            </a:r>
            <a:r>
              <a:rPr sz="1800" b="1" spc="0" dirty="0" smtClean="0">
                <a:latin typeface="Courier New"/>
                <a:cs typeface="Courier New"/>
              </a:rPr>
              <a:t>i</a:t>
            </a:r>
            <a:r>
              <a:rPr sz="1800" b="1" spc="-15" dirty="0" smtClean="0">
                <a:latin typeface="Courier New"/>
                <a:cs typeface="Courier New"/>
              </a:rPr>
              <a:t>el</a:t>
            </a:r>
            <a:r>
              <a:rPr sz="1800" b="1" spc="0" dirty="0" smtClean="0">
                <a:latin typeface="Courier New"/>
                <a:cs typeface="Courier New"/>
              </a:rPr>
              <a:t>d </a:t>
            </a:r>
            <a:r>
              <a:rPr sz="1800" b="1" spc="-20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a</a:t>
            </a:r>
            <a:r>
              <a:rPr sz="1800" b="1" spc="-15" dirty="0" smtClean="0">
                <a:latin typeface="Courier New"/>
                <a:cs typeface="Courier New"/>
              </a:rPr>
              <a:t>c</a:t>
            </a:r>
            <a:r>
              <a:rPr sz="1800" b="1" spc="0" dirty="0" smtClean="0">
                <a:latin typeface="Courier New"/>
                <a:cs typeface="Courier New"/>
              </a:rPr>
              <a:t>h </a:t>
            </a:r>
            <a:r>
              <a:rPr sz="1800" b="1" spc="-20" dirty="0" smtClean="0">
                <a:latin typeface="Courier New"/>
                <a:cs typeface="Courier New"/>
              </a:rPr>
              <a:t>o</a:t>
            </a:r>
            <a:r>
              <a:rPr sz="1800" b="1" spc="0" dirty="0" smtClean="0">
                <a:latin typeface="Courier New"/>
                <a:cs typeface="Courier New"/>
              </a:rPr>
              <a:t>n</a:t>
            </a:r>
            <a:r>
              <a:rPr sz="1800" b="1" spc="-15" dirty="0" smtClean="0">
                <a:latin typeface="Courier New"/>
                <a:cs typeface="Courier New"/>
              </a:rPr>
              <a:t>e</a:t>
            </a:r>
            <a:r>
              <a:rPr sz="1800" b="1" spc="0" dirty="0" smtClean="0">
                <a:latin typeface="Courier New"/>
                <a:cs typeface="Courier New"/>
              </a:rPr>
              <a:t>.</a:t>
            </a:r>
            <a:endParaRPr sz="1800">
              <a:latin typeface="Courier New"/>
              <a:cs typeface="Courier New"/>
            </a:endParaRPr>
          </a:p>
          <a:p>
            <a:pPr marL="1651000">
              <a:lnSpc>
                <a:spcPct val="100000"/>
              </a:lnSpc>
            </a:pPr>
            <a:r>
              <a:rPr sz="1800" b="1" dirty="0" smtClean="0">
                <a:solidFill>
                  <a:srgbClr val="C00000"/>
                </a:solidFill>
                <a:latin typeface="Courier New"/>
                <a:cs typeface="Courier New"/>
              </a:rPr>
              <a:t>y</a:t>
            </a:r>
            <a:r>
              <a:rPr sz="1800" b="1" spc="-15" dirty="0" smtClean="0">
                <a:solidFill>
                  <a:srgbClr val="C00000"/>
                </a:solidFill>
                <a:latin typeface="Courier New"/>
                <a:cs typeface="Courier New"/>
              </a:rPr>
              <a:t>i</a:t>
            </a:r>
            <a:r>
              <a:rPr sz="1800" b="1" spc="0" dirty="0" smtClean="0">
                <a:solidFill>
                  <a:srgbClr val="C00000"/>
                </a:solidFill>
                <a:latin typeface="Courier New"/>
                <a:cs typeface="Courier New"/>
              </a:rPr>
              <a:t>e</a:t>
            </a:r>
            <a:r>
              <a:rPr sz="1800" b="1" spc="-15" dirty="0" smtClean="0">
                <a:solidFill>
                  <a:srgbClr val="C00000"/>
                </a:solidFill>
                <a:latin typeface="Courier New"/>
                <a:cs typeface="Courier New"/>
              </a:rPr>
              <a:t>l</a:t>
            </a:r>
            <a:r>
              <a:rPr sz="1800" b="1" spc="0" dirty="0" smtClean="0">
                <a:solidFill>
                  <a:srgbClr val="C00000"/>
                </a:solidFill>
                <a:latin typeface="Courier New"/>
                <a:cs typeface="Courier New"/>
              </a:rPr>
              <a:t>d </a:t>
            </a:r>
            <a:r>
              <a:rPr sz="1800" b="1" spc="0" dirty="0" smtClean="0">
                <a:latin typeface="Courier New"/>
                <a:cs typeface="Courier New"/>
              </a:rPr>
              <a:t>w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600" b="1" spc="-10" dirty="0" smtClean="0">
                <a:solidFill>
                  <a:srgbClr val="C0C0C0"/>
                </a:solidFill>
                <a:latin typeface="Courier New"/>
                <a:cs typeface="Courier New"/>
              </a:rPr>
              <a:t>`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048500" y="393191"/>
            <a:ext cx="411479" cy="390144"/>
          </a:xfrm>
          <a:custGeom>
            <a:avLst/>
            <a:gdLst/>
            <a:ahLst/>
            <a:cxnLst/>
            <a:rect l="l" t="t" r="r" b="b"/>
            <a:pathLst>
              <a:path w="411479" h="390144">
                <a:moveTo>
                  <a:pt x="205740" y="0"/>
                </a:moveTo>
                <a:lnTo>
                  <a:pt x="156285" y="5671"/>
                </a:lnTo>
                <a:lnTo>
                  <a:pt x="111173" y="21781"/>
                </a:lnTo>
                <a:lnTo>
                  <a:pt x="71831" y="46970"/>
                </a:lnTo>
                <a:lnTo>
                  <a:pt x="39684" y="79881"/>
                </a:lnTo>
                <a:lnTo>
                  <a:pt x="16162" y="119157"/>
                </a:lnTo>
                <a:lnTo>
                  <a:pt x="2691" y="163439"/>
                </a:lnTo>
                <a:lnTo>
                  <a:pt x="0" y="195072"/>
                </a:lnTo>
                <a:lnTo>
                  <a:pt x="681" y="211065"/>
                </a:lnTo>
                <a:lnTo>
                  <a:pt x="10485" y="256714"/>
                </a:lnTo>
                <a:lnTo>
                  <a:pt x="30815" y="297810"/>
                </a:lnTo>
                <a:lnTo>
                  <a:pt x="60245" y="332994"/>
                </a:lnTo>
                <a:lnTo>
                  <a:pt x="97348" y="360908"/>
                </a:lnTo>
                <a:lnTo>
                  <a:pt x="140695" y="380195"/>
                </a:lnTo>
                <a:lnTo>
                  <a:pt x="188860" y="389497"/>
                </a:lnTo>
                <a:lnTo>
                  <a:pt x="205740" y="390144"/>
                </a:lnTo>
                <a:lnTo>
                  <a:pt x="222619" y="389497"/>
                </a:lnTo>
                <a:lnTo>
                  <a:pt x="270784" y="380195"/>
                </a:lnTo>
                <a:lnTo>
                  <a:pt x="314131" y="360908"/>
                </a:lnTo>
                <a:lnTo>
                  <a:pt x="351234" y="332994"/>
                </a:lnTo>
                <a:lnTo>
                  <a:pt x="380664" y="297810"/>
                </a:lnTo>
                <a:lnTo>
                  <a:pt x="400994" y="256714"/>
                </a:lnTo>
                <a:lnTo>
                  <a:pt x="410798" y="211065"/>
                </a:lnTo>
                <a:lnTo>
                  <a:pt x="411480" y="195072"/>
                </a:lnTo>
                <a:lnTo>
                  <a:pt x="410798" y="179078"/>
                </a:lnTo>
                <a:lnTo>
                  <a:pt x="400994" y="133429"/>
                </a:lnTo>
                <a:lnTo>
                  <a:pt x="380664" y="92333"/>
                </a:lnTo>
                <a:lnTo>
                  <a:pt x="351234" y="57150"/>
                </a:lnTo>
                <a:lnTo>
                  <a:pt x="314131" y="29235"/>
                </a:lnTo>
                <a:lnTo>
                  <a:pt x="270784" y="9948"/>
                </a:lnTo>
                <a:lnTo>
                  <a:pt x="222619" y="646"/>
                </a:lnTo>
                <a:lnTo>
                  <a:pt x="205740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048500" y="393191"/>
            <a:ext cx="411479" cy="390144"/>
          </a:xfrm>
          <a:custGeom>
            <a:avLst/>
            <a:gdLst/>
            <a:ahLst/>
            <a:cxnLst/>
            <a:rect l="l" t="t" r="r" b="b"/>
            <a:pathLst>
              <a:path w="411479" h="390144">
                <a:moveTo>
                  <a:pt x="0" y="195072"/>
                </a:moveTo>
                <a:lnTo>
                  <a:pt x="5977" y="148206"/>
                </a:lnTo>
                <a:lnTo>
                  <a:pt x="22957" y="105442"/>
                </a:lnTo>
                <a:lnTo>
                  <a:pt x="49512" y="68137"/>
                </a:lnTo>
                <a:lnTo>
                  <a:pt x="84216" y="37648"/>
                </a:lnTo>
                <a:lnTo>
                  <a:pt x="125640" y="15335"/>
                </a:lnTo>
                <a:lnTo>
                  <a:pt x="172358" y="2554"/>
                </a:lnTo>
                <a:lnTo>
                  <a:pt x="205740" y="0"/>
                </a:lnTo>
                <a:lnTo>
                  <a:pt x="222619" y="646"/>
                </a:lnTo>
                <a:lnTo>
                  <a:pt x="270784" y="9948"/>
                </a:lnTo>
                <a:lnTo>
                  <a:pt x="314131" y="29235"/>
                </a:lnTo>
                <a:lnTo>
                  <a:pt x="351234" y="57150"/>
                </a:lnTo>
                <a:lnTo>
                  <a:pt x="380664" y="92333"/>
                </a:lnTo>
                <a:lnTo>
                  <a:pt x="400994" y="133429"/>
                </a:lnTo>
                <a:lnTo>
                  <a:pt x="410798" y="179078"/>
                </a:lnTo>
                <a:lnTo>
                  <a:pt x="411480" y="195072"/>
                </a:lnTo>
                <a:lnTo>
                  <a:pt x="410798" y="211065"/>
                </a:lnTo>
                <a:lnTo>
                  <a:pt x="400994" y="256714"/>
                </a:lnTo>
                <a:lnTo>
                  <a:pt x="380664" y="297810"/>
                </a:lnTo>
                <a:lnTo>
                  <a:pt x="351234" y="332994"/>
                </a:lnTo>
                <a:lnTo>
                  <a:pt x="314131" y="360908"/>
                </a:lnTo>
                <a:lnTo>
                  <a:pt x="270784" y="380195"/>
                </a:lnTo>
                <a:lnTo>
                  <a:pt x="222619" y="389497"/>
                </a:lnTo>
                <a:lnTo>
                  <a:pt x="205740" y="390144"/>
                </a:lnTo>
                <a:lnTo>
                  <a:pt x="188860" y="389497"/>
                </a:lnTo>
                <a:lnTo>
                  <a:pt x="140695" y="380195"/>
                </a:lnTo>
                <a:lnTo>
                  <a:pt x="97348" y="360908"/>
                </a:lnTo>
                <a:lnTo>
                  <a:pt x="60245" y="332994"/>
                </a:lnTo>
                <a:lnTo>
                  <a:pt x="30815" y="297810"/>
                </a:lnTo>
                <a:lnTo>
                  <a:pt x="10485" y="256714"/>
                </a:lnTo>
                <a:lnTo>
                  <a:pt x="681" y="211065"/>
                </a:lnTo>
                <a:lnTo>
                  <a:pt x="0" y="19507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167118" y="394715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400" dirty="0" smtClean="0"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211311" y="1229867"/>
            <a:ext cx="411479" cy="391668"/>
          </a:xfrm>
          <a:custGeom>
            <a:avLst/>
            <a:gdLst/>
            <a:ahLst/>
            <a:cxnLst/>
            <a:rect l="l" t="t" r="r" b="b"/>
            <a:pathLst>
              <a:path w="411479" h="391668">
                <a:moveTo>
                  <a:pt x="205740" y="0"/>
                </a:moveTo>
                <a:lnTo>
                  <a:pt x="156285" y="5688"/>
                </a:lnTo>
                <a:lnTo>
                  <a:pt x="111173" y="21849"/>
                </a:lnTo>
                <a:lnTo>
                  <a:pt x="71831" y="47124"/>
                </a:lnTo>
                <a:lnTo>
                  <a:pt x="39684" y="80156"/>
                </a:lnTo>
                <a:lnTo>
                  <a:pt x="16162" y="119586"/>
                </a:lnTo>
                <a:lnTo>
                  <a:pt x="2691" y="164057"/>
                </a:lnTo>
                <a:lnTo>
                  <a:pt x="0" y="195834"/>
                </a:lnTo>
                <a:lnTo>
                  <a:pt x="681" y="211901"/>
                </a:lnTo>
                <a:lnTo>
                  <a:pt x="10485" y="257751"/>
                </a:lnTo>
                <a:lnTo>
                  <a:pt x="30815" y="299012"/>
                </a:lnTo>
                <a:lnTo>
                  <a:pt x="60245" y="334327"/>
                </a:lnTo>
                <a:lnTo>
                  <a:pt x="97348" y="362339"/>
                </a:lnTo>
                <a:lnTo>
                  <a:pt x="140695" y="381688"/>
                </a:lnTo>
                <a:lnTo>
                  <a:pt x="188860" y="391019"/>
                </a:lnTo>
                <a:lnTo>
                  <a:pt x="205740" y="391668"/>
                </a:lnTo>
                <a:lnTo>
                  <a:pt x="222619" y="391019"/>
                </a:lnTo>
                <a:lnTo>
                  <a:pt x="270784" y="381688"/>
                </a:lnTo>
                <a:lnTo>
                  <a:pt x="314131" y="362339"/>
                </a:lnTo>
                <a:lnTo>
                  <a:pt x="351234" y="334327"/>
                </a:lnTo>
                <a:lnTo>
                  <a:pt x="380664" y="299012"/>
                </a:lnTo>
                <a:lnTo>
                  <a:pt x="400994" y="257751"/>
                </a:lnTo>
                <a:lnTo>
                  <a:pt x="410798" y="211901"/>
                </a:lnTo>
                <a:lnTo>
                  <a:pt x="411480" y="195834"/>
                </a:lnTo>
                <a:lnTo>
                  <a:pt x="410798" y="179766"/>
                </a:lnTo>
                <a:lnTo>
                  <a:pt x="400994" y="133916"/>
                </a:lnTo>
                <a:lnTo>
                  <a:pt x="380664" y="92655"/>
                </a:lnTo>
                <a:lnTo>
                  <a:pt x="351234" y="57340"/>
                </a:lnTo>
                <a:lnTo>
                  <a:pt x="314131" y="29328"/>
                </a:lnTo>
                <a:lnTo>
                  <a:pt x="270784" y="9979"/>
                </a:lnTo>
                <a:lnTo>
                  <a:pt x="222619" y="648"/>
                </a:lnTo>
                <a:lnTo>
                  <a:pt x="205740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211311" y="1229867"/>
            <a:ext cx="411479" cy="391668"/>
          </a:xfrm>
          <a:custGeom>
            <a:avLst/>
            <a:gdLst/>
            <a:ahLst/>
            <a:cxnLst/>
            <a:rect l="l" t="t" r="r" b="b"/>
            <a:pathLst>
              <a:path w="411479" h="391668">
                <a:moveTo>
                  <a:pt x="0" y="195834"/>
                </a:moveTo>
                <a:lnTo>
                  <a:pt x="5977" y="148757"/>
                </a:lnTo>
                <a:lnTo>
                  <a:pt x="22957" y="105815"/>
                </a:lnTo>
                <a:lnTo>
                  <a:pt x="49512" y="68367"/>
                </a:lnTo>
                <a:lnTo>
                  <a:pt x="84216" y="37770"/>
                </a:lnTo>
                <a:lnTo>
                  <a:pt x="125640" y="15382"/>
                </a:lnTo>
                <a:lnTo>
                  <a:pt x="172358" y="2561"/>
                </a:lnTo>
                <a:lnTo>
                  <a:pt x="205740" y="0"/>
                </a:lnTo>
                <a:lnTo>
                  <a:pt x="222619" y="648"/>
                </a:lnTo>
                <a:lnTo>
                  <a:pt x="270784" y="9979"/>
                </a:lnTo>
                <a:lnTo>
                  <a:pt x="314131" y="29328"/>
                </a:lnTo>
                <a:lnTo>
                  <a:pt x="351234" y="57340"/>
                </a:lnTo>
                <a:lnTo>
                  <a:pt x="380664" y="92655"/>
                </a:lnTo>
                <a:lnTo>
                  <a:pt x="400994" y="133916"/>
                </a:lnTo>
                <a:lnTo>
                  <a:pt x="410798" y="179766"/>
                </a:lnTo>
                <a:lnTo>
                  <a:pt x="411480" y="195834"/>
                </a:lnTo>
                <a:lnTo>
                  <a:pt x="410798" y="211901"/>
                </a:lnTo>
                <a:lnTo>
                  <a:pt x="400994" y="257751"/>
                </a:lnTo>
                <a:lnTo>
                  <a:pt x="380664" y="299012"/>
                </a:lnTo>
                <a:lnTo>
                  <a:pt x="351234" y="334327"/>
                </a:lnTo>
                <a:lnTo>
                  <a:pt x="314131" y="362339"/>
                </a:lnTo>
                <a:lnTo>
                  <a:pt x="270784" y="381688"/>
                </a:lnTo>
                <a:lnTo>
                  <a:pt x="222619" y="391019"/>
                </a:lnTo>
                <a:lnTo>
                  <a:pt x="205740" y="391668"/>
                </a:lnTo>
                <a:lnTo>
                  <a:pt x="188860" y="391019"/>
                </a:lnTo>
                <a:lnTo>
                  <a:pt x="140695" y="381688"/>
                </a:lnTo>
                <a:lnTo>
                  <a:pt x="97348" y="362339"/>
                </a:lnTo>
                <a:lnTo>
                  <a:pt x="60245" y="334327"/>
                </a:lnTo>
                <a:lnTo>
                  <a:pt x="30815" y="299012"/>
                </a:lnTo>
                <a:lnTo>
                  <a:pt x="10485" y="257751"/>
                </a:lnTo>
                <a:lnTo>
                  <a:pt x="681" y="211901"/>
                </a:lnTo>
                <a:lnTo>
                  <a:pt x="0" y="195834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8330945" y="1232280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400" dirty="0" smtClean="0">
                <a:latin typeface="Times New Roman"/>
                <a:cs typeface="Times New Roman"/>
              </a:rPr>
              <a:t>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318247" y="1565147"/>
            <a:ext cx="411479" cy="390144"/>
          </a:xfrm>
          <a:custGeom>
            <a:avLst/>
            <a:gdLst/>
            <a:ahLst/>
            <a:cxnLst/>
            <a:rect l="l" t="t" r="r" b="b"/>
            <a:pathLst>
              <a:path w="411479" h="390144">
                <a:moveTo>
                  <a:pt x="205740" y="0"/>
                </a:moveTo>
                <a:lnTo>
                  <a:pt x="156285" y="5671"/>
                </a:lnTo>
                <a:lnTo>
                  <a:pt x="111173" y="21781"/>
                </a:lnTo>
                <a:lnTo>
                  <a:pt x="71831" y="46970"/>
                </a:lnTo>
                <a:lnTo>
                  <a:pt x="39684" y="79881"/>
                </a:lnTo>
                <a:lnTo>
                  <a:pt x="16162" y="119157"/>
                </a:lnTo>
                <a:lnTo>
                  <a:pt x="2691" y="163439"/>
                </a:lnTo>
                <a:lnTo>
                  <a:pt x="0" y="195072"/>
                </a:lnTo>
                <a:lnTo>
                  <a:pt x="681" y="211065"/>
                </a:lnTo>
                <a:lnTo>
                  <a:pt x="10485" y="256714"/>
                </a:lnTo>
                <a:lnTo>
                  <a:pt x="30815" y="297810"/>
                </a:lnTo>
                <a:lnTo>
                  <a:pt x="60245" y="332994"/>
                </a:lnTo>
                <a:lnTo>
                  <a:pt x="97348" y="360908"/>
                </a:lnTo>
                <a:lnTo>
                  <a:pt x="140695" y="380195"/>
                </a:lnTo>
                <a:lnTo>
                  <a:pt x="188860" y="389497"/>
                </a:lnTo>
                <a:lnTo>
                  <a:pt x="205740" y="390144"/>
                </a:lnTo>
                <a:lnTo>
                  <a:pt x="222619" y="389497"/>
                </a:lnTo>
                <a:lnTo>
                  <a:pt x="270784" y="380195"/>
                </a:lnTo>
                <a:lnTo>
                  <a:pt x="314131" y="360908"/>
                </a:lnTo>
                <a:lnTo>
                  <a:pt x="351234" y="332994"/>
                </a:lnTo>
                <a:lnTo>
                  <a:pt x="380664" y="297810"/>
                </a:lnTo>
                <a:lnTo>
                  <a:pt x="400994" y="256714"/>
                </a:lnTo>
                <a:lnTo>
                  <a:pt x="410798" y="211065"/>
                </a:lnTo>
                <a:lnTo>
                  <a:pt x="411480" y="195072"/>
                </a:lnTo>
                <a:lnTo>
                  <a:pt x="410798" y="179078"/>
                </a:lnTo>
                <a:lnTo>
                  <a:pt x="400994" y="133429"/>
                </a:lnTo>
                <a:lnTo>
                  <a:pt x="380664" y="92333"/>
                </a:lnTo>
                <a:lnTo>
                  <a:pt x="351234" y="57150"/>
                </a:lnTo>
                <a:lnTo>
                  <a:pt x="314131" y="29235"/>
                </a:lnTo>
                <a:lnTo>
                  <a:pt x="270784" y="9948"/>
                </a:lnTo>
                <a:lnTo>
                  <a:pt x="222619" y="646"/>
                </a:lnTo>
                <a:lnTo>
                  <a:pt x="205740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7318247" y="1565147"/>
            <a:ext cx="411479" cy="390144"/>
          </a:xfrm>
          <a:custGeom>
            <a:avLst/>
            <a:gdLst/>
            <a:ahLst/>
            <a:cxnLst/>
            <a:rect l="l" t="t" r="r" b="b"/>
            <a:pathLst>
              <a:path w="411479" h="390144">
                <a:moveTo>
                  <a:pt x="0" y="195072"/>
                </a:moveTo>
                <a:lnTo>
                  <a:pt x="5977" y="148206"/>
                </a:lnTo>
                <a:lnTo>
                  <a:pt x="22957" y="105442"/>
                </a:lnTo>
                <a:lnTo>
                  <a:pt x="49512" y="68137"/>
                </a:lnTo>
                <a:lnTo>
                  <a:pt x="84216" y="37648"/>
                </a:lnTo>
                <a:lnTo>
                  <a:pt x="125640" y="15335"/>
                </a:lnTo>
                <a:lnTo>
                  <a:pt x="172358" y="2554"/>
                </a:lnTo>
                <a:lnTo>
                  <a:pt x="205740" y="0"/>
                </a:lnTo>
                <a:lnTo>
                  <a:pt x="222619" y="646"/>
                </a:lnTo>
                <a:lnTo>
                  <a:pt x="270784" y="9948"/>
                </a:lnTo>
                <a:lnTo>
                  <a:pt x="314131" y="29235"/>
                </a:lnTo>
                <a:lnTo>
                  <a:pt x="351234" y="57150"/>
                </a:lnTo>
                <a:lnTo>
                  <a:pt x="380664" y="92333"/>
                </a:lnTo>
                <a:lnTo>
                  <a:pt x="400994" y="133429"/>
                </a:lnTo>
                <a:lnTo>
                  <a:pt x="410798" y="179078"/>
                </a:lnTo>
                <a:lnTo>
                  <a:pt x="411480" y="195072"/>
                </a:lnTo>
                <a:lnTo>
                  <a:pt x="410798" y="211065"/>
                </a:lnTo>
                <a:lnTo>
                  <a:pt x="400994" y="256714"/>
                </a:lnTo>
                <a:lnTo>
                  <a:pt x="380664" y="297810"/>
                </a:lnTo>
                <a:lnTo>
                  <a:pt x="351234" y="332994"/>
                </a:lnTo>
                <a:lnTo>
                  <a:pt x="314131" y="360908"/>
                </a:lnTo>
                <a:lnTo>
                  <a:pt x="270784" y="380195"/>
                </a:lnTo>
                <a:lnTo>
                  <a:pt x="222619" y="389497"/>
                </a:lnTo>
                <a:lnTo>
                  <a:pt x="205740" y="390144"/>
                </a:lnTo>
                <a:lnTo>
                  <a:pt x="188860" y="389497"/>
                </a:lnTo>
                <a:lnTo>
                  <a:pt x="140695" y="380195"/>
                </a:lnTo>
                <a:lnTo>
                  <a:pt x="97348" y="360908"/>
                </a:lnTo>
                <a:lnTo>
                  <a:pt x="60245" y="332994"/>
                </a:lnTo>
                <a:lnTo>
                  <a:pt x="30815" y="297810"/>
                </a:lnTo>
                <a:lnTo>
                  <a:pt x="10485" y="256714"/>
                </a:lnTo>
                <a:lnTo>
                  <a:pt x="681" y="211065"/>
                </a:lnTo>
                <a:lnTo>
                  <a:pt x="0" y="19507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437501" y="1567307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400" dirty="0" smtClean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8075676" y="249936"/>
            <a:ext cx="551687" cy="5303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8026907" y="175260"/>
            <a:ext cx="649224" cy="7711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8118347" y="292608"/>
            <a:ext cx="411479" cy="390144"/>
          </a:xfrm>
          <a:custGeom>
            <a:avLst/>
            <a:gdLst/>
            <a:ahLst/>
            <a:cxnLst/>
            <a:rect l="l" t="t" r="r" b="b"/>
            <a:pathLst>
              <a:path w="411479" h="390144">
                <a:moveTo>
                  <a:pt x="205740" y="0"/>
                </a:moveTo>
                <a:lnTo>
                  <a:pt x="156285" y="5671"/>
                </a:lnTo>
                <a:lnTo>
                  <a:pt x="111173" y="21781"/>
                </a:lnTo>
                <a:lnTo>
                  <a:pt x="71831" y="46970"/>
                </a:lnTo>
                <a:lnTo>
                  <a:pt x="39684" y="79881"/>
                </a:lnTo>
                <a:lnTo>
                  <a:pt x="16162" y="119157"/>
                </a:lnTo>
                <a:lnTo>
                  <a:pt x="2691" y="163439"/>
                </a:lnTo>
                <a:lnTo>
                  <a:pt x="0" y="195072"/>
                </a:lnTo>
                <a:lnTo>
                  <a:pt x="681" y="211065"/>
                </a:lnTo>
                <a:lnTo>
                  <a:pt x="10485" y="256714"/>
                </a:lnTo>
                <a:lnTo>
                  <a:pt x="30815" y="297810"/>
                </a:lnTo>
                <a:lnTo>
                  <a:pt x="60245" y="332994"/>
                </a:lnTo>
                <a:lnTo>
                  <a:pt x="97348" y="360908"/>
                </a:lnTo>
                <a:lnTo>
                  <a:pt x="140695" y="380195"/>
                </a:lnTo>
                <a:lnTo>
                  <a:pt x="188860" y="389497"/>
                </a:lnTo>
                <a:lnTo>
                  <a:pt x="205740" y="390144"/>
                </a:lnTo>
                <a:lnTo>
                  <a:pt x="222619" y="389497"/>
                </a:lnTo>
                <a:lnTo>
                  <a:pt x="270784" y="380195"/>
                </a:lnTo>
                <a:lnTo>
                  <a:pt x="314131" y="360908"/>
                </a:lnTo>
                <a:lnTo>
                  <a:pt x="351234" y="332994"/>
                </a:lnTo>
                <a:lnTo>
                  <a:pt x="380664" y="297810"/>
                </a:lnTo>
                <a:lnTo>
                  <a:pt x="400994" y="256714"/>
                </a:lnTo>
                <a:lnTo>
                  <a:pt x="410798" y="211065"/>
                </a:lnTo>
                <a:lnTo>
                  <a:pt x="411480" y="195072"/>
                </a:lnTo>
                <a:lnTo>
                  <a:pt x="410798" y="179078"/>
                </a:lnTo>
                <a:lnTo>
                  <a:pt x="400994" y="133429"/>
                </a:lnTo>
                <a:lnTo>
                  <a:pt x="380664" y="92333"/>
                </a:lnTo>
                <a:lnTo>
                  <a:pt x="351234" y="57150"/>
                </a:lnTo>
                <a:lnTo>
                  <a:pt x="314131" y="29235"/>
                </a:lnTo>
                <a:lnTo>
                  <a:pt x="270784" y="9948"/>
                </a:lnTo>
                <a:lnTo>
                  <a:pt x="222619" y="646"/>
                </a:lnTo>
                <a:lnTo>
                  <a:pt x="205740" y="0"/>
                </a:lnTo>
                <a:close/>
              </a:path>
            </a:pathLst>
          </a:custGeom>
          <a:solidFill>
            <a:srgbClr val="FFCC66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8118347" y="292608"/>
            <a:ext cx="411479" cy="390144"/>
          </a:xfrm>
          <a:custGeom>
            <a:avLst/>
            <a:gdLst/>
            <a:ahLst/>
            <a:cxnLst/>
            <a:rect l="l" t="t" r="r" b="b"/>
            <a:pathLst>
              <a:path w="411479" h="390144">
                <a:moveTo>
                  <a:pt x="0" y="195072"/>
                </a:moveTo>
                <a:lnTo>
                  <a:pt x="5977" y="148206"/>
                </a:lnTo>
                <a:lnTo>
                  <a:pt x="22957" y="105442"/>
                </a:lnTo>
                <a:lnTo>
                  <a:pt x="49512" y="68137"/>
                </a:lnTo>
                <a:lnTo>
                  <a:pt x="84216" y="37648"/>
                </a:lnTo>
                <a:lnTo>
                  <a:pt x="125640" y="15335"/>
                </a:lnTo>
                <a:lnTo>
                  <a:pt x="172358" y="2554"/>
                </a:lnTo>
                <a:lnTo>
                  <a:pt x="205740" y="0"/>
                </a:lnTo>
                <a:lnTo>
                  <a:pt x="222619" y="646"/>
                </a:lnTo>
                <a:lnTo>
                  <a:pt x="270784" y="9948"/>
                </a:lnTo>
                <a:lnTo>
                  <a:pt x="314131" y="29235"/>
                </a:lnTo>
                <a:lnTo>
                  <a:pt x="351234" y="57150"/>
                </a:lnTo>
                <a:lnTo>
                  <a:pt x="380664" y="92333"/>
                </a:lnTo>
                <a:lnTo>
                  <a:pt x="400994" y="133429"/>
                </a:lnTo>
                <a:lnTo>
                  <a:pt x="410798" y="179078"/>
                </a:lnTo>
                <a:lnTo>
                  <a:pt x="411480" y="195072"/>
                </a:lnTo>
                <a:lnTo>
                  <a:pt x="410798" y="211065"/>
                </a:lnTo>
                <a:lnTo>
                  <a:pt x="400994" y="256714"/>
                </a:lnTo>
                <a:lnTo>
                  <a:pt x="380664" y="297810"/>
                </a:lnTo>
                <a:lnTo>
                  <a:pt x="351234" y="332994"/>
                </a:lnTo>
                <a:lnTo>
                  <a:pt x="314131" y="360908"/>
                </a:lnTo>
                <a:lnTo>
                  <a:pt x="270784" y="380195"/>
                </a:lnTo>
                <a:lnTo>
                  <a:pt x="222619" y="389497"/>
                </a:lnTo>
                <a:lnTo>
                  <a:pt x="205740" y="390144"/>
                </a:lnTo>
                <a:lnTo>
                  <a:pt x="188860" y="389497"/>
                </a:lnTo>
                <a:lnTo>
                  <a:pt x="140695" y="380195"/>
                </a:lnTo>
                <a:lnTo>
                  <a:pt x="97348" y="360908"/>
                </a:lnTo>
                <a:lnTo>
                  <a:pt x="60245" y="332994"/>
                </a:lnTo>
                <a:lnTo>
                  <a:pt x="30815" y="297810"/>
                </a:lnTo>
                <a:lnTo>
                  <a:pt x="10485" y="256714"/>
                </a:lnTo>
                <a:lnTo>
                  <a:pt x="681" y="211065"/>
                </a:lnTo>
                <a:lnTo>
                  <a:pt x="0" y="195072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8236966" y="294132"/>
            <a:ext cx="177800" cy="37719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00000"/>
              </a:lnSpc>
            </a:pPr>
            <a:r>
              <a:rPr sz="2400" dirty="0" smtClean="0">
                <a:latin typeface="Times New Roman"/>
                <a:cs typeface="Times New Roman"/>
              </a:rPr>
              <a:t>2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408164" y="315468"/>
            <a:ext cx="918972" cy="3870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7447280" y="429133"/>
            <a:ext cx="658876" cy="126618"/>
          </a:xfrm>
          <a:custGeom>
            <a:avLst/>
            <a:gdLst/>
            <a:ahLst/>
            <a:cxnLst/>
            <a:rect l="l" t="t" r="r" b="b"/>
            <a:pathLst>
              <a:path w="658876" h="126618">
                <a:moveTo>
                  <a:pt x="653274" y="55879"/>
                </a:moveTo>
                <a:lnTo>
                  <a:pt x="544449" y="55879"/>
                </a:lnTo>
                <a:lnTo>
                  <a:pt x="545592" y="68579"/>
                </a:lnTo>
                <a:lnTo>
                  <a:pt x="532862" y="69669"/>
                </a:lnTo>
                <a:lnTo>
                  <a:pt x="537718" y="126618"/>
                </a:lnTo>
                <a:lnTo>
                  <a:pt x="653274" y="55879"/>
                </a:lnTo>
                <a:close/>
              </a:path>
              <a:path w="658876" h="126618">
                <a:moveTo>
                  <a:pt x="531779" y="56964"/>
                </a:moveTo>
                <a:lnTo>
                  <a:pt x="0" y="102488"/>
                </a:lnTo>
                <a:lnTo>
                  <a:pt x="1016" y="115188"/>
                </a:lnTo>
                <a:lnTo>
                  <a:pt x="532862" y="69669"/>
                </a:lnTo>
                <a:lnTo>
                  <a:pt x="531779" y="56964"/>
                </a:lnTo>
                <a:close/>
              </a:path>
              <a:path w="658876" h="126618">
                <a:moveTo>
                  <a:pt x="544449" y="55879"/>
                </a:moveTo>
                <a:lnTo>
                  <a:pt x="531779" y="56964"/>
                </a:lnTo>
                <a:lnTo>
                  <a:pt x="532862" y="69669"/>
                </a:lnTo>
                <a:lnTo>
                  <a:pt x="545592" y="68579"/>
                </a:lnTo>
                <a:lnTo>
                  <a:pt x="544449" y="55879"/>
                </a:lnTo>
                <a:close/>
              </a:path>
              <a:path w="658876" h="126618">
                <a:moveTo>
                  <a:pt x="526923" y="0"/>
                </a:moveTo>
                <a:lnTo>
                  <a:pt x="531779" y="56964"/>
                </a:lnTo>
                <a:lnTo>
                  <a:pt x="544449" y="55879"/>
                </a:lnTo>
                <a:lnTo>
                  <a:pt x="653274" y="55879"/>
                </a:lnTo>
                <a:lnTo>
                  <a:pt x="658876" y="52450"/>
                </a:lnTo>
                <a:lnTo>
                  <a:pt x="52692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7347204" y="682751"/>
            <a:ext cx="1109472" cy="8458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7386319" y="721741"/>
            <a:ext cx="849376" cy="585851"/>
          </a:xfrm>
          <a:custGeom>
            <a:avLst/>
            <a:gdLst/>
            <a:ahLst/>
            <a:cxnLst/>
            <a:rect l="l" t="t" r="r" b="b"/>
            <a:pathLst>
              <a:path w="849376" h="585851">
                <a:moveTo>
                  <a:pt x="741116" y="519227"/>
                </a:moveTo>
                <a:lnTo>
                  <a:pt x="708786" y="566293"/>
                </a:lnTo>
                <a:lnTo>
                  <a:pt x="849375" y="585851"/>
                </a:lnTo>
                <a:lnTo>
                  <a:pt x="816497" y="526415"/>
                </a:lnTo>
                <a:lnTo>
                  <a:pt x="751585" y="526415"/>
                </a:lnTo>
                <a:lnTo>
                  <a:pt x="741116" y="519227"/>
                </a:lnTo>
                <a:close/>
              </a:path>
              <a:path w="849376" h="585851">
                <a:moveTo>
                  <a:pt x="748314" y="508747"/>
                </a:moveTo>
                <a:lnTo>
                  <a:pt x="741116" y="519227"/>
                </a:lnTo>
                <a:lnTo>
                  <a:pt x="751585" y="526415"/>
                </a:lnTo>
                <a:lnTo>
                  <a:pt x="758697" y="515873"/>
                </a:lnTo>
                <a:lnTo>
                  <a:pt x="748314" y="508747"/>
                </a:lnTo>
                <a:close/>
              </a:path>
              <a:path w="849376" h="585851">
                <a:moveTo>
                  <a:pt x="780668" y="461645"/>
                </a:moveTo>
                <a:lnTo>
                  <a:pt x="748314" y="508747"/>
                </a:lnTo>
                <a:lnTo>
                  <a:pt x="758697" y="515873"/>
                </a:lnTo>
                <a:lnTo>
                  <a:pt x="751585" y="526415"/>
                </a:lnTo>
                <a:lnTo>
                  <a:pt x="816497" y="526415"/>
                </a:lnTo>
                <a:lnTo>
                  <a:pt x="780668" y="461645"/>
                </a:lnTo>
                <a:close/>
              </a:path>
              <a:path w="849376" h="585851">
                <a:moveTo>
                  <a:pt x="7111" y="0"/>
                </a:moveTo>
                <a:lnTo>
                  <a:pt x="0" y="10414"/>
                </a:lnTo>
                <a:lnTo>
                  <a:pt x="741116" y="519227"/>
                </a:lnTo>
                <a:lnTo>
                  <a:pt x="748314" y="508747"/>
                </a:lnTo>
                <a:lnTo>
                  <a:pt x="71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7411211" y="617219"/>
            <a:ext cx="909827" cy="117957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7577328" y="656208"/>
            <a:ext cx="651383" cy="919607"/>
          </a:xfrm>
          <a:custGeom>
            <a:avLst/>
            <a:gdLst/>
            <a:ahLst/>
            <a:cxnLst/>
            <a:rect l="l" t="t" r="r" b="b"/>
            <a:pathLst>
              <a:path w="651383" h="919607">
                <a:moveTo>
                  <a:pt x="21336" y="779272"/>
                </a:moveTo>
                <a:lnTo>
                  <a:pt x="0" y="919607"/>
                </a:lnTo>
                <a:lnTo>
                  <a:pt x="125095" y="852424"/>
                </a:lnTo>
                <a:lnTo>
                  <a:pt x="93030" y="829818"/>
                </a:lnTo>
                <a:lnTo>
                  <a:pt x="71120" y="829818"/>
                </a:lnTo>
                <a:lnTo>
                  <a:pt x="60706" y="822579"/>
                </a:lnTo>
                <a:lnTo>
                  <a:pt x="68032" y="812193"/>
                </a:lnTo>
                <a:lnTo>
                  <a:pt x="21336" y="779272"/>
                </a:lnTo>
                <a:close/>
              </a:path>
              <a:path w="651383" h="919607">
                <a:moveTo>
                  <a:pt x="68032" y="812193"/>
                </a:moveTo>
                <a:lnTo>
                  <a:pt x="60706" y="822579"/>
                </a:lnTo>
                <a:lnTo>
                  <a:pt x="71120" y="829818"/>
                </a:lnTo>
                <a:lnTo>
                  <a:pt x="78398" y="819501"/>
                </a:lnTo>
                <a:lnTo>
                  <a:pt x="68032" y="812193"/>
                </a:lnTo>
                <a:close/>
              </a:path>
              <a:path w="651383" h="919607">
                <a:moveTo>
                  <a:pt x="78398" y="819501"/>
                </a:moveTo>
                <a:lnTo>
                  <a:pt x="71120" y="829818"/>
                </a:lnTo>
                <a:lnTo>
                  <a:pt x="93030" y="829818"/>
                </a:lnTo>
                <a:lnTo>
                  <a:pt x="78398" y="819501"/>
                </a:lnTo>
                <a:close/>
              </a:path>
              <a:path w="651383" h="919607">
                <a:moveTo>
                  <a:pt x="640969" y="0"/>
                </a:moveTo>
                <a:lnTo>
                  <a:pt x="68032" y="812193"/>
                </a:lnTo>
                <a:lnTo>
                  <a:pt x="78398" y="819501"/>
                </a:lnTo>
                <a:lnTo>
                  <a:pt x="651383" y="7365"/>
                </a:lnTo>
                <a:lnTo>
                  <a:pt x="64096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7665719" y="1321308"/>
            <a:ext cx="778764" cy="47701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7704455" y="1476883"/>
            <a:ext cx="519049" cy="228219"/>
          </a:xfrm>
          <a:custGeom>
            <a:avLst/>
            <a:gdLst/>
            <a:ahLst/>
            <a:cxnLst/>
            <a:rect l="l" t="t" r="r" b="b"/>
            <a:pathLst>
              <a:path w="519049" h="228219">
                <a:moveTo>
                  <a:pt x="399089" y="52828"/>
                </a:moveTo>
                <a:lnTo>
                  <a:pt x="0" y="216535"/>
                </a:lnTo>
                <a:lnTo>
                  <a:pt x="4825" y="228219"/>
                </a:lnTo>
                <a:lnTo>
                  <a:pt x="403925" y="64631"/>
                </a:lnTo>
                <a:lnTo>
                  <a:pt x="399089" y="52828"/>
                </a:lnTo>
                <a:close/>
              </a:path>
              <a:path w="519049" h="228219">
                <a:moveTo>
                  <a:pt x="486300" y="48006"/>
                </a:moveTo>
                <a:lnTo>
                  <a:pt x="410844" y="48006"/>
                </a:lnTo>
                <a:lnTo>
                  <a:pt x="415670" y="59817"/>
                </a:lnTo>
                <a:lnTo>
                  <a:pt x="403925" y="64631"/>
                </a:lnTo>
                <a:lnTo>
                  <a:pt x="425577" y="117475"/>
                </a:lnTo>
                <a:lnTo>
                  <a:pt x="486300" y="48006"/>
                </a:lnTo>
                <a:close/>
              </a:path>
              <a:path w="519049" h="228219">
                <a:moveTo>
                  <a:pt x="410844" y="48006"/>
                </a:moveTo>
                <a:lnTo>
                  <a:pt x="399089" y="52828"/>
                </a:lnTo>
                <a:lnTo>
                  <a:pt x="403925" y="64631"/>
                </a:lnTo>
                <a:lnTo>
                  <a:pt x="415670" y="59817"/>
                </a:lnTo>
                <a:lnTo>
                  <a:pt x="410844" y="48006"/>
                </a:lnTo>
                <a:close/>
              </a:path>
              <a:path w="519049" h="228219">
                <a:moveTo>
                  <a:pt x="377443" y="0"/>
                </a:moveTo>
                <a:lnTo>
                  <a:pt x="399089" y="52828"/>
                </a:lnTo>
                <a:lnTo>
                  <a:pt x="410844" y="48006"/>
                </a:lnTo>
                <a:lnTo>
                  <a:pt x="486300" y="48006"/>
                </a:lnTo>
                <a:lnTo>
                  <a:pt x="519048" y="10541"/>
                </a:lnTo>
                <a:lnTo>
                  <a:pt x="3774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7117080" y="606551"/>
            <a:ext cx="441959" cy="10424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7249286" y="772668"/>
            <a:ext cx="216916" cy="783209"/>
          </a:xfrm>
          <a:custGeom>
            <a:avLst/>
            <a:gdLst/>
            <a:ahLst/>
            <a:cxnLst/>
            <a:rect l="l" t="t" r="r" b="b"/>
            <a:pathLst>
              <a:path w="216916" h="783209">
                <a:moveTo>
                  <a:pt x="68079" y="122490"/>
                </a:moveTo>
                <a:lnTo>
                  <a:pt x="55757" y="125283"/>
                </a:lnTo>
                <a:lnTo>
                  <a:pt x="204470" y="783209"/>
                </a:lnTo>
                <a:lnTo>
                  <a:pt x="216916" y="780415"/>
                </a:lnTo>
                <a:lnTo>
                  <a:pt x="68079" y="122490"/>
                </a:lnTo>
                <a:close/>
              </a:path>
              <a:path w="216916" h="783209">
                <a:moveTo>
                  <a:pt x="33909" y="0"/>
                </a:moveTo>
                <a:lnTo>
                  <a:pt x="0" y="137922"/>
                </a:lnTo>
                <a:lnTo>
                  <a:pt x="55757" y="125283"/>
                </a:lnTo>
                <a:lnTo>
                  <a:pt x="52959" y="112903"/>
                </a:lnTo>
                <a:lnTo>
                  <a:pt x="65278" y="110109"/>
                </a:lnTo>
                <a:lnTo>
                  <a:pt x="122704" y="110109"/>
                </a:lnTo>
                <a:lnTo>
                  <a:pt x="123825" y="109855"/>
                </a:lnTo>
                <a:lnTo>
                  <a:pt x="33909" y="0"/>
                </a:lnTo>
                <a:close/>
              </a:path>
              <a:path w="216916" h="783209">
                <a:moveTo>
                  <a:pt x="65278" y="110109"/>
                </a:moveTo>
                <a:lnTo>
                  <a:pt x="52959" y="112903"/>
                </a:lnTo>
                <a:lnTo>
                  <a:pt x="55757" y="125283"/>
                </a:lnTo>
                <a:lnTo>
                  <a:pt x="68079" y="122490"/>
                </a:lnTo>
                <a:lnTo>
                  <a:pt x="65278" y="110109"/>
                </a:lnTo>
                <a:close/>
              </a:path>
              <a:path w="216916" h="783209">
                <a:moveTo>
                  <a:pt x="122704" y="110109"/>
                </a:moveTo>
                <a:lnTo>
                  <a:pt x="65278" y="110109"/>
                </a:lnTo>
                <a:lnTo>
                  <a:pt x="68079" y="122490"/>
                </a:lnTo>
                <a:lnTo>
                  <a:pt x="122704" y="11010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25400">
              <a:lnSpc>
                <a:spcPct val="100000"/>
              </a:lnSpc>
            </a:pPr>
            <a:r>
              <a:rPr sz="1400" dirty="0" smtClean="0">
                <a:latin typeface="Arial"/>
                <a:cs typeface="Arial"/>
              </a:rPr>
              <a:t>121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" y="45720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847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C00C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6257</Words>
  <Application>Microsoft Office PowerPoint</Application>
  <PresentationFormat>全屏显示(4:3)</PresentationFormat>
  <Paragraphs>1672</Paragraphs>
  <Slides>121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121</vt:i4>
      </vt:variant>
    </vt:vector>
  </HeadingPairs>
  <TitlesOfParts>
    <vt:vector size="130" baseType="lpstr">
      <vt:lpstr>宋体</vt:lpstr>
      <vt:lpstr>Arial</vt:lpstr>
      <vt:lpstr>Calibri</vt:lpstr>
      <vt:lpstr>Courier New</vt:lpstr>
      <vt:lpstr>Lucida Sans Typewriter</vt:lpstr>
      <vt:lpstr>Symbol</vt:lpstr>
      <vt:lpstr>Times New Roman</vt:lpstr>
      <vt:lpstr>Wingdings</vt:lpstr>
      <vt:lpstr>Office Theme</vt:lpstr>
      <vt:lpstr>PowerPoint 演示文稿</vt:lpstr>
      <vt:lpstr>Python</vt:lpstr>
      <vt:lpstr>PowerPoint 演示文稿</vt:lpstr>
      <vt:lpstr>PowerPoint 演示文稿</vt:lpstr>
      <vt:lpstr>PowerPoint 演示文稿</vt:lpstr>
      <vt:lpstr>Recommended Reading</vt:lpstr>
      <vt:lpstr>IMPORTANT!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Whitespace</vt:lpstr>
      <vt:lpstr>Comments</vt:lpstr>
      <vt:lpstr>Assignment</vt:lpstr>
      <vt:lpstr>(Multiple Assignment)</vt:lpstr>
      <vt:lpstr>Naming Rules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Slicing: Return Copy of a Subset 1</vt:lpstr>
      <vt:lpstr>Slicing: Return Copy of a Subset 2</vt:lpstr>
      <vt:lpstr>Copying the Whole Sequence</vt:lpstr>
      <vt:lpstr>The ‘in’ Operator</vt:lpstr>
      <vt:lpstr>The + Operator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Creating and accessing dictionaries</vt:lpstr>
      <vt:lpstr>Updating Dictionaries</vt:lpstr>
      <vt:lpstr>PowerPoint 演示文稿</vt:lpstr>
      <vt:lpstr>Useful Accessor Methods</vt:lpstr>
      <vt:lpstr>PowerPoint 演示文稿</vt:lpstr>
      <vt:lpstr>PowerPoint 演示文稿</vt:lpstr>
      <vt:lpstr>PowerPoint 演示文稿</vt:lpstr>
      <vt:lpstr>Conditional Expressions</vt:lpstr>
      <vt:lpstr>PowerPoint 演示文稿</vt:lpstr>
      <vt:lpstr>PowerPoint 演示文稿</vt:lpstr>
      <vt:lpstr>PowerPoint 演示文稿</vt:lpstr>
      <vt:lpstr>break and continue</vt:lpstr>
      <vt:lpstr>assert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Defining Functions</vt:lpstr>
      <vt:lpstr>PowerPoint 演示文稿</vt:lpstr>
      <vt:lpstr>Functions without returns</vt:lpstr>
      <vt:lpstr>Function overloading? No.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Subclasses</vt:lpstr>
      <vt:lpstr>Redefining Methods</vt:lpstr>
      <vt:lpstr>Extending</vt:lpstr>
      <vt:lpstr>Private Data and Methods</vt:lpstr>
      <vt:lpstr>PowerPoint 演示文稿</vt:lpstr>
      <vt:lpstr>PowerPoint 演示文稿</vt:lpstr>
      <vt:lpstr>Import I</vt:lpstr>
      <vt:lpstr>PowerPoint 演示文稿</vt:lpstr>
      <vt:lpstr>PowerPoint 演示文稿</vt:lpstr>
      <vt:lpstr>More Commonly Used Modules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Special Methods</vt:lpstr>
      <vt:lpstr>Special Methods – Example</vt:lpstr>
      <vt:lpstr>Special Methods</vt:lpstr>
      <vt:lpstr>Special Data Attributes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Generators</vt:lpstr>
      <vt:lpstr>PowerPoint 演示文稿</vt:lpstr>
      <vt:lpstr>Using generators</vt:lpstr>
      <vt:lpstr>Generators and exceptions</vt:lpstr>
      <vt:lpstr>PowerPoint 演示文稿</vt:lpstr>
      <vt:lpstr>A directed graph class</vt:lpstr>
      <vt:lpstr>A directed graph class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Python</dc:title>
  <dc:creator>Matt Huenerfauth</dc:creator>
  <cp:lastModifiedBy>Mingyue Ma</cp:lastModifiedBy>
  <cp:revision>2</cp:revision>
  <dcterms:created xsi:type="dcterms:W3CDTF">2018-08-30T13:08:18Z</dcterms:created>
  <dcterms:modified xsi:type="dcterms:W3CDTF">2018-08-30T05:18:55Z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2014-09-01T00:00:00Z</vt:filetime>
  </property>
  <property fmtid="{D5CDD505-2E9C-101B-9397-08002B2CF9AE}" pid="3" name="LastSaved">
    <vt:filetime>2018-08-30T00:00:00Z</vt:filetime>
  </property>
</Properties>
</file>